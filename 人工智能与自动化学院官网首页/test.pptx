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heme/themeOverride2.xml" ContentType="application/vnd.openxmlformats-officedocument.themeOverride+xml"/>
  <Override PartName="/ppt/tags/tag5.xml" ContentType="application/vnd.openxmlformats-officedocument.presentationml.tags+xml"/>
  <Override PartName="/ppt/notesSlides/notesSlide2.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heme/themeOverride5.xml" ContentType="application/vnd.openxmlformats-officedocument.themeOverride+xml"/>
  <Override PartName="/ppt/tags/tag12.xml" ContentType="application/vnd.openxmlformats-officedocument.presentationml.tags+xml"/>
  <Override PartName="/ppt/notesSlides/notesSlide8.xml" ContentType="application/vnd.openxmlformats-officedocument.presentationml.notesSlide+xml"/>
  <Override PartName="/ppt/theme/themeOverride6.xml" ContentType="application/vnd.openxmlformats-officedocument.themeOverride+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handoutMasterIdLst>
    <p:handoutMasterId r:id="rId17"/>
  </p:handoutMasterIdLst>
  <p:sldIdLst>
    <p:sldId id="256" r:id="rId2"/>
    <p:sldId id="269" r:id="rId3"/>
    <p:sldId id="258" r:id="rId4"/>
    <p:sldId id="1806" r:id="rId5"/>
    <p:sldId id="1798" r:id="rId6"/>
    <p:sldId id="1807" r:id="rId7"/>
    <p:sldId id="1808" r:id="rId8"/>
    <p:sldId id="1811" r:id="rId9"/>
    <p:sldId id="1812" r:id="rId10"/>
    <p:sldId id="1799" r:id="rId11"/>
    <p:sldId id="1809" r:id="rId12"/>
    <p:sldId id="1800" r:id="rId13"/>
    <p:sldId id="1802" r:id="rId14"/>
    <p:sldId id="261" r:id="rId15"/>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40000"/>
    <a:srgbClr val="E50013"/>
    <a:srgbClr val="015193"/>
    <a:srgbClr val="E50012"/>
    <a:srgbClr val="ECEFF4"/>
    <a:srgbClr val="2B2F3B"/>
    <a:srgbClr val="A20000"/>
    <a:srgbClr val="9E0000"/>
    <a:srgbClr val="C7450B"/>
    <a:srgbClr val="E24E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00" autoAdjust="0"/>
    <p:restoredTop sz="95646" autoAdjust="0"/>
  </p:normalViewPr>
  <p:slideViewPr>
    <p:cSldViewPr snapToGrid="0">
      <p:cViewPr varScale="1">
        <p:scale>
          <a:sx n="105" d="100"/>
          <a:sy n="105" d="100"/>
        </p:scale>
        <p:origin x="420" y="72"/>
      </p:cViewPr>
      <p:guideLst/>
    </p:cSldViewPr>
  </p:slideViewPr>
  <p:notesTextViewPr>
    <p:cViewPr>
      <p:scale>
        <a:sx n="20" d="100"/>
        <a:sy n="20" d="100"/>
      </p:scale>
      <p:origin x="0" y="0"/>
    </p:cViewPr>
  </p:notesTextViewPr>
  <p:sorterViewPr>
    <p:cViewPr>
      <p:scale>
        <a:sx n="66" d="100"/>
        <a:sy n="66" d="100"/>
      </p:scale>
      <p:origin x="0" y="-366"/>
    </p:cViewPr>
  </p:sorterViewPr>
  <p:notesViewPr>
    <p:cSldViewPr snapToGrid="0" showGuides="1">
      <p:cViewPr varScale="1">
        <p:scale>
          <a:sx n="80" d="100"/>
          <a:sy n="80" d="100"/>
        </p:scale>
        <p:origin x="320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9A56829-66AA-42AA-918E-5C6DB1AE50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41084A9-BC5C-4420-B17C-51E328D45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78E0E4-DC06-4041-AFA7-BB6F527FFA3F}"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0D6F2124-7B35-4E59-B9E8-DB09EE1408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F2BF8FFE-D997-4E34-9A01-CD2014B952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4B7432-8BB0-4EFA-A417-EFCDC17B2811}" type="slidenum">
              <a:rPr lang="zh-CN" altLang="en-US" smtClean="0"/>
              <a:t>‹#›</a:t>
            </a:fld>
            <a:endParaRPr lang="zh-CN" altLang="en-US"/>
          </a:p>
        </p:txBody>
      </p:sp>
    </p:spTree>
    <p:extLst>
      <p:ext uri="{BB962C8B-B14F-4D97-AF65-F5344CB8AC3E}">
        <p14:creationId xmlns:p14="http://schemas.microsoft.com/office/powerpoint/2010/main" val="1081553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2025/11/2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a:t>
            </a:fld>
            <a:endParaRPr lang="zh-CN" altLang="en-US"/>
          </a:p>
        </p:txBody>
      </p:sp>
    </p:spTree>
    <p:extLst>
      <p:ext uri="{BB962C8B-B14F-4D97-AF65-F5344CB8AC3E}">
        <p14:creationId xmlns:p14="http://schemas.microsoft.com/office/powerpoint/2010/main" val="296553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a:t>
            </a:fld>
            <a:endParaRPr lang="zh-CN" altLang="en-US"/>
          </a:p>
        </p:txBody>
      </p:sp>
    </p:spTree>
    <p:extLst>
      <p:ext uri="{BB962C8B-B14F-4D97-AF65-F5344CB8AC3E}">
        <p14:creationId xmlns:p14="http://schemas.microsoft.com/office/powerpoint/2010/main" val="317188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8A4AD-DF7C-DA70-FE93-4D5ACFAD75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46C1AF-8B18-96F2-ED06-DE2096C7C9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2D7B6A-D90B-141E-DB8A-37B65465A33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5B97353-DDE8-E45B-16CE-F2E0938AD375}"/>
              </a:ext>
            </a:extLst>
          </p:cNvPr>
          <p:cNvSpPr>
            <a:spLocks noGrp="1"/>
          </p:cNvSpPr>
          <p:nvPr>
            <p:ph type="sldNum" sz="quarter" idx="5"/>
          </p:nvPr>
        </p:nvSpPr>
        <p:spPr/>
        <p:txBody>
          <a:bodyPr/>
          <a:lstStyle/>
          <a:p>
            <a:fld id="{E9E6FDB6-6D2B-46C1-9FA1-D82906A37C3A}" type="slidenum">
              <a:rPr lang="zh-CN" altLang="en-US" smtClean="0"/>
              <a:t>6</a:t>
            </a:fld>
            <a:endParaRPr lang="zh-CN" altLang="en-US"/>
          </a:p>
        </p:txBody>
      </p:sp>
    </p:spTree>
    <p:extLst>
      <p:ext uri="{BB962C8B-B14F-4D97-AF65-F5344CB8AC3E}">
        <p14:creationId xmlns:p14="http://schemas.microsoft.com/office/powerpoint/2010/main" val="3066409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4FD67-3206-C606-0EFB-A18D0ADC62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6AA5D4-778A-7C5F-F921-7BC1776138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86B165-1142-9E7C-612F-FA8A68C3172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958F4E7-02BE-57A1-A821-51D1BE2FEE21}"/>
              </a:ext>
            </a:extLst>
          </p:cNvPr>
          <p:cNvSpPr>
            <a:spLocks noGrp="1"/>
          </p:cNvSpPr>
          <p:nvPr>
            <p:ph type="sldNum" sz="quarter" idx="5"/>
          </p:nvPr>
        </p:nvSpPr>
        <p:spPr/>
        <p:txBody>
          <a:bodyPr/>
          <a:lstStyle/>
          <a:p>
            <a:fld id="{E9E6FDB6-6D2B-46C1-9FA1-D82906A37C3A}" type="slidenum">
              <a:rPr lang="zh-CN" altLang="en-US" smtClean="0"/>
              <a:t>7</a:t>
            </a:fld>
            <a:endParaRPr lang="zh-CN" altLang="en-US"/>
          </a:p>
        </p:txBody>
      </p:sp>
    </p:spTree>
    <p:extLst>
      <p:ext uri="{BB962C8B-B14F-4D97-AF65-F5344CB8AC3E}">
        <p14:creationId xmlns:p14="http://schemas.microsoft.com/office/powerpoint/2010/main" val="75257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C7DD6-2105-DB8B-D144-2C05D70EAD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51A5D9-D43D-CC0C-C6E9-B23EF90120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0F8437-457B-6981-1E44-3404F031A82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825B813-AA8E-BD07-90B3-3C874F0EA946}"/>
              </a:ext>
            </a:extLst>
          </p:cNvPr>
          <p:cNvSpPr>
            <a:spLocks noGrp="1"/>
          </p:cNvSpPr>
          <p:nvPr>
            <p:ph type="sldNum" sz="quarter" idx="5"/>
          </p:nvPr>
        </p:nvSpPr>
        <p:spPr/>
        <p:txBody>
          <a:bodyPr/>
          <a:lstStyle/>
          <a:p>
            <a:fld id="{E9E6FDB6-6D2B-46C1-9FA1-D82906A37C3A}" type="slidenum">
              <a:rPr lang="zh-CN" altLang="en-US" smtClean="0"/>
              <a:t>8</a:t>
            </a:fld>
            <a:endParaRPr lang="zh-CN" altLang="en-US"/>
          </a:p>
        </p:txBody>
      </p:sp>
    </p:spTree>
    <p:extLst>
      <p:ext uri="{BB962C8B-B14F-4D97-AF65-F5344CB8AC3E}">
        <p14:creationId xmlns:p14="http://schemas.microsoft.com/office/powerpoint/2010/main" val="2623334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40D7C-DC02-7640-89F1-401596776E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8DBCF8-069C-4C93-3F64-80540798A8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8F663E-B32A-4BF8-5C3B-DC812EF56835}"/>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2046D888-3E63-58D4-6673-D853DCF6B66A}"/>
              </a:ext>
            </a:extLst>
          </p:cNvPr>
          <p:cNvSpPr>
            <a:spLocks noGrp="1"/>
          </p:cNvSpPr>
          <p:nvPr>
            <p:ph type="sldNum" sz="quarter" idx="5"/>
          </p:nvPr>
        </p:nvSpPr>
        <p:spPr/>
        <p:txBody>
          <a:bodyPr/>
          <a:lstStyle/>
          <a:p>
            <a:fld id="{E9E6FDB6-6D2B-46C1-9FA1-D82906A37C3A}" type="slidenum">
              <a:rPr lang="zh-CN" altLang="en-US" smtClean="0"/>
              <a:t>9</a:t>
            </a:fld>
            <a:endParaRPr lang="zh-CN" altLang="en-US"/>
          </a:p>
        </p:txBody>
      </p:sp>
    </p:spTree>
    <p:extLst>
      <p:ext uri="{BB962C8B-B14F-4D97-AF65-F5344CB8AC3E}">
        <p14:creationId xmlns:p14="http://schemas.microsoft.com/office/powerpoint/2010/main" val="3042330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FBE15-E601-07B8-4413-7372CA3271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4314AB-0DBF-8DA6-60EF-D958B84575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02A6AD-4477-6CE5-E059-2976602FA52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6DC5C29E-C895-1D6C-6431-5DAF69D08A77}"/>
              </a:ext>
            </a:extLst>
          </p:cNvPr>
          <p:cNvSpPr>
            <a:spLocks noGrp="1"/>
          </p:cNvSpPr>
          <p:nvPr>
            <p:ph type="sldNum" sz="quarter" idx="5"/>
          </p:nvPr>
        </p:nvSpPr>
        <p:spPr/>
        <p:txBody>
          <a:bodyPr/>
          <a:lstStyle/>
          <a:p>
            <a:fld id="{E9E6FDB6-6D2B-46C1-9FA1-D82906A37C3A}" type="slidenum">
              <a:rPr lang="zh-CN" altLang="en-US" smtClean="0"/>
              <a:t>11</a:t>
            </a:fld>
            <a:endParaRPr lang="zh-CN" altLang="en-US"/>
          </a:p>
        </p:txBody>
      </p:sp>
    </p:spTree>
    <p:extLst>
      <p:ext uri="{BB962C8B-B14F-4D97-AF65-F5344CB8AC3E}">
        <p14:creationId xmlns:p14="http://schemas.microsoft.com/office/powerpoint/2010/main" val="1834721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7BD79-E7BA-4DA1-B089-EEDFF205EC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D7707A-B558-3453-5F90-BDD16A6D2E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1EF0A1-9F0E-37AF-C610-549F3E7B2ECA}"/>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A96F8189-DBED-7F27-6C7F-9FC8465476BC}"/>
              </a:ext>
            </a:extLst>
          </p:cNvPr>
          <p:cNvSpPr>
            <a:spLocks noGrp="1"/>
          </p:cNvSpPr>
          <p:nvPr>
            <p:ph type="sldNum" sz="quarter" idx="5"/>
          </p:nvPr>
        </p:nvSpPr>
        <p:spPr/>
        <p:txBody>
          <a:bodyPr/>
          <a:lstStyle/>
          <a:p>
            <a:fld id="{E9E6FDB6-6D2B-46C1-9FA1-D82906A37C3A}" type="slidenum">
              <a:rPr lang="zh-CN" altLang="en-US" smtClean="0"/>
              <a:t>13</a:t>
            </a:fld>
            <a:endParaRPr lang="zh-CN" altLang="en-US"/>
          </a:p>
        </p:txBody>
      </p:sp>
    </p:spTree>
    <p:extLst>
      <p:ext uri="{BB962C8B-B14F-4D97-AF65-F5344CB8AC3E}">
        <p14:creationId xmlns:p14="http://schemas.microsoft.com/office/powerpoint/2010/main" val="14216444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iŝ1îḋè">
            <a:extLst>
              <a:ext uri="{FF2B5EF4-FFF2-40B4-BE49-F238E27FC236}">
                <a16:creationId xmlns:a16="http://schemas.microsoft.com/office/drawing/2014/main" id="{4F833D28-6FD6-4AC4-98F2-E6315EFE867C}"/>
              </a:ext>
            </a:extLst>
          </p:cNvPr>
          <p:cNvSpPr/>
          <p:nvPr userDrawn="1"/>
        </p:nvSpPr>
        <p:spPr>
          <a:xfrm>
            <a:off x="957897" y="612564"/>
            <a:ext cx="10276206" cy="5283834"/>
          </a:xfrm>
          <a:custGeom>
            <a:avLst/>
            <a:gdLst>
              <a:gd name="connsiteX0" fmla="*/ 95798 w 275652"/>
              <a:gd name="connsiteY0" fmla="*/ 73285 h 141735"/>
              <a:gd name="connsiteX1" fmla="*/ 116160 w 275652"/>
              <a:gd name="connsiteY1" fmla="*/ 73285 h 141735"/>
              <a:gd name="connsiteX2" fmla="*/ 103380 w 275652"/>
              <a:gd name="connsiteY2" fmla="*/ 120074 h 141735"/>
              <a:gd name="connsiteX3" fmla="*/ 111394 w 275652"/>
              <a:gd name="connsiteY3" fmla="*/ 120074 h 141735"/>
              <a:gd name="connsiteX4" fmla="*/ 124175 w 275652"/>
              <a:gd name="connsiteY4" fmla="*/ 73285 h 141735"/>
              <a:gd name="connsiteX5" fmla="*/ 144537 w 275652"/>
              <a:gd name="connsiteY5" fmla="*/ 73285 h 141735"/>
              <a:gd name="connsiteX6" fmla="*/ 130294 w 275652"/>
              <a:gd name="connsiteY6" fmla="*/ 125327 h 141735"/>
              <a:gd name="connsiteX7" fmla="*/ 81501 w 275652"/>
              <a:gd name="connsiteY7" fmla="*/ 125327 h 141735"/>
              <a:gd name="connsiteX8" fmla="*/ 95798 w 275652"/>
              <a:gd name="connsiteY8" fmla="*/ 73285 h 141735"/>
              <a:gd name="connsiteX9" fmla="*/ 95798 w 275652"/>
              <a:gd name="connsiteY9" fmla="*/ 73285 h 141735"/>
              <a:gd name="connsiteX10" fmla="*/ 67367 w 275652"/>
              <a:gd name="connsiteY10" fmla="*/ 73285 h 141735"/>
              <a:gd name="connsiteX11" fmla="*/ 58540 w 275652"/>
              <a:gd name="connsiteY11" fmla="*/ 105615 h 141735"/>
              <a:gd name="connsiteX12" fmla="*/ 51284 w 275652"/>
              <a:gd name="connsiteY12" fmla="*/ 105615 h 141735"/>
              <a:gd name="connsiteX13" fmla="*/ 60111 w 275652"/>
              <a:gd name="connsiteY13" fmla="*/ 73285 h 141735"/>
              <a:gd name="connsiteX14" fmla="*/ 39749 w 275652"/>
              <a:gd name="connsiteY14" fmla="*/ 73285 h 141735"/>
              <a:gd name="connsiteX15" fmla="*/ 25506 w 275652"/>
              <a:gd name="connsiteY15" fmla="*/ 125327 h 141735"/>
              <a:gd name="connsiteX16" fmla="*/ 45868 w 275652"/>
              <a:gd name="connsiteY16" fmla="*/ 125327 h 141735"/>
              <a:gd name="connsiteX17" fmla="*/ 49822 w 275652"/>
              <a:gd name="connsiteY17" fmla="*/ 110868 h 141735"/>
              <a:gd name="connsiteX18" fmla="*/ 57078 w 275652"/>
              <a:gd name="connsiteY18" fmla="*/ 110868 h 141735"/>
              <a:gd name="connsiteX19" fmla="*/ 53125 w 275652"/>
              <a:gd name="connsiteY19" fmla="*/ 125327 h 141735"/>
              <a:gd name="connsiteX20" fmla="*/ 73487 w 275652"/>
              <a:gd name="connsiteY20" fmla="*/ 125327 h 141735"/>
              <a:gd name="connsiteX21" fmla="*/ 87729 w 275652"/>
              <a:gd name="connsiteY21" fmla="*/ 73285 h 141735"/>
              <a:gd name="connsiteX22" fmla="*/ 67367 w 275652"/>
              <a:gd name="connsiteY22" fmla="*/ 73285 h 141735"/>
              <a:gd name="connsiteX23" fmla="*/ 67367 w 275652"/>
              <a:gd name="connsiteY23" fmla="*/ 73285 h 141735"/>
              <a:gd name="connsiteX24" fmla="*/ 24802 w 275652"/>
              <a:gd name="connsiteY24" fmla="*/ 130255 h 141735"/>
              <a:gd name="connsiteX25" fmla="*/ 0 w 275652"/>
              <a:gd name="connsiteY25" fmla="*/ 140869 h 141735"/>
              <a:gd name="connsiteX26" fmla="*/ 170530 w 275652"/>
              <a:gd name="connsiteY26" fmla="*/ 141194 h 141735"/>
              <a:gd name="connsiteX27" fmla="*/ 191488 w 275652"/>
              <a:gd name="connsiteY27" fmla="*/ 109839 h 141735"/>
              <a:gd name="connsiteX28" fmla="*/ 161649 w 275652"/>
              <a:gd name="connsiteY28" fmla="*/ 74477 h 141735"/>
              <a:gd name="connsiteX29" fmla="*/ 106250 w 275652"/>
              <a:gd name="connsiteY29" fmla="*/ 33428 h 141735"/>
              <a:gd name="connsiteX30" fmla="*/ 110853 w 275652"/>
              <a:gd name="connsiteY30" fmla="*/ 19510 h 141735"/>
              <a:gd name="connsiteX31" fmla="*/ 246508 w 275652"/>
              <a:gd name="connsiteY31" fmla="*/ 51353 h 141735"/>
              <a:gd name="connsiteX32" fmla="*/ 248024 w 275652"/>
              <a:gd name="connsiteY32" fmla="*/ 57310 h 141735"/>
              <a:gd name="connsiteX33" fmla="*/ 206813 w 275652"/>
              <a:gd name="connsiteY33" fmla="*/ 57581 h 141735"/>
              <a:gd name="connsiteX34" fmla="*/ 184394 w 275652"/>
              <a:gd name="connsiteY34" fmla="*/ 72202 h 141735"/>
              <a:gd name="connsiteX35" fmla="*/ 207409 w 275652"/>
              <a:gd name="connsiteY35" fmla="*/ 72581 h 141735"/>
              <a:gd name="connsiteX36" fmla="*/ 186127 w 275652"/>
              <a:gd name="connsiteY36" fmla="*/ 141736 h 141735"/>
              <a:gd name="connsiteX37" fmla="*/ 212120 w 275652"/>
              <a:gd name="connsiteY37" fmla="*/ 141736 h 141735"/>
              <a:gd name="connsiteX38" fmla="*/ 233295 w 275652"/>
              <a:gd name="connsiteY38" fmla="*/ 73014 h 141735"/>
              <a:gd name="connsiteX39" fmla="*/ 246616 w 275652"/>
              <a:gd name="connsiteY39" fmla="*/ 73177 h 141735"/>
              <a:gd name="connsiteX40" fmla="*/ 275101 w 275652"/>
              <a:gd name="connsiteY40" fmla="*/ 37002 h 141735"/>
              <a:gd name="connsiteX41" fmla="*/ 268115 w 275652"/>
              <a:gd name="connsiteY41" fmla="*/ 17398 h 141735"/>
              <a:gd name="connsiteX42" fmla="*/ 120059 w 275652"/>
              <a:gd name="connsiteY42" fmla="*/ 8084 h 141735"/>
              <a:gd name="connsiteX43" fmla="*/ 102134 w 275652"/>
              <a:gd name="connsiteY43" fmla="*/ 18752 h 141735"/>
              <a:gd name="connsiteX44" fmla="*/ 82801 w 275652"/>
              <a:gd name="connsiteY44" fmla="*/ 42688 h 141735"/>
              <a:gd name="connsiteX45" fmla="*/ 145620 w 275652"/>
              <a:gd name="connsiteY45" fmla="*/ 70415 h 141735"/>
              <a:gd name="connsiteX46" fmla="*/ 148815 w 275652"/>
              <a:gd name="connsiteY46" fmla="*/ 116121 h 141735"/>
              <a:gd name="connsiteX47" fmla="*/ 24802 w 275652"/>
              <a:gd name="connsiteY47" fmla="*/ 130255 h 14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75652" h="141735">
                <a:moveTo>
                  <a:pt x="95798" y="73285"/>
                </a:moveTo>
                <a:lnTo>
                  <a:pt x="116160" y="73285"/>
                </a:lnTo>
                <a:lnTo>
                  <a:pt x="103380" y="120074"/>
                </a:lnTo>
                <a:lnTo>
                  <a:pt x="111394" y="120074"/>
                </a:lnTo>
                <a:lnTo>
                  <a:pt x="124175" y="73285"/>
                </a:lnTo>
                <a:lnTo>
                  <a:pt x="144537" y="73285"/>
                </a:lnTo>
                <a:lnTo>
                  <a:pt x="130294" y="125327"/>
                </a:lnTo>
                <a:cubicBezTo>
                  <a:pt x="114048" y="125327"/>
                  <a:pt x="97802" y="125327"/>
                  <a:pt x="81501" y="125327"/>
                </a:cubicBezTo>
                <a:lnTo>
                  <a:pt x="95798" y="73285"/>
                </a:lnTo>
                <a:lnTo>
                  <a:pt x="95798" y="73285"/>
                </a:lnTo>
                <a:close/>
                <a:moveTo>
                  <a:pt x="67367" y="73285"/>
                </a:moveTo>
                <a:lnTo>
                  <a:pt x="58540" y="105615"/>
                </a:lnTo>
                <a:lnTo>
                  <a:pt x="51284" y="105615"/>
                </a:lnTo>
                <a:lnTo>
                  <a:pt x="60111" y="73285"/>
                </a:lnTo>
                <a:lnTo>
                  <a:pt x="39749" y="73285"/>
                </a:lnTo>
                <a:lnTo>
                  <a:pt x="25506" y="125327"/>
                </a:lnTo>
                <a:lnTo>
                  <a:pt x="45868" y="125327"/>
                </a:lnTo>
                <a:lnTo>
                  <a:pt x="49822" y="110868"/>
                </a:lnTo>
                <a:lnTo>
                  <a:pt x="57078" y="110868"/>
                </a:lnTo>
                <a:lnTo>
                  <a:pt x="53125" y="125327"/>
                </a:lnTo>
                <a:lnTo>
                  <a:pt x="73487" y="125327"/>
                </a:lnTo>
                <a:lnTo>
                  <a:pt x="87729" y="73285"/>
                </a:lnTo>
                <a:lnTo>
                  <a:pt x="67367" y="73285"/>
                </a:lnTo>
                <a:lnTo>
                  <a:pt x="67367" y="73285"/>
                </a:lnTo>
                <a:close/>
                <a:moveTo>
                  <a:pt x="24802" y="130255"/>
                </a:moveTo>
                <a:cubicBezTo>
                  <a:pt x="19441" y="130255"/>
                  <a:pt x="0" y="140869"/>
                  <a:pt x="0" y="140869"/>
                </a:cubicBezTo>
                <a:cubicBezTo>
                  <a:pt x="0" y="140869"/>
                  <a:pt x="160133" y="141302"/>
                  <a:pt x="170530" y="141194"/>
                </a:cubicBezTo>
                <a:cubicBezTo>
                  <a:pt x="180657" y="137674"/>
                  <a:pt x="188888" y="120995"/>
                  <a:pt x="191488" y="109839"/>
                </a:cubicBezTo>
                <a:cubicBezTo>
                  <a:pt x="194087" y="95597"/>
                  <a:pt x="169122" y="83520"/>
                  <a:pt x="161649" y="74477"/>
                </a:cubicBezTo>
                <a:cubicBezTo>
                  <a:pt x="151414" y="62075"/>
                  <a:pt x="124445" y="46642"/>
                  <a:pt x="106250" y="33428"/>
                </a:cubicBezTo>
                <a:cubicBezTo>
                  <a:pt x="97369" y="26334"/>
                  <a:pt x="102134" y="20756"/>
                  <a:pt x="110853" y="19510"/>
                </a:cubicBezTo>
                <a:cubicBezTo>
                  <a:pt x="145024" y="20594"/>
                  <a:pt x="209629" y="33320"/>
                  <a:pt x="246508" y="51353"/>
                </a:cubicBezTo>
                <a:cubicBezTo>
                  <a:pt x="253386" y="54710"/>
                  <a:pt x="251382" y="56552"/>
                  <a:pt x="248024" y="57310"/>
                </a:cubicBezTo>
                <a:cubicBezTo>
                  <a:pt x="244667" y="58068"/>
                  <a:pt x="220081" y="58068"/>
                  <a:pt x="206813" y="57581"/>
                </a:cubicBezTo>
                <a:cubicBezTo>
                  <a:pt x="193546" y="57147"/>
                  <a:pt x="184394" y="72202"/>
                  <a:pt x="184394" y="72202"/>
                </a:cubicBezTo>
                <a:cubicBezTo>
                  <a:pt x="184394" y="72202"/>
                  <a:pt x="194954" y="72365"/>
                  <a:pt x="207409" y="72581"/>
                </a:cubicBezTo>
                <a:lnTo>
                  <a:pt x="186127" y="141736"/>
                </a:lnTo>
                <a:lnTo>
                  <a:pt x="212120" y="141736"/>
                </a:lnTo>
                <a:lnTo>
                  <a:pt x="233295" y="73014"/>
                </a:lnTo>
                <a:cubicBezTo>
                  <a:pt x="240010" y="73123"/>
                  <a:pt x="245154" y="73177"/>
                  <a:pt x="246616" y="73177"/>
                </a:cubicBezTo>
                <a:cubicBezTo>
                  <a:pt x="260101" y="61696"/>
                  <a:pt x="272339" y="48158"/>
                  <a:pt x="275101" y="37002"/>
                </a:cubicBezTo>
                <a:cubicBezTo>
                  <a:pt x="277430" y="27742"/>
                  <a:pt x="271852" y="19890"/>
                  <a:pt x="268115" y="17398"/>
                </a:cubicBezTo>
                <a:cubicBezTo>
                  <a:pt x="216669" y="-6754"/>
                  <a:pt x="149627" y="-1610"/>
                  <a:pt x="120059" y="8084"/>
                </a:cubicBezTo>
                <a:cubicBezTo>
                  <a:pt x="108578" y="11821"/>
                  <a:pt x="103271" y="17344"/>
                  <a:pt x="102134" y="18752"/>
                </a:cubicBezTo>
                <a:cubicBezTo>
                  <a:pt x="73378" y="17886"/>
                  <a:pt x="68884" y="33861"/>
                  <a:pt x="82801" y="42688"/>
                </a:cubicBezTo>
                <a:cubicBezTo>
                  <a:pt x="97369" y="51949"/>
                  <a:pt x="131431" y="63537"/>
                  <a:pt x="145620" y="70415"/>
                </a:cubicBezTo>
                <a:cubicBezTo>
                  <a:pt x="170747" y="84603"/>
                  <a:pt x="160728" y="102853"/>
                  <a:pt x="148815" y="116121"/>
                </a:cubicBezTo>
                <a:cubicBezTo>
                  <a:pt x="125853" y="143956"/>
                  <a:pt x="24802" y="130255"/>
                  <a:pt x="24802" y="130255"/>
                </a:cubicBezTo>
                <a:close/>
              </a:path>
            </a:pathLst>
          </a:custGeom>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n w="5398" cap="flat">
            <a:noFill/>
            <a:prstDash val="solid"/>
            <a:miter/>
          </a:ln>
        </p:spPr>
        <p:txBody>
          <a:bodyPr rtlCol="0" anchor="ctr"/>
          <a:lstStyle/>
          <a:p>
            <a:endParaRPr lang="zh-CN" altLang="en-US"/>
          </a:p>
        </p:txBody>
      </p:sp>
      <p:pic>
        <p:nvPicPr>
          <p:cNvPr id="7" name="图片 6" descr="建筑的摆设布局&#10;&#10;描述已自动生成">
            <a:extLst>
              <a:ext uri="{FF2B5EF4-FFF2-40B4-BE49-F238E27FC236}">
                <a16:creationId xmlns:a16="http://schemas.microsoft.com/office/drawing/2014/main" id="{3B0DE106-49D5-40DC-A127-F11CBB1EA835}"/>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19443"/>
          <a:stretch/>
        </p:blipFill>
        <p:spPr>
          <a:xfrm>
            <a:off x="0" y="3705866"/>
            <a:ext cx="12192000" cy="3152131"/>
          </a:xfrm>
          <a:prstGeom prst="rect">
            <a:avLst/>
          </a:prstGeom>
        </p:spPr>
      </p:pic>
      <p:pic>
        <p:nvPicPr>
          <p:cNvPr id="8" name="Picture 18_1" descr="建筑的摆设布局&#10;&#10;描述已自动生成">
            <a:extLst>
              <a:ext uri="{FF2B5EF4-FFF2-40B4-BE49-F238E27FC236}">
                <a16:creationId xmlns:a16="http://schemas.microsoft.com/office/drawing/2014/main" id="{8090DD69-BA70-4D36-9D99-CEF24E5B339A}"/>
              </a:ext>
            </a:extLst>
          </p:cNvPr>
          <p:cNvPicPr>
            <a:picLocks noChangeAspect="1"/>
          </p:cNvPicPr>
          <p:nvPr userDrawn="1"/>
        </p:nvPicPr>
        <p:blipFill rotWithShape="1">
          <a:blip r:embed="rId2">
            <a:duotone>
              <a:schemeClr val="accent5">
                <a:shade val="45000"/>
                <a:satMod val="135000"/>
              </a:schemeClr>
              <a:prstClr val="white"/>
            </a:duotone>
            <a:alphaModFix amt="69000"/>
            <a:extLst>
              <a:ext uri="{28A0092B-C50C-407E-A947-70E740481C1C}">
                <a14:useLocalDpi xmlns:a14="http://schemas.microsoft.com/office/drawing/2010/main"/>
              </a:ext>
            </a:extLst>
          </a:blip>
          <a:srcRect t="-19443"/>
          <a:stretch/>
        </p:blipFill>
        <p:spPr>
          <a:xfrm>
            <a:off x="0" y="3705866"/>
            <a:ext cx="12192000" cy="3152134"/>
          </a:xfrm>
          <a:prstGeom prst="rect">
            <a:avLst/>
          </a:prstGeom>
        </p:spPr>
      </p:pic>
      <p:sp>
        <p:nvSpPr>
          <p:cNvPr id="9801" name="副标题 9800"/>
          <p:cNvSpPr>
            <a:spLocks noGrp="1"/>
          </p:cNvSpPr>
          <p:nvPr userDrawn="1">
            <p:ph type="subTitle" idx="1" hasCustomPrompt="1"/>
          </p:nvPr>
        </p:nvSpPr>
        <p:spPr>
          <a:xfrm>
            <a:off x="673099" y="3111215"/>
            <a:ext cx="10845800" cy="369332"/>
          </a:xfrm>
          <a:noFill/>
        </p:spPr>
        <p:txBody>
          <a:bodyPr wrap="square">
            <a:spAutoFit/>
          </a:bodyPr>
          <a:lstStyle>
            <a:lvl1pPr marL="0" indent="0" algn="ctr">
              <a:buFont typeface="Arial" panose="020B0604020202020204" pitchFamily="34" charset="0"/>
              <a:buNone/>
              <a:defRPr lang="en-US" sz="2000" spc="600" dirty="0">
                <a:solidFill>
                  <a:schemeClr val="tx2">
                    <a:lumMod val="40000"/>
                    <a:lumOff val="60000"/>
                  </a:schemeClr>
                </a:solidFill>
              </a:defRPr>
            </a:lvl1pPr>
          </a:lstStyle>
          <a:p>
            <a:pPr marL="0" lvl="0" algn="ctr" defTabSz="914400"/>
            <a:r>
              <a:rPr lang="en-US" dirty="0"/>
              <a:t>Click to edit Master subtitle style</a:t>
            </a:r>
          </a:p>
        </p:txBody>
      </p:sp>
      <p:sp>
        <p:nvSpPr>
          <p:cNvPr id="9802" name="标题 9801"/>
          <p:cNvSpPr>
            <a:spLocks noGrp="1"/>
          </p:cNvSpPr>
          <p:nvPr userDrawn="1">
            <p:ph type="ctrTitle" hasCustomPrompt="1"/>
          </p:nvPr>
        </p:nvSpPr>
        <p:spPr>
          <a:xfrm>
            <a:off x="673099" y="1773937"/>
            <a:ext cx="10845800" cy="1251248"/>
          </a:xfrm>
        </p:spPr>
        <p:txBody>
          <a:bodyPr vert="horz" lIns="91440" tIns="45720" rIns="91440" bIns="45720" rtlCol="0" anchor="b">
            <a:normAutofit/>
          </a:bodyPr>
          <a:lstStyle>
            <a:lvl1pPr marL="857250" indent="-857250" algn="ctr">
              <a:buFont typeface="Arial" panose="020B0604020202020204" pitchFamily="34" charset="0"/>
              <a:buNone/>
              <a:defRPr lang="zh-CN" altLang="en-US" sz="6000" u="sng" dirty="0">
                <a:solidFill>
                  <a:schemeClr val="accent1"/>
                </a:solidFill>
                <a:effectLst/>
                <a:latin typeface="Calibri" panose="020F0502020204030204" pitchFamily="34" charset="0"/>
                <a:ea typeface="Microsoft YaHei" panose="020B0503020204020204" pitchFamily="34" charset="-122"/>
              </a:defRPr>
            </a:lvl1pPr>
          </a:lstStyle>
          <a:p>
            <a:pPr marL="0" lvl="0" indent="0" algn="ctr" fontAlgn="b">
              <a:buFont typeface="Arial" panose="020B0604020202020204" pitchFamily="34" charset="0"/>
            </a:pPr>
            <a:r>
              <a:rPr lang="en-US" dirty="0"/>
              <a:t>Click to edit Master title style</a:t>
            </a:r>
            <a:endParaRPr lang="zh-CN" altLang="en-US" dirty="0"/>
          </a:p>
        </p:txBody>
      </p:sp>
      <p:sp>
        <p:nvSpPr>
          <p:cNvPr id="12" name="文本占位符 11"/>
          <p:cNvSpPr>
            <a:spLocks noGrp="1"/>
          </p:cNvSpPr>
          <p:nvPr userDrawn="1">
            <p:ph type="body" sz="quarter" idx="10" hasCustomPrompt="1"/>
          </p:nvPr>
        </p:nvSpPr>
        <p:spPr>
          <a:xfrm>
            <a:off x="673099" y="4788492"/>
            <a:ext cx="10845800" cy="296271"/>
          </a:xfrm>
        </p:spPr>
        <p:txBody>
          <a:bodyPr vert="horz" anchor="ctr">
            <a:noAutofit/>
          </a:bodyPr>
          <a:lstStyle>
            <a:lvl1pPr marL="0" indent="0" algn="r">
              <a:buFont typeface="Arial" panose="020B0604020202020204" pitchFamily="34" charset="0"/>
              <a:buNone/>
              <a:defRPr sz="1400" b="0">
                <a:solidFill>
                  <a:schemeClr val="accent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文本占位符 12"/>
          <p:cNvSpPr>
            <a:spLocks noGrp="1"/>
          </p:cNvSpPr>
          <p:nvPr userDrawn="1">
            <p:ph type="body" sz="quarter" idx="11" hasCustomPrompt="1"/>
          </p:nvPr>
        </p:nvSpPr>
        <p:spPr>
          <a:xfrm>
            <a:off x="673099" y="5084763"/>
            <a:ext cx="10845800" cy="296271"/>
          </a:xfrm>
        </p:spPr>
        <p:txBody>
          <a:bodyPr vert="horz" anchor="ctr">
            <a:noAutofit/>
          </a:bodyPr>
          <a:lstStyle>
            <a:lvl1pPr marL="0" indent="0" algn="r">
              <a:buFont typeface="Arial" panose="020B0604020202020204" pitchFamily="34" charset="0"/>
              <a:buNone/>
              <a:defRPr sz="1400" b="0">
                <a:solidFill>
                  <a:schemeClr val="accent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pic>
        <p:nvPicPr>
          <p:cNvPr id="9" name="图形 8">
            <a:extLst>
              <a:ext uri="{FF2B5EF4-FFF2-40B4-BE49-F238E27FC236}">
                <a16:creationId xmlns:a16="http://schemas.microsoft.com/office/drawing/2014/main" id="{09227143-1E9E-425A-A23B-0AEB11F481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777355" y="793283"/>
            <a:ext cx="2637290" cy="525292"/>
          </a:xfrm>
          <a:prstGeom prst="rect">
            <a:avLst/>
          </a:prstGeom>
        </p:spPr>
      </p:pic>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20" name="标题 19"/>
          <p:cNvSpPr>
            <a:spLocks noGrp="1"/>
          </p:cNvSpPr>
          <p:nvPr userDrawn="1">
            <p:ph type="title"/>
          </p:nvPr>
        </p:nvSpPr>
        <p:spPr>
          <a:xfrm>
            <a:off x="5770213" y="3891644"/>
            <a:ext cx="5419185" cy="895350"/>
          </a:xfrm>
        </p:spPr>
        <p:txBody>
          <a:bodyPr anchor="b">
            <a:normAutofit/>
          </a:bodyPr>
          <a:lstStyle>
            <a:lvl1pPr algn="l">
              <a:defRPr sz="2400" b="1">
                <a:solidFill>
                  <a:schemeClr val="tx1"/>
                </a:solidFill>
              </a:defRPr>
            </a:lvl1pPr>
          </a:lstStyle>
          <a:p>
            <a:r>
              <a:rPr lang="en-US" dirty="0"/>
              <a:t>Click to edit Master title style</a:t>
            </a:r>
            <a:endParaRPr lang="zh-CN" altLang="en-US" dirty="0"/>
          </a:p>
        </p:txBody>
      </p:sp>
      <p:sp>
        <p:nvSpPr>
          <p:cNvPr id="21" name="文本占位符 20"/>
          <p:cNvSpPr>
            <a:spLocks noGrp="1"/>
          </p:cNvSpPr>
          <p:nvPr userDrawn="1">
            <p:ph type="body" idx="1"/>
          </p:nvPr>
        </p:nvSpPr>
        <p:spPr>
          <a:xfrm>
            <a:off x="5771329" y="4786994"/>
            <a:ext cx="5419185" cy="1015623"/>
          </a:xfrm>
        </p:spPr>
        <p:txBody>
          <a:bodyPr anchor="t">
            <a:normAutofit/>
          </a:bodyPr>
          <a:lstStyle>
            <a:lvl1pPr marL="0" indent="0" algn="l">
              <a:lnSpc>
                <a:spcPct val="150000"/>
              </a:lnSpc>
              <a:spcBef>
                <a:spcPts val="0"/>
              </a:spcBef>
              <a:buNone/>
              <a:defRPr sz="1100">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pic>
        <p:nvPicPr>
          <p:cNvPr id="4" name="Picture 18_1" descr="建筑的摆设布局&#10;&#10;描述已自动生成">
            <a:extLst>
              <a:ext uri="{FF2B5EF4-FFF2-40B4-BE49-F238E27FC236}">
                <a16:creationId xmlns:a16="http://schemas.microsoft.com/office/drawing/2014/main" id="{13AE0335-D9D8-48F5-9DDA-99D77AB368BC}"/>
              </a:ext>
            </a:extLst>
          </p:cNvPr>
          <p:cNvPicPr>
            <a:picLocks noChangeAspect="1"/>
          </p:cNvPicPr>
          <p:nvPr userDrawn="1"/>
        </p:nvPicPr>
        <p:blipFill rotWithShape="1">
          <a:blip r:embed="rId2">
            <a:alphaModFix amt="69000"/>
            <a:duotone>
              <a:schemeClr val="accent1">
                <a:shade val="45000"/>
                <a:satMod val="135000"/>
              </a:schemeClr>
              <a:prstClr val="white"/>
            </a:duotone>
            <a:extLst>
              <a:ext uri="{28A0092B-C50C-407E-A947-70E740481C1C}">
                <a14:useLocalDpi xmlns:a14="http://schemas.microsoft.com/office/drawing/2010/main"/>
              </a:ext>
            </a:extLst>
          </a:blip>
          <a:srcRect t="-19443"/>
          <a:stretch/>
        </p:blipFill>
        <p:spPr>
          <a:xfrm>
            <a:off x="0" y="-276113"/>
            <a:ext cx="12192000" cy="3152134"/>
          </a:xfrm>
          <a:prstGeom prst="rect">
            <a:avLst/>
          </a:prstGeom>
        </p:spPr>
      </p:pic>
      <p:pic>
        <p:nvPicPr>
          <p:cNvPr id="3" name="图形 2">
            <a:extLst>
              <a:ext uri="{FF2B5EF4-FFF2-40B4-BE49-F238E27FC236}">
                <a16:creationId xmlns:a16="http://schemas.microsoft.com/office/drawing/2014/main" id="{7CAB11BE-F6D9-4EBA-9FBC-67140521B79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71729" y="5682344"/>
            <a:ext cx="2320690" cy="462232"/>
          </a:xfrm>
          <a:prstGeom prst="rect">
            <a:avLst/>
          </a:prstGeom>
        </p:spPr>
      </p:pic>
      <p:sp>
        <p:nvSpPr>
          <p:cNvPr id="6" name="î$ľîďê">
            <a:extLst>
              <a:ext uri="{FF2B5EF4-FFF2-40B4-BE49-F238E27FC236}">
                <a16:creationId xmlns:a16="http://schemas.microsoft.com/office/drawing/2014/main" id="{F6FD8F89-04ED-4165-9B82-132E4BA1B32F}"/>
              </a:ext>
            </a:extLst>
          </p:cNvPr>
          <p:cNvSpPr/>
          <p:nvPr userDrawn="1"/>
        </p:nvSpPr>
        <p:spPr>
          <a:xfrm>
            <a:off x="0" y="2853161"/>
            <a:ext cx="12192000"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îṥḻíďe">
            <a:extLst>
              <a:ext uri="{FF2B5EF4-FFF2-40B4-BE49-F238E27FC236}">
                <a16:creationId xmlns:a16="http://schemas.microsoft.com/office/drawing/2014/main" id="{2D5907BD-60E0-41B1-8C01-0FCC3047856D}"/>
              </a:ext>
            </a:extLst>
          </p:cNvPr>
          <p:cNvSpPr/>
          <p:nvPr userDrawn="1"/>
        </p:nvSpPr>
        <p:spPr>
          <a:xfrm>
            <a:off x="0" y="1653506"/>
            <a:ext cx="10121900" cy="5204493"/>
          </a:xfrm>
          <a:custGeom>
            <a:avLst/>
            <a:gdLst>
              <a:gd name="connsiteX0" fmla="*/ 95798 w 275652"/>
              <a:gd name="connsiteY0" fmla="*/ 73285 h 141735"/>
              <a:gd name="connsiteX1" fmla="*/ 116160 w 275652"/>
              <a:gd name="connsiteY1" fmla="*/ 73285 h 141735"/>
              <a:gd name="connsiteX2" fmla="*/ 103380 w 275652"/>
              <a:gd name="connsiteY2" fmla="*/ 120074 h 141735"/>
              <a:gd name="connsiteX3" fmla="*/ 111394 w 275652"/>
              <a:gd name="connsiteY3" fmla="*/ 120074 h 141735"/>
              <a:gd name="connsiteX4" fmla="*/ 124175 w 275652"/>
              <a:gd name="connsiteY4" fmla="*/ 73285 h 141735"/>
              <a:gd name="connsiteX5" fmla="*/ 144537 w 275652"/>
              <a:gd name="connsiteY5" fmla="*/ 73285 h 141735"/>
              <a:gd name="connsiteX6" fmla="*/ 130294 w 275652"/>
              <a:gd name="connsiteY6" fmla="*/ 125327 h 141735"/>
              <a:gd name="connsiteX7" fmla="*/ 81501 w 275652"/>
              <a:gd name="connsiteY7" fmla="*/ 125327 h 141735"/>
              <a:gd name="connsiteX8" fmla="*/ 95798 w 275652"/>
              <a:gd name="connsiteY8" fmla="*/ 73285 h 141735"/>
              <a:gd name="connsiteX9" fmla="*/ 95798 w 275652"/>
              <a:gd name="connsiteY9" fmla="*/ 73285 h 141735"/>
              <a:gd name="connsiteX10" fmla="*/ 67367 w 275652"/>
              <a:gd name="connsiteY10" fmla="*/ 73285 h 141735"/>
              <a:gd name="connsiteX11" fmla="*/ 58540 w 275652"/>
              <a:gd name="connsiteY11" fmla="*/ 105615 h 141735"/>
              <a:gd name="connsiteX12" fmla="*/ 51284 w 275652"/>
              <a:gd name="connsiteY12" fmla="*/ 105615 h 141735"/>
              <a:gd name="connsiteX13" fmla="*/ 60111 w 275652"/>
              <a:gd name="connsiteY13" fmla="*/ 73285 h 141735"/>
              <a:gd name="connsiteX14" fmla="*/ 39749 w 275652"/>
              <a:gd name="connsiteY14" fmla="*/ 73285 h 141735"/>
              <a:gd name="connsiteX15" fmla="*/ 25506 w 275652"/>
              <a:gd name="connsiteY15" fmla="*/ 125327 h 141735"/>
              <a:gd name="connsiteX16" fmla="*/ 45868 w 275652"/>
              <a:gd name="connsiteY16" fmla="*/ 125327 h 141735"/>
              <a:gd name="connsiteX17" fmla="*/ 49822 w 275652"/>
              <a:gd name="connsiteY17" fmla="*/ 110868 h 141735"/>
              <a:gd name="connsiteX18" fmla="*/ 57078 w 275652"/>
              <a:gd name="connsiteY18" fmla="*/ 110868 h 141735"/>
              <a:gd name="connsiteX19" fmla="*/ 53125 w 275652"/>
              <a:gd name="connsiteY19" fmla="*/ 125327 h 141735"/>
              <a:gd name="connsiteX20" fmla="*/ 73487 w 275652"/>
              <a:gd name="connsiteY20" fmla="*/ 125327 h 141735"/>
              <a:gd name="connsiteX21" fmla="*/ 87729 w 275652"/>
              <a:gd name="connsiteY21" fmla="*/ 73285 h 141735"/>
              <a:gd name="connsiteX22" fmla="*/ 67367 w 275652"/>
              <a:gd name="connsiteY22" fmla="*/ 73285 h 141735"/>
              <a:gd name="connsiteX23" fmla="*/ 67367 w 275652"/>
              <a:gd name="connsiteY23" fmla="*/ 73285 h 141735"/>
              <a:gd name="connsiteX24" fmla="*/ 24802 w 275652"/>
              <a:gd name="connsiteY24" fmla="*/ 130255 h 141735"/>
              <a:gd name="connsiteX25" fmla="*/ 0 w 275652"/>
              <a:gd name="connsiteY25" fmla="*/ 140869 h 141735"/>
              <a:gd name="connsiteX26" fmla="*/ 170530 w 275652"/>
              <a:gd name="connsiteY26" fmla="*/ 141194 h 141735"/>
              <a:gd name="connsiteX27" fmla="*/ 191488 w 275652"/>
              <a:gd name="connsiteY27" fmla="*/ 109839 h 141735"/>
              <a:gd name="connsiteX28" fmla="*/ 161649 w 275652"/>
              <a:gd name="connsiteY28" fmla="*/ 74477 h 141735"/>
              <a:gd name="connsiteX29" fmla="*/ 106250 w 275652"/>
              <a:gd name="connsiteY29" fmla="*/ 33428 h 141735"/>
              <a:gd name="connsiteX30" fmla="*/ 110853 w 275652"/>
              <a:gd name="connsiteY30" fmla="*/ 19510 h 141735"/>
              <a:gd name="connsiteX31" fmla="*/ 246508 w 275652"/>
              <a:gd name="connsiteY31" fmla="*/ 51353 h 141735"/>
              <a:gd name="connsiteX32" fmla="*/ 248024 w 275652"/>
              <a:gd name="connsiteY32" fmla="*/ 57310 h 141735"/>
              <a:gd name="connsiteX33" fmla="*/ 206813 w 275652"/>
              <a:gd name="connsiteY33" fmla="*/ 57581 h 141735"/>
              <a:gd name="connsiteX34" fmla="*/ 184394 w 275652"/>
              <a:gd name="connsiteY34" fmla="*/ 72202 h 141735"/>
              <a:gd name="connsiteX35" fmla="*/ 207409 w 275652"/>
              <a:gd name="connsiteY35" fmla="*/ 72581 h 141735"/>
              <a:gd name="connsiteX36" fmla="*/ 186127 w 275652"/>
              <a:gd name="connsiteY36" fmla="*/ 141736 h 141735"/>
              <a:gd name="connsiteX37" fmla="*/ 212120 w 275652"/>
              <a:gd name="connsiteY37" fmla="*/ 141736 h 141735"/>
              <a:gd name="connsiteX38" fmla="*/ 233295 w 275652"/>
              <a:gd name="connsiteY38" fmla="*/ 73014 h 141735"/>
              <a:gd name="connsiteX39" fmla="*/ 246616 w 275652"/>
              <a:gd name="connsiteY39" fmla="*/ 73177 h 141735"/>
              <a:gd name="connsiteX40" fmla="*/ 275101 w 275652"/>
              <a:gd name="connsiteY40" fmla="*/ 37002 h 141735"/>
              <a:gd name="connsiteX41" fmla="*/ 268115 w 275652"/>
              <a:gd name="connsiteY41" fmla="*/ 17398 h 141735"/>
              <a:gd name="connsiteX42" fmla="*/ 120059 w 275652"/>
              <a:gd name="connsiteY42" fmla="*/ 8084 h 141735"/>
              <a:gd name="connsiteX43" fmla="*/ 102134 w 275652"/>
              <a:gd name="connsiteY43" fmla="*/ 18752 h 141735"/>
              <a:gd name="connsiteX44" fmla="*/ 82801 w 275652"/>
              <a:gd name="connsiteY44" fmla="*/ 42688 h 141735"/>
              <a:gd name="connsiteX45" fmla="*/ 145620 w 275652"/>
              <a:gd name="connsiteY45" fmla="*/ 70415 h 141735"/>
              <a:gd name="connsiteX46" fmla="*/ 148815 w 275652"/>
              <a:gd name="connsiteY46" fmla="*/ 116121 h 141735"/>
              <a:gd name="connsiteX47" fmla="*/ 24802 w 275652"/>
              <a:gd name="connsiteY47" fmla="*/ 130255 h 14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75652" h="141735">
                <a:moveTo>
                  <a:pt x="95798" y="73285"/>
                </a:moveTo>
                <a:lnTo>
                  <a:pt x="116160" y="73285"/>
                </a:lnTo>
                <a:lnTo>
                  <a:pt x="103380" y="120074"/>
                </a:lnTo>
                <a:lnTo>
                  <a:pt x="111394" y="120074"/>
                </a:lnTo>
                <a:lnTo>
                  <a:pt x="124175" y="73285"/>
                </a:lnTo>
                <a:lnTo>
                  <a:pt x="144537" y="73285"/>
                </a:lnTo>
                <a:lnTo>
                  <a:pt x="130294" y="125327"/>
                </a:lnTo>
                <a:cubicBezTo>
                  <a:pt x="114048" y="125327"/>
                  <a:pt x="97802" y="125327"/>
                  <a:pt x="81501" y="125327"/>
                </a:cubicBezTo>
                <a:lnTo>
                  <a:pt x="95798" y="73285"/>
                </a:lnTo>
                <a:lnTo>
                  <a:pt x="95798" y="73285"/>
                </a:lnTo>
                <a:close/>
                <a:moveTo>
                  <a:pt x="67367" y="73285"/>
                </a:moveTo>
                <a:lnTo>
                  <a:pt x="58540" y="105615"/>
                </a:lnTo>
                <a:lnTo>
                  <a:pt x="51284" y="105615"/>
                </a:lnTo>
                <a:lnTo>
                  <a:pt x="60111" y="73285"/>
                </a:lnTo>
                <a:lnTo>
                  <a:pt x="39749" y="73285"/>
                </a:lnTo>
                <a:lnTo>
                  <a:pt x="25506" y="125327"/>
                </a:lnTo>
                <a:lnTo>
                  <a:pt x="45868" y="125327"/>
                </a:lnTo>
                <a:lnTo>
                  <a:pt x="49822" y="110868"/>
                </a:lnTo>
                <a:lnTo>
                  <a:pt x="57078" y="110868"/>
                </a:lnTo>
                <a:lnTo>
                  <a:pt x="53125" y="125327"/>
                </a:lnTo>
                <a:lnTo>
                  <a:pt x="73487" y="125327"/>
                </a:lnTo>
                <a:lnTo>
                  <a:pt x="87729" y="73285"/>
                </a:lnTo>
                <a:lnTo>
                  <a:pt x="67367" y="73285"/>
                </a:lnTo>
                <a:lnTo>
                  <a:pt x="67367" y="73285"/>
                </a:lnTo>
                <a:close/>
                <a:moveTo>
                  <a:pt x="24802" y="130255"/>
                </a:moveTo>
                <a:cubicBezTo>
                  <a:pt x="19441" y="130255"/>
                  <a:pt x="0" y="140869"/>
                  <a:pt x="0" y="140869"/>
                </a:cubicBezTo>
                <a:cubicBezTo>
                  <a:pt x="0" y="140869"/>
                  <a:pt x="160133" y="141302"/>
                  <a:pt x="170530" y="141194"/>
                </a:cubicBezTo>
                <a:cubicBezTo>
                  <a:pt x="180657" y="137674"/>
                  <a:pt x="188888" y="120995"/>
                  <a:pt x="191488" y="109839"/>
                </a:cubicBezTo>
                <a:cubicBezTo>
                  <a:pt x="194087" y="95597"/>
                  <a:pt x="169122" y="83520"/>
                  <a:pt x="161649" y="74477"/>
                </a:cubicBezTo>
                <a:cubicBezTo>
                  <a:pt x="151414" y="62075"/>
                  <a:pt x="124445" y="46642"/>
                  <a:pt x="106250" y="33428"/>
                </a:cubicBezTo>
                <a:cubicBezTo>
                  <a:pt x="97369" y="26334"/>
                  <a:pt x="102134" y="20756"/>
                  <a:pt x="110853" y="19510"/>
                </a:cubicBezTo>
                <a:cubicBezTo>
                  <a:pt x="145024" y="20594"/>
                  <a:pt x="209629" y="33320"/>
                  <a:pt x="246508" y="51353"/>
                </a:cubicBezTo>
                <a:cubicBezTo>
                  <a:pt x="253386" y="54710"/>
                  <a:pt x="251382" y="56552"/>
                  <a:pt x="248024" y="57310"/>
                </a:cubicBezTo>
                <a:cubicBezTo>
                  <a:pt x="244667" y="58068"/>
                  <a:pt x="220081" y="58068"/>
                  <a:pt x="206813" y="57581"/>
                </a:cubicBezTo>
                <a:cubicBezTo>
                  <a:pt x="193546" y="57147"/>
                  <a:pt x="184394" y="72202"/>
                  <a:pt x="184394" y="72202"/>
                </a:cubicBezTo>
                <a:cubicBezTo>
                  <a:pt x="184394" y="72202"/>
                  <a:pt x="194954" y="72365"/>
                  <a:pt x="207409" y="72581"/>
                </a:cubicBezTo>
                <a:lnTo>
                  <a:pt x="186127" y="141736"/>
                </a:lnTo>
                <a:lnTo>
                  <a:pt x="212120" y="141736"/>
                </a:lnTo>
                <a:lnTo>
                  <a:pt x="233295" y="73014"/>
                </a:lnTo>
                <a:cubicBezTo>
                  <a:pt x="240010" y="73123"/>
                  <a:pt x="245154" y="73177"/>
                  <a:pt x="246616" y="73177"/>
                </a:cubicBezTo>
                <a:cubicBezTo>
                  <a:pt x="260101" y="61696"/>
                  <a:pt x="272339" y="48158"/>
                  <a:pt x="275101" y="37002"/>
                </a:cubicBezTo>
                <a:cubicBezTo>
                  <a:pt x="277430" y="27742"/>
                  <a:pt x="271852" y="19890"/>
                  <a:pt x="268115" y="17398"/>
                </a:cubicBezTo>
                <a:cubicBezTo>
                  <a:pt x="216669" y="-6754"/>
                  <a:pt x="149627" y="-1610"/>
                  <a:pt x="120059" y="8084"/>
                </a:cubicBezTo>
                <a:cubicBezTo>
                  <a:pt x="108578" y="11821"/>
                  <a:pt x="103271" y="17344"/>
                  <a:pt x="102134" y="18752"/>
                </a:cubicBezTo>
                <a:cubicBezTo>
                  <a:pt x="73378" y="17886"/>
                  <a:pt x="68884" y="33861"/>
                  <a:pt x="82801" y="42688"/>
                </a:cubicBezTo>
                <a:cubicBezTo>
                  <a:pt x="97369" y="51949"/>
                  <a:pt x="131431" y="63537"/>
                  <a:pt x="145620" y="70415"/>
                </a:cubicBezTo>
                <a:cubicBezTo>
                  <a:pt x="170747" y="84603"/>
                  <a:pt x="160728" y="102853"/>
                  <a:pt x="148815" y="116121"/>
                </a:cubicBezTo>
                <a:cubicBezTo>
                  <a:pt x="125853" y="143956"/>
                  <a:pt x="24802" y="130255"/>
                  <a:pt x="24802" y="130255"/>
                </a:cubicBezTo>
                <a:close/>
              </a:path>
            </a:pathLst>
          </a:custGeom>
          <a:gradFill flip="none" rotWithShape="1">
            <a:gsLst>
              <a:gs pos="17000">
                <a:schemeClr val="accent1">
                  <a:lumMod val="5000"/>
                  <a:lumOff val="95000"/>
                  <a:alpha val="0"/>
                </a:schemeClr>
              </a:gs>
              <a:gs pos="100000">
                <a:schemeClr val="accent4">
                  <a:alpha val="75000"/>
                </a:schemeClr>
              </a:gs>
            </a:gsLst>
            <a:lin ang="5400000" scaled="1"/>
            <a:tileRect/>
          </a:gradFill>
          <a:ln w="5398" cap="flat">
            <a:noFill/>
            <a:prstDash val="solid"/>
            <a:miter/>
          </a:ln>
        </p:spPr>
        <p:txBody>
          <a:bodyPr rtlCol="0" anchor="ctr"/>
          <a:lstStyle/>
          <a:p>
            <a:endParaRPr lang="zh-CN" altLang="en-US"/>
          </a:p>
        </p:txBody>
      </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888B6D7-9D3F-49D7-BACE-73A9D1149A74}"/>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7AC997A4-1DD8-4731-B9FD-42398A20FF85}"/>
              </a:ext>
            </a:extLst>
          </p:cNvPr>
          <p:cNvSpPr>
            <a:spLocks noGrp="1"/>
          </p:cNvSpPr>
          <p:nvPr>
            <p:ph type="ftr" sz="quarter" idx="11"/>
          </p:nvPr>
        </p:nvSpPr>
        <p:spPr/>
        <p:txBody>
          <a:bodyPr/>
          <a:lstStyle/>
          <a:p>
            <a:r>
              <a:rPr lang="zh-CN" altLang="en-US"/>
              <a:t>“螺旋升天”组无人机</a:t>
            </a:r>
            <a:endParaRPr lang="zh-CN" altLang="en-US" dirty="0"/>
          </a:p>
        </p:txBody>
      </p:sp>
      <p:sp>
        <p:nvSpPr>
          <p:cNvPr id="5" name="灯片编号占位符 4">
            <a:extLst>
              <a:ext uri="{FF2B5EF4-FFF2-40B4-BE49-F238E27FC236}">
                <a16:creationId xmlns:a16="http://schemas.microsoft.com/office/drawing/2014/main" id="{DBA9825E-1876-42AD-ABCF-E0E100F351CA}"/>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标题 5">
            <a:extLst>
              <a:ext uri="{FF2B5EF4-FFF2-40B4-BE49-F238E27FC236}">
                <a16:creationId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367759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C7A1C-3684-4AAF-A408-C63B6CB64104}"/>
              </a:ext>
            </a:extLst>
          </p:cNvPr>
          <p:cNvSpPr>
            <a:spLocks noGrp="1"/>
          </p:cNvSpPr>
          <p:nvPr>
            <p:ph type="title" hasCustomPrompt="1"/>
          </p:nvPr>
        </p:nvSpPr>
        <p:spPr/>
        <p:txBody>
          <a:bodyPr/>
          <a:lstStyle>
            <a:lvl1pPr>
              <a:defRPr/>
            </a:lvl1pPr>
          </a:lstStyle>
          <a:p>
            <a:r>
              <a:rPr lang="en-US" altLang="zh-CN" dirty="0"/>
              <a:t>Click to edit Master title style</a:t>
            </a:r>
            <a:endParaRPr lang="en-US" dirty="0"/>
          </a:p>
        </p:txBody>
      </p:sp>
      <p:sp>
        <p:nvSpPr>
          <p:cNvPr id="3" name="日期占位符 2">
            <a:extLst>
              <a:ext uri="{FF2B5EF4-FFF2-40B4-BE49-F238E27FC236}">
                <a16:creationId xmlns:a16="http://schemas.microsoft.com/office/drawing/2014/main" id="{8986EA5F-D77D-4318-90E9-C04AA8ADC0D1}"/>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00832621-D9D9-445E-BFF9-F8348FA1E262}"/>
              </a:ext>
            </a:extLst>
          </p:cNvPr>
          <p:cNvSpPr>
            <a:spLocks noGrp="1"/>
          </p:cNvSpPr>
          <p:nvPr>
            <p:ph type="ftr" sz="quarter" idx="11"/>
          </p:nvPr>
        </p:nvSpPr>
        <p:spPr/>
        <p:txBody>
          <a:bodyPr/>
          <a:lstStyle/>
          <a:p>
            <a:r>
              <a:rPr lang="zh-CN" altLang="en-US"/>
              <a:t>“螺旋升天”组无人机</a:t>
            </a:r>
            <a:endParaRPr lang="zh-CN" altLang="en-US" dirty="0"/>
          </a:p>
        </p:txBody>
      </p:sp>
      <p:sp>
        <p:nvSpPr>
          <p:cNvPr id="5" name="灯片编号占位符 4">
            <a:extLst>
              <a:ext uri="{FF2B5EF4-FFF2-40B4-BE49-F238E27FC236}">
                <a16:creationId xmlns:a16="http://schemas.microsoft.com/office/drawing/2014/main" id="{8371151B-F790-4A9F-962F-B8718A9560A9}"/>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128417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2" name="í$ľíḓè">
            <a:extLst>
              <a:ext uri="{FF2B5EF4-FFF2-40B4-BE49-F238E27FC236}">
                <a16:creationId xmlns:a16="http://schemas.microsoft.com/office/drawing/2014/main" id="{1AB419AC-73DB-431C-BE92-CD899BC3FAD1}"/>
              </a:ext>
            </a:extLst>
          </p:cNvPr>
          <p:cNvSpPr/>
          <p:nvPr userDrawn="1"/>
        </p:nvSpPr>
        <p:spPr>
          <a:xfrm>
            <a:off x="1770697" y="793283"/>
            <a:ext cx="10276206" cy="5283834"/>
          </a:xfrm>
          <a:custGeom>
            <a:avLst/>
            <a:gdLst>
              <a:gd name="connsiteX0" fmla="*/ 95798 w 275652"/>
              <a:gd name="connsiteY0" fmla="*/ 73285 h 141735"/>
              <a:gd name="connsiteX1" fmla="*/ 116160 w 275652"/>
              <a:gd name="connsiteY1" fmla="*/ 73285 h 141735"/>
              <a:gd name="connsiteX2" fmla="*/ 103380 w 275652"/>
              <a:gd name="connsiteY2" fmla="*/ 120074 h 141735"/>
              <a:gd name="connsiteX3" fmla="*/ 111394 w 275652"/>
              <a:gd name="connsiteY3" fmla="*/ 120074 h 141735"/>
              <a:gd name="connsiteX4" fmla="*/ 124175 w 275652"/>
              <a:gd name="connsiteY4" fmla="*/ 73285 h 141735"/>
              <a:gd name="connsiteX5" fmla="*/ 144537 w 275652"/>
              <a:gd name="connsiteY5" fmla="*/ 73285 h 141735"/>
              <a:gd name="connsiteX6" fmla="*/ 130294 w 275652"/>
              <a:gd name="connsiteY6" fmla="*/ 125327 h 141735"/>
              <a:gd name="connsiteX7" fmla="*/ 81501 w 275652"/>
              <a:gd name="connsiteY7" fmla="*/ 125327 h 141735"/>
              <a:gd name="connsiteX8" fmla="*/ 95798 w 275652"/>
              <a:gd name="connsiteY8" fmla="*/ 73285 h 141735"/>
              <a:gd name="connsiteX9" fmla="*/ 95798 w 275652"/>
              <a:gd name="connsiteY9" fmla="*/ 73285 h 141735"/>
              <a:gd name="connsiteX10" fmla="*/ 67367 w 275652"/>
              <a:gd name="connsiteY10" fmla="*/ 73285 h 141735"/>
              <a:gd name="connsiteX11" fmla="*/ 58540 w 275652"/>
              <a:gd name="connsiteY11" fmla="*/ 105615 h 141735"/>
              <a:gd name="connsiteX12" fmla="*/ 51284 w 275652"/>
              <a:gd name="connsiteY12" fmla="*/ 105615 h 141735"/>
              <a:gd name="connsiteX13" fmla="*/ 60111 w 275652"/>
              <a:gd name="connsiteY13" fmla="*/ 73285 h 141735"/>
              <a:gd name="connsiteX14" fmla="*/ 39749 w 275652"/>
              <a:gd name="connsiteY14" fmla="*/ 73285 h 141735"/>
              <a:gd name="connsiteX15" fmla="*/ 25506 w 275652"/>
              <a:gd name="connsiteY15" fmla="*/ 125327 h 141735"/>
              <a:gd name="connsiteX16" fmla="*/ 45868 w 275652"/>
              <a:gd name="connsiteY16" fmla="*/ 125327 h 141735"/>
              <a:gd name="connsiteX17" fmla="*/ 49822 w 275652"/>
              <a:gd name="connsiteY17" fmla="*/ 110868 h 141735"/>
              <a:gd name="connsiteX18" fmla="*/ 57078 w 275652"/>
              <a:gd name="connsiteY18" fmla="*/ 110868 h 141735"/>
              <a:gd name="connsiteX19" fmla="*/ 53125 w 275652"/>
              <a:gd name="connsiteY19" fmla="*/ 125327 h 141735"/>
              <a:gd name="connsiteX20" fmla="*/ 73487 w 275652"/>
              <a:gd name="connsiteY20" fmla="*/ 125327 h 141735"/>
              <a:gd name="connsiteX21" fmla="*/ 87729 w 275652"/>
              <a:gd name="connsiteY21" fmla="*/ 73285 h 141735"/>
              <a:gd name="connsiteX22" fmla="*/ 67367 w 275652"/>
              <a:gd name="connsiteY22" fmla="*/ 73285 h 141735"/>
              <a:gd name="connsiteX23" fmla="*/ 67367 w 275652"/>
              <a:gd name="connsiteY23" fmla="*/ 73285 h 141735"/>
              <a:gd name="connsiteX24" fmla="*/ 24802 w 275652"/>
              <a:gd name="connsiteY24" fmla="*/ 130255 h 141735"/>
              <a:gd name="connsiteX25" fmla="*/ 0 w 275652"/>
              <a:gd name="connsiteY25" fmla="*/ 140869 h 141735"/>
              <a:gd name="connsiteX26" fmla="*/ 170530 w 275652"/>
              <a:gd name="connsiteY26" fmla="*/ 141194 h 141735"/>
              <a:gd name="connsiteX27" fmla="*/ 191488 w 275652"/>
              <a:gd name="connsiteY27" fmla="*/ 109839 h 141735"/>
              <a:gd name="connsiteX28" fmla="*/ 161649 w 275652"/>
              <a:gd name="connsiteY28" fmla="*/ 74477 h 141735"/>
              <a:gd name="connsiteX29" fmla="*/ 106250 w 275652"/>
              <a:gd name="connsiteY29" fmla="*/ 33428 h 141735"/>
              <a:gd name="connsiteX30" fmla="*/ 110853 w 275652"/>
              <a:gd name="connsiteY30" fmla="*/ 19510 h 141735"/>
              <a:gd name="connsiteX31" fmla="*/ 246508 w 275652"/>
              <a:gd name="connsiteY31" fmla="*/ 51353 h 141735"/>
              <a:gd name="connsiteX32" fmla="*/ 248024 w 275652"/>
              <a:gd name="connsiteY32" fmla="*/ 57310 h 141735"/>
              <a:gd name="connsiteX33" fmla="*/ 206813 w 275652"/>
              <a:gd name="connsiteY33" fmla="*/ 57581 h 141735"/>
              <a:gd name="connsiteX34" fmla="*/ 184394 w 275652"/>
              <a:gd name="connsiteY34" fmla="*/ 72202 h 141735"/>
              <a:gd name="connsiteX35" fmla="*/ 207409 w 275652"/>
              <a:gd name="connsiteY35" fmla="*/ 72581 h 141735"/>
              <a:gd name="connsiteX36" fmla="*/ 186127 w 275652"/>
              <a:gd name="connsiteY36" fmla="*/ 141736 h 141735"/>
              <a:gd name="connsiteX37" fmla="*/ 212120 w 275652"/>
              <a:gd name="connsiteY37" fmla="*/ 141736 h 141735"/>
              <a:gd name="connsiteX38" fmla="*/ 233295 w 275652"/>
              <a:gd name="connsiteY38" fmla="*/ 73014 h 141735"/>
              <a:gd name="connsiteX39" fmla="*/ 246616 w 275652"/>
              <a:gd name="connsiteY39" fmla="*/ 73177 h 141735"/>
              <a:gd name="connsiteX40" fmla="*/ 275101 w 275652"/>
              <a:gd name="connsiteY40" fmla="*/ 37002 h 141735"/>
              <a:gd name="connsiteX41" fmla="*/ 268115 w 275652"/>
              <a:gd name="connsiteY41" fmla="*/ 17398 h 141735"/>
              <a:gd name="connsiteX42" fmla="*/ 120059 w 275652"/>
              <a:gd name="connsiteY42" fmla="*/ 8084 h 141735"/>
              <a:gd name="connsiteX43" fmla="*/ 102134 w 275652"/>
              <a:gd name="connsiteY43" fmla="*/ 18752 h 141735"/>
              <a:gd name="connsiteX44" fmla="*/ 82801 w 275652"/>
              <a:gd name="connsiteY44" fmla="*/ 42688 h 141735"/>
              <a:gd name="connsiteX45" fmla="*/ 145620 w 275652"/>
              <a:gd name="connsiteY45" fmla="*/ 70415 h 141735"/>
              <a:gd name="connsiteX46" fmla="*/ 148815 w 275652"/>
              <a:gd name="connsiteY46" fmla="*/ 116121 h 141735"/>
              <a:gd name="connsiteX47" fmla="*/ 24802 w 275652"/>
              <a:gd name="connsiteY47" fmla="*/ 130255 h 14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75652" h="141735">
                <a:moveTo>
                  <a:pt x="95798" y="73285"/>
                </a:moveTo>
                <a:lnTo>
                  <a:pt x="116160" y="73285"/>
                </a:lnTo>
                <a:lnTo>
                  <a:pt x="103380" y="120074"/>
                </a:lnTo>
                <a:lnTo>
                  <a:pt x="111394" y="120074"/>
                </a:lnTo>
                <a:lnTo>
                  <a:pt x="124175" y="73285"/>
                </a:lnTo>
                <a:lnTo>
                  <a:pt x="144537" y="73285"/>
                </a:lnTo>
                <a:lnTo>
                  <a:pt x="130294" y="125327"/>
                </a:lnTo>
                <a:cubicBezTo>
                  <a:pt x="114048" y="125327"/>
                  <a:pt x="97802" y="125327"/>
                  <a:pt x="81501" y="125327"/>
                </a:cubicBezTo>
                <a:lnTo>
                  <a:pt x="95798" y="73285"/>
                </a:lnTo>
                <a:lnTo>
                  <a:pt x="95798" y="73285"/>
                </a:lnTo>
                <a:close/>
                <a:moveTo>
                  <a:pt x="67367" y="73285"/>
                </a:moveTo>
                <a:lnTo>
                  <a:pt x="58540" y="105615"/>
                </a:lnTo>
                <a:lnTo>
                  <a:pt x="51284" y="105615"/>
                </a:lnTo>
                <a:lnTo>
                  <a:pt x="60111" y="73285"/>
                </a:lnTo>
                <a:lnTo>
                  <a:pt x="39749" y="73285"/>
                </a:lnTo>
                <a:lnTo>
                  <a:pt x="25506" y="125327"/>
                </a:lnTo>
                <a:lnTo>
                  <a:pt x="45868" y="125327"/>
                </a:lnTo>
                <a:lnTo>
                  <a:pt x="49822" y="110868"/>
                </a:lnTo>
                <a:lnTo>
                  <a:pt x="57078" y="110868"/>
                </a:lnTo>
                <a:lnTo>
                  <a:pt x="53125" y="125327"/>
                </a:lnTo>
                <a:lnTo>
                  <a:pt x="73487" y="125327"/>
                </a:lnTo>
                <a:lnTo>
                  <a:pt x="87729" y="73285"/>
                </a:lnTo>
                <a:lnTo>
                  <a:pt x="67367" y="73285"/>
                </a:lnTo>
                <a:lnTo>
                  <a:pt x="67367" y="73285"/>
                </a:lnTo>
                <a:close/>
                <a:moveTo>
                  <a:pt x="24802" y="130255"/>
                </a:moveTo>
                <a:cubicBezTo>
                  <a:pt x="19441" y="130255"/>
                  <a:pt x="0" y="140869"/>
                  <a:pt x="0" y="140869"/>
                </a:cubicBezTo>
                <a:cubicBezTo>
                  <a:pt x="0" y="140869"/>
                  <a:pt x="160133" y="141302"/>
                  <a:pt x="170530" y="141194"/>
                </a:cubicBezTo>
                <a:cubicBezTo>
                  <a:pt x="180657" y="137674"/>
                  <a:pt x="188888" y="120995"/>
                  <a:pt x="191488" y="109839"/>
                </a:cubicBezTo>
                <a:cubicBezTo>
                  <a:pt x="194087" y="95597"/>
                  <a:pt x="169122" y="83520"/>
                  <a:pt x="161649" y="74477"/>
                </a:cubicBezTo>
                <a:cubicBezTo>
                  <a:pt x="151414" y="62075"/>
                  <a:pt x="124445" y="46642"/>
                  <a:pt x="106250" y="33428"/>
                </a:cubicBezTo>
                <a:cubicBezTo>
                  <a:pt x="97369" y="26334"/>
                  <a:pt x="102134" y="20756"/>
                  <a:pt x="110853" y="19510"/>
                </a:cubicBezTo>
                <a:cubicBezTo>
                  <a:pt x="145024" y="20594"/>
                  <a:pt x="209629" y="33320"/>
                  <a:pt x="246508" y="51353"/>
                </a:cubicBezTo>
                <a:cubicBezTo>
                  <a:pt x="253386" y="54710"/>
                  <a:pt x="251382" y="56552"/>
                  <a:pt x="248024" y="57310"/>
                </a:cubicBezTo>
                <a:cubicBezTo>
                  <a:pt x="244667" y="58068"/>
                  <a:pt x="220081" y="58068"/>
                  <a:pt x="206813" y="57581"/>
                </a:cubicBezTo>
                <a:cubicBezTo>
                  <a:pt x="193546" y="57147"/>
                  <a:pt x="184394" y="72202"/>
                  <a:pt x="184394" y="72202"/>
                </a:cubicBezTo>
                <a:cubicBezTo>
                  <a:pt x="184394" y="72202"/>
                  <a:pt x="194954" y="72365"/>
                  <a:pt x="207409" y="72581"/>
                </a:cubicBezTo>
                <a:lnTo>
                  <a:pt x="186127" y="141736"/>
                </a:lnTo>
                <a:lnTo>
                  <a:pt x="212120" y="141736"/>
                </a:lnTo>
                <a:lnTo>
                  <a:pt x="233295" y="73014"/>
                </a:lnTo>
                <a:cubicBezTo>
                  <a:pt x="240010" y="73123"/>
                  <a:pt x="245154" y="73177"/>
                  <a:pt x="246616" y="73177"/>
                </a:cubicBezTo>
                <a:cubicBezTo>
                  <a:pt x="260101" y="61696"/>
                  <a:pt x="272339" y="48158"/>
                  <a:pt x="275101" y="37002"/>
                </a:cubicBezTo>
                <a:cubicBezTo>
                  <a:pt x="277430" y="27742"/>
                  <a:pt x="271852" y="19890"/>
                  <a:pt x="268115" y="17398"/>
                </a:cubicBezTo>
                <a:cubicBezTo>
                  <a:pt x="216669" y="-6754"/>
                  <a:pt x="149627" y="-1610"/>
                  <a:pt x="120059" y="8084"/>
                </a:cubicBezTo>
                <a:cubicBezTo>
                  <a:pt x="108578" y="11821"/>
                  <a:pt x="103271" y="17344"/>
                  <a:pt x="102134" y="18752"/>
                </a:cubicBezTo>
                <a:cubicBezTo>
                  <a:pt x="73378" y="17886"/>
                  <a:pt x="68884" y="33861"/>
                  <a:pt x="82801" y="42688"/>
                </a:cubicBezTo>
                <a:cubicBezTo>
                  <a:pt x="97369" y="51949"/>
                  <a:pt x="131431" y="63537"/>
                  <a:pt x="145620" y="70415"/>
                </a:cubicBezTo>
                <a:cubicBezTo>
                  <a:pt x="170747" y="84603"/>
                  <a:pt x="160728" y="102853"/>
                  <a:pt x="148815" y="116121"/>
                </a:cubicBezTo>
                <a:cubicBezTo>
                  <a:pt x="125853" y="143956"/>
                  <a:pt x="24802" y="130255"/>
                  <a:pt x="24802" y="130255"/>
                </a:cubicBezTo>
                <a:close/>
              </a:path>
            </a:pathLst>
          </a:custGeom>
          <a:gradFill>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gradFill>
          <a:ln w="5398" cap="flat">
            <a:noFill/>
            <a:prstDash val="solid"/>
            <a:miter/>
          </a:ln>
        </p:spPr>
        <p:txBody>
          <a:bodyPr rtlCol="0" anchor="ctr"/>
          <a:lstStyle/>
          <a:p>
            <a:endParaRPr lang="zh-CN" altLang="en-US"/>
          </a:p>
        </p:txBody>
      </p:sp>
      <p:sp>
        <p:nvSpPr>
          <p:cNvPr id="13" name="标题 12"/>
          <p:cNvSpPr>
            <a:spLocks noGrp="1"/>
          </p:cNvSpPr>
          <p:nvPr userDrawn="1">
            <p:ph type="ctrTitle" hasCustomPrompt="1"/>
          </p:nvPr>
        </p:nvSpPr>
        <p:spPr>
          <a:xfrm>
            <a:off x="673100" y="1135063"/>
            <a:ext cx="10845798" cy="1621509"/>
          </a:xfrm>
        </p:spPr>
        <p:txBody>
          <a:bodyPr anchor="b">
            <a:normAutofit/>
          </a:bodyPr>
          <a:lstStyle>
            <a:lvl1pPr marL="0" indent="0" algn="l">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15" name="文本占位符 14"/>
          <p:cNvSpPr>
            <a:spLocks noGrp="1"/>
          </p:cNvSpPr>
          <p:nvPr userDrawn="1">
            <p:ph type="body" sz="quarter" idx="18" hasCustomPrompt="1"/>
          </p:nvPr>
        </p:nvSpPr>
        <p:spPr>
          <a:xfrm>
            <a:off x="673100" y="3441299"/>
            <a:ext cx="10845798" cy="310871"/>
          </a:xfrm>
        </p:spPr>
        <p:txBody>
          <a:bodyPr vert="horz" lIns="91440" tIns="45720" rIns="91440" bIns="45720" rtlCol="0">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5">
            <a:extLst>
              <a:ext uri="{FF2B5EF4-FFF2-40B4-BE49-F238E27FC236}">
                <a16:creationId xmlns:a16="http://schemas.microsoft.com/office/drawing/2014/main" id="{05EBDA4F-7210-4CAE-8333-80DB24212E78}"/>
              </a:ext>
            </a:extLst>
          </p:cNvPr>
          <p:cNvSpPr>
            <a:spLocks noGrp="1"/>
          </p:cNvSpPr>
          <p:nvPr>
            <p:ph type="body" sz="quarter" idx="10" hasCustomPrompt="1"/>
          </p:nvPr>
        </p:nvSpPr>
        <p:spPr>
          <a:xfrm>
            <a:off x="673102" y="3145028"/>
            <a:ext cx="10845798" cy="296271"/>
          </a:xfrm>
        </p:spPr>
        <p:txBody>
          <a:bodyPr vert="horz" anchor="ctr">
            <a:noAutofit/>
          </a:bodyPr>
          <a:lstStyle>
            <a:lvl1pPr marL="0" indent="0" algn="l">
              <a:buNone/>
              <a:defRPr sz="1400" b="0">
                <a:solidFill>
                  <a:schemeClr val="tx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pic>
        <p:nvPicPr>
          <p:cNvPr id="5" name="Picture 18_1" descr="建筑的摆设布局&#10;&#10;描述已自动生成">
            <a:extLst>
              <a:ext uri="{FF2B5EF4-FFF2-40B4-BE49-F238E27FC236}">
                <a16:creationId xmlns:a16="http://schemas.microsoft.com/office/drawing/2014/main" id="{6FEF89AD-DB89-4344-BB70-D93C3819A957}"/>
              </a:ext>
            </a:extLst>
          </p:cNvPr>
          <p:cNvPicPr>
            <a:picLocks noChangeAspect="1"/>
          </p:cNvPicPr>
          <p:nvPr userDrawn="1"/>
        </p:nvPicPr>
        <p:blipFill rotWithShape="1">
          <a:blip r:embed="rId2">
            <a:duotone>
              <a:schemeClr val="accent5">
                <a:shade val="45000"/>
                <a:satMod val="135000"/>
              </a:schemeClr>
              <a:prstClr val="white"/>
            </a:duotone>
            <a:alphaModFix amt="69000"/>
            <a:extLst>
              <a:ext uri="{28A0092B-C50C-407E-A947-70E740481C1C}">
                <a14:useLocalDpi xmlns:a14="http://schemas.microsoft.com/office/drawing/2010/main"/>
              </a:ext>
            </a:extLst>
          </a:blip>
          <a:srcRect t="-19443"/>
          <a:stretch/>
        </p:blipFill>
        <p:spPr>
          <a:xfrm>
            <a:off x="0" y="3705866"/>
            <a:ext cx="12192000" cy="3152134"/>
          </a:xfrm>
          <a:prstGeom prst="rect">
            <a:avLst/>
          </a:prstGeom>
        </p:spPr>
      </p:pic>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日期占位符 7">
            <a:extLst>
              <a:ext uri="{FF2B5EF4-FFF2-40B4-BE49-F238E27FC236}">
                <a16:creationId xmlns:a16="http://schemas.microsoft.com/office/drawing/2014/main" id="{04388434-9949-479C-A9C3-67A953F6A939}"/>
              </a:ext>
            </a:extLst>
          </p:cNvPr>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endParaRPr lang="zh-CN" altLang="en-US"/>
          </a:p>
        </p:txBody>
      </p:sp>
      <p:sp>
        <p:nvSpPr>
          <p:cNvPr id="9" name="页脚占位符 8">
            <a:extLst>
              <a:ext uri="{FF2B5EF4-FFF2-40B4-BE49-F238E27FC236}">
                <a16:creationId xmlns:a16="http://schemas.microsoft.com/office/drawing/2014/main" id="{50A5656E-7A33-4865-A262-1F96263BAA16}"/>
              </a:ext>
            </a:extLst>
          </p:cNvPr>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“螺旋升天”组无人机</a:t>
            </a:r>
            <a:endParaRPr lang="zh-CN" altLang="en-US" dirty="0"/>
          </a:p>
        </p:txBody>
      </p:sp>
      <p:sp>
        <p:nvSpPr>
          <p:cNvPr id="10" name="灯片编号占位符 9">
            <a:extLst>
              <a:ext uri="{FF2B5EF4-FFF2-40B4-BE49-F238E27FC236}">
                <a16:creationId xmlns:a16="http://schemas.microsoft.com/office/drawing/2014/main" id="{5BF52F79-380E-4278-8B67-588AFE5840F9}"/>
              </a:ext>
            </a:extLst>
          </p:cNvPr>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pPr/>
              <a:t>‹#›</a:t>
            </a:fld>
            <a:endParaRPr lang="zh-CN" altLang="en-US"/>
          </a:p>
        </p:txBody>
      </p:sp>
      <p:pic>
        <p:nvPicPr>
          <p:cNvPr id="11" name="图形 10">
            <a:extLst>
              <a:ext uri="{FF2B5EF4-FFF2-40B4-BE49-F238E27FC236}">
                <a16:creationId xmlns:a16="http://schemas.microsoft.com/office/drawing/2014/main" id="{060D238B-2981-475F-8E3A-6CD94B3BA2F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286875" y="511345"/>
            <a:ext cx="2233612" cy="444888"/>
          </a:xfrm>
          <a:prstGeom prst="rect">
            <a:avLst/>
          </a:prstGeom>
        </p:spPr>
      </p:pic>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1" r:id="rId2"/>
    <p:sldLayoutId id="2147483669" r:id="rId3"/>
    <p:sldLayoutId id="2147483662" r:id="rId4"/>
    <p:sldLayoutId id="2147483655" r:id="rId5"/>
    <p:sldLayoutId id="2147483661" r:id="rId6"/>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userDrawn="1">
          <p15:clr>
            <a:srgbClr val="F26B43"/>
          </p15:clr>
        </p15:guide>
        <p15:guide id="2" pos="7257" userDrawn="1">
          <p15:clr>
            <a:srgbClr val="F26B43"/>
          </p15:clr>
        </p15:guide>
        <p15:guide id="3" orient="horz" pos="648" userDrawn="1">
          <p15:clr>
            <a:srgbClr val="F26B43"/>
          </p15:clr>
        </p15:guide>
        <p15:guide id="4" orient="horz" pos="712" userDrawn="1">
          <p15:clr>
            <a:srgbClr val="F26B43"/>
          </p15:clr>
        </p15:guide>
        <p15:guide id="5" orient="horz" pos="3931" userDrawn="1">
          <p15:clr>
            <a:srgbClr val="F26B43"/>
          </p15:clr>
        </p15:guide>
        <p15:guide id="6" orient="horz" pos="386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tags" Target="../tags/tag3.xml"/><Relationship Id="rId7" Type="http://schemas.openxmlformats.org/officeDocument/2006/relationships/oleObject" Target="../embeddings/oleObject1.bin"/><Relationship Id="rId2" Type="http://schemas.openxmlformats.org/officeDocument/2006/relationships/tags" Target="../tags/tag2.xml"/><Relationship Id="rId1" Type="http://schemas.openxmlformats.org/officeDocument/2006/relationships/themeOverride" Target="../theme/themeOverride1.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slideLayout" Target="../slideLayouts/slideLayout5.xml"/><Relationship Id="rId7" Type="http://schemas.openxmlformats.org/officeDocument/2006/relationships/image" Target="../media/image5.png"/><Relationship Id="rId2" Type="http://schemas.openxmlformats.org/officeDocument/2006/relationships/tags" Target="../tags/tag5.xml"/><Relationship Id="rId1" Type="http://schemas.openxmlformats.org/officeDocument/2006/relationships/themeOverride" Target="../theme/themeOverride2.xml"/><Relationship Id="rId6" Type="http://schemas.openxmlformats.org/officeDocument/2006/relationships/image" Target="../media/image2.svg"/><Relationship Id="rId11" Type="http://schemas.openxmlformats.org/officeDocument/2006/relationships/image" Target="../media/image9.png"/><Relationship Id="rId5" Type="http://schemas.openxmlformats.org/officeDocument/2006/relationships/image" Target="../media/image1.png"/><Relationship Id="rId10" Type="http://schemas.openxmlformats.org/officeDocument/2006/relationships/image" Target="../media/image8.svg"/><Relationship Id="rId4" Type="http://schemas.openxmlformats.org/officeDocument/2006/relationships/notesSlide" Target="../notesSlides/notesSlide2.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image" Target="../media/image17.jpeg"/><Relationship Id="rId3" Type="http://schemas.openxmlformats.org/officeDocument/2006/relationships/notesSlide" Target="../notesSlides/notesSlide3.xml"/><Relationship Id="rId7" Type="http://schemas.openxmlformats.org/officeDocument/2006/relationships/image" Target="../media/image11.jpeg"/><Relationship Id="rId12" Type="http://schemas.openxmlformats.org/officeDocument/2006/relationships/image" Target="../media/image16.jpeg"/><Relationship Id="rId2" Type="http://schemas.openxmlformats.org/officeDocument/2006/relationships/slideLayout" Target="../slideLayouts/slideLayout5.xml"/><Relationship Id="rId1" Type="http://schemas.openxmlformats.org/officeDocument/2006/relationships/tags" Target="../tags/tag7.xml"/><Relationship Id="rId6" Type="http://schemas.openxmlformats.org/officeDocument/2006/relationships/image" Target="../media/image10.png"/><Relationship Id="rId11" Type="http://schemas.openxmlformats.org/officeDocument/2006/relationships/image" Target="../media/image15.jpeg"/><Relationship Id="rId5" Type="http://schemas.openxmlformats.org/officeDocument/2006/relationships/image" Target="../media/image2.svg"/><Relationship Id="rId10" Type="http://schemas.openxmlformats.org/officeDocument/2006/relationships/image" Target="../media/image14.jpeg"/><Relationship Id="rId4" Type="http://schemas.openxmlformats.org/officeDocument/2006/relationships/image" Target="../media/image1.png"/><Relationship Id="rId9" Type="http://schemas.openxmlformats.org/officeDocument/2006/relationships/image" Target="../media/image13.jpeg"/><Relationship Id="rId14"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0.png"/><Relationship Id="rId2" Type="http://schemas.openxmlformats.org/officeDocument/2006/relationships/slideLayout" Target="../slideLayouts/slideLayout5.xml"/><Relationship Id="rId1" Type="http://schemas.openxmlformats.org/officeDocument/2006/relationships/tags" Target="../tags/tag8.xml"/><Relationship Id="rId6" Type="http://schemas.openxmlformats.org/officeDocument/2006/relationships/image" Target="../media/image19.png"/><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notesSlide" Target="../notesSlides/notesSlide5.xml"/><Relationship Id="rId7" Type="http://schemas.openxmlformats.org/officeDocument/2006/relationships/image" Target="../media/image22.png"/><Relationship Id="rId2" Type="http://schemas.openxmlformats.org/officeDocument/2006/relationships/slideLayout" Target="../slideLayouts/slideLayout5.xml"/><Relationship Id="rId1" Type="http://schemas.openxmlformats.org/officeDocument/2006/relationships/tags" Target="../tags/tag9.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svg"/><Relationship Id="rId10" Type="http://schemas.openxmlformats.org/officeDocument/2006/relationships/image" Target="../media/image25.jpeg"/><Relationship Id="rId4" Type="http://schemas.openxmlformats.org/officeDocument/2006/relationships/image" Target="../media/image1.png"/><Relationship Id="rId9" Type="http://schemas.openxmlformats.org/officeDocument/2006/relationships/image" Target="../media/image2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10.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11.xml"/><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2.xml"/><Relationship Id="rId1" Type="http://schemas.openxmlformats.org/officeDocument/2006/relationships/themeOverride" Target="../theme/themeOverride5.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hemeOverride" Target="../theme/themeOverride6.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ïšliďé"/>
        <p:cNvGrpSpPr/>
        <p:nvPr/>
      </p:nvGrpSpPr>
      <p:grpSpPr>
        <a:xfrm>
          <a:off x="0" y="0"/>
          <a:ext cx="0" cy="0"/>
          <a:chOff x="0" y="0"/>
          <a:chExt cx="0" cy="0"/>
        </a:xfrm>
      </p:grpSpPr>
      <p:graphicFrame>
        <p:nvGraphicFramePr>
          <p:cNvPr id="3" name="íšļiḍè" hidden="1">
            <a:extLst>
              <a:ext uri="{FF2B5EF4-FFF2-40B4-BE49-F238E27FC236}">
                <a16:creationId xmlns:a16="http://schemas.microsoft.com/office/drawing/2014/main" id="{3C326D0B-7DAB-41B6-8030-2E4A18CC949B}"/>
              </a:ext>
            </a:extLst>
          </p:cNvPr>
          <p:cNvGraphicFramePr>
            <a:graphicFrameLocks noChangeAspect="1"/>
          </p:cNvGraphicFramePr>
          <p:nvPr>
            <p:custDataLst>
              <p:tags r:id="rId3"/>
            </p:custDataLst>
            <p:extLst>
              <p:ext uri="{D42A27DB-BD31-4B8C-83A1-F6EECF244321}">
                <p14:modId xmlns:p14="http://schemas.microsoft.com/office/powerpoint/2010/main" val="2584086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7" imgH="348" progId="TCLayout.ActiveDocument.1">
                  <p:embed/>
                </p:oleObj>
              </mc:Choice>
              <mc:Fallback>
                <p:oleObj name="think-cell Slide" r:id="rId7" imgW="347" imgH="348" progId="TCLayout.ActiveDocument.1">
                  <p:embed/>
                  <p:pic>
                    <p:nvPicPr>
                      <p:cNvPr id="3" name="îs1íḍé" hidden="1">
                        <a:extLst>
                          <a:ext uri="{FF2B5EF4-FFF2-40B4-BE49-F238E27FC236}">
                            <a16:creationId xmlns:a16="http://schemas.microsoft.com/office/drawing/2014/main" id="{3C326D0B-7DAB-41B6-8030-2E4A18CC949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ïšḷiḓe" hidden="1">
            <a:extLst>
              <a:ext uri="{FF2B5EF4-FFF2-40B4-BE49-F238E27FC236}">
                <a16:creationId xmlns:a16="http://schemas.microsoft.com/office/drawing/2014/main" id="{EC933494-1B63-4A32-964F-D05236799BAA}"/>
              </a:ext>
            </a:extLst>
          </p:cNvPr>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isḻîḍé"/>
          <p:cNvSpPr>
            <a:spLocks noGrp="1"/>
          </p:cNvSpPr>
          <p:nvPr>
            <p:ph type="ctrTitle"/>
          </p:nvPr>
        </p:nvSpPr>
        <p:spPr>
          <a:xfrm>
            <a:off x="673100" y="1577241"/>
            <a:ext cx="10845800" cy="1251248"/>
          </a:xfrm>
        </p:spPr>
        <p:txBody>
          <a:bodyPr>
            <a:noAutofit/>
          </a:bodyPr>
          <a:lstStyle/>
          <a:p>
            <a:r>
              <a:rPr lang="zh-CN" altLang="en-US" sz="5000" u="none" dirty="0"/>
              <a:t>精益求精   </a:t>
            </a:r>
            <a:r>
              <a:rPr lang="zh-CN" altLang="en-US" sz="5000" u="none" dirty="0">
                <a:solidFill>
                  <a:schemeClr val="accent2"/>
                </a:solidFill>
              </a:rPr>
              <a:t>保驾护航</a:t>
            </a:r>
          </a:p>
        </p:txBody>
      </p:sp>
      <p:sp>
        <p:nvSpPr>
          <p:cNvPr id="6" name="文本框 5">
            <a:extLst>
              <a:ext uri="{FF2B5EF4-FFF2-40B4-BE49-F238E27FC236}">
                <a16:creationId xmlns:a16="http://schemas.microsoft.com/office/drawing/2014/main" id="{38A550E1-CDB8-2FBD-7AD5-821A829D8A89}"/>
              </a:ext>
            </a:extLst>
          </p:cNvPr>
          <p:cNvSpPr txBox="1"/>
          <p:nvPr/>
        </p:nvSpPr>
        <p:spPr>
          <a:xfrm>
            <a:off x="7811949" y="3052767"/>
            <a:ext cx="4813852" cy="1116781"/>
          </a:xfrm>
          <a:prstGeom prst="rect">
            <a:avLst/>
          </a:prstGeom>
          <a:noFill/>
          <a:ln>
            <a:noFill/>
          </a:ln>
        </p:spPr>
        <p:txBody>
          <a:bodyPr wrap="square">
            <a:spAutoFit/>
            <a:scene3d>
              <a:camera prst="orthographicFront"/>
              <a:lightRig rig="soft" dir="t">
                <a:rot lat="0" lon="0" rev="15600000"/>
              </a:lightRig>
            </a:scene3d>
            <a:sp3d extrusionH="57150" prstMaterial="softEdge">
              <a:bevelT w="25400" h="38100"/>
            </a:sp3d>
          </a:bodyPr>
          <a:lstStyle/>
          <a:p>
            <a:pPr>
              <a:lnSpc>
                <a:spcPct val="200000"/>
              </a:lnSpc>
            </a:pPr>
            <a:r>
              <a:rPr lang="en-US" altLang="zh-CN" dirty="0">
                <a:ln w="0"/>
                <a:effectLst>
                  <a:outerShdw blurRad="38100" dist="19050" dir="2700000" algn="tl" rotWithShape="0">
                    <a:schemeClr val="dk1">
                      <a:alpha val="40000"/>
                    </a:schemeClr>
                  </a:outerShdw>
                </a:effectLst>
                <a:latin typeface="Songti SC" panose="02010600040101010101" pitchFamily="2" charset="-122"/>
                <a:ea typeface="Songti SC" panose="02010600040101010101" pitchFamily="2" charset="-122"/>
                <a:cs typeface="Times New Roman" panose="02020603050405020304" pitchFamily="18" charset="0"/>
              </a:rPr>
              <a:t>AIA</a:t>
            </a:r>
            <a:r>
              <a:rPr lang="zh-CN" altLang="en-US" dirty="0">
                <a:ln w="0"/>
                <a:effectLst>
                  <a:outerShdw blurRad="38100" dist="19050" dir="2700000" algn="tl" rotWithShape="0">
                    <a:schemeClr val="dk1">
                      <a:alpha val="40000"/>
                    </a:schemeClr>
                  </a:outerShdw>
                </a:effectLst>
                <a:latin typeface="Songti SC" panose="02010600040101010101" pitchFamily="2" charset="-122"/>
                <a:ea typeface="Songti SC" panose="02010600040101010101" pitchFamily="2" charset="-122"/>
                <a:cs typeface="Times New Roman" panose="02020603050405020304" pitchFamily="18" charset="0"/>
              </a:rPr>
              <a:t>新闻中心换届答辩</a:t>
            </a:r>
            <a:endParaRPr lang="en-US" altLang="zh-CN" dirty="0">
              <a:ln w="0"/>
              <a:effectLst>
                <a:outerShdw blurRad="38100" dist="19050" dir="2700000" algn="tl" rotWithShape="0">
                  <a:schemeClr val="dk1">
                    <a:alpha val="40000"/>
                  </a:schemeClr>
                </a:outerShdw>
              </a:effectLst>
              <a:latin typeface="Songti SC" panose="02010600040101010101" pitchFamily="2" charset="-122"/>
              <a:ea typeface="Songti SC" panose="02010600040101010101" pitchFamily="2" charset="-122"/>
              <a:cs typeface="Times New Roman" panose="02020603050405020304" pitchFamily="18" charset="0"/>
            </a:endParaRPr>
          </a:p>
          <a:p>
            <a:pPr>
              <a:lnSpc>
                <a:spcPct val="200000"/>
              </a:lnSpc>
            </a:pPr>
            <a:r>
              <a:rPr lang="zh-CN" altLang="en-US" dirty="0">
                <a:ln w="0"/>
                <a:effectLst>
                  <a:outerShdw blurRad="38100" dist="19050" dir="2700000" algn="tl" rotWithShape="0">
                    <a:schemeClr val="dk1">
                      <a:alpha val="40000"/>
                    </a:schemeClr>
                  </a:outerShdw>
                </a:effectLst>
                <a:latin typeface="Songti SC" panose="02010600040101010101" pitchFamily="2" charset="-122"/>
                <a:ea typeface="Songti SC" panose="02010600040101010101" pitchFamily="2" charset="-122"/>
                <a:cs typeface="Times New Roman" panose="02020603050405020304" pitchFamily="18" charset="0"/>
              </a:rPr>
              <a:t>自动化</a:t>
            </a:r>
            <a:r>
              <a:rPr lang="en-US" altLang="zh-CN" dirty="0">
                <a:ln w="0"/>
                <a:effectLst>
                  <a:outerShdw blurRad="38100" dist="19050" dir="2700000" algn="tl" rotWithShape="0">
                    <a:schemeClr val="dk1">
                      <a:alpha val="40000"/>
                    </a:schemeClr>
                  </a:outerShdw>
                </a:effectLst>
                <a:latin typeface="Songti SC" panose="02010600040101010101" pitchFamily="2" charset="-122"/>
                <a:ea typeface="Songti SC" panose="02010600040101010101" pitchFamily="2" charset="-122"/>
                <a:cs typeface="Times New Roman" panose="02020603050405020304" pitchFamily="18" charset="0"/>
              </a:rPr>
              <a:t>2406 </a:t>
            </a:r>
            <a:r>
              <a:rPr lang="zh-CN" altLang="en-US" dirty="0">
                <a:ln w="0"/>
                <a:effectLst>
                  <a:outerShdw blurRad="38100" dist="19050" dir="2700000" algn="tl" rotWithShape="0">
                    <a:schemeClr val="dk1">
                      <a:alpha val="40000"/>
                    </a:schemeClr>
                  </a:outerShdw>
                </a:effectLst>
                <a:latin typeface="Songti SC" panose="02010600040101010101" pitchFamily="2" charset="-122"/>
                <a:ea typeface="Songti SC" panose="02010600040101010101" pitchFamily="2" charset="-122"/>
                <a:cs typeface="Times New Roman" panose="02020603050405020304" pitchFamily="18" charset="0"/>
              </a:rPr>
              <a:t>迟泰炎</a:t>
            </a:r>
            <a:endParaRPr lang="en-US" altLang="zh-CN" dirty="0">
              <a:ln w="0"/>
              <a:effectLst>
                <a:outerShdw blurRad="38100" dist="19050" dir="2700000" algn="tl" rotWithShape="0">
                  <a:schemeClr val="dk1">
                    <a:alpha val="40000"/>
                  </a:schemeClr>
                </a:outerShdw>
              </a:effectLst>
              <a:latin typeface="Songti SC" panose="02010600040101010101" pitchFamily="2" charset="-122"/>
              <a:ea typeface="Songti SC" panose="02010600040101010101" pitchFamily="2" charset="-122"/>
              <a:cs typeface="Times New Roman" panose="02020603050405020304" pitchFamily="18" charset="0"/>
            </a:endParaRPr>
          </a:p>
        </p:txBody>
      </p:sp>
    </p:spTree>
    <p:custDataLst>
      <p:tags r:id="rId2"/>
    </p:custDataLst>
    <p:extLst>
      <p:ext uri="{BB962C8B-B14F-4D97-AF65-F5344CB8AC3E}">
        <p14:creationId xmlns:p14="http://schemas.microsoft.com/office/powerpoint/2010/main" val="2271741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išḷídê"/>
        <p:cNvGrpSpPr/>
        <p:nvPr/>
      </p:nvGrpSpPr>
      <p:grpSpPr>
        <a:xfrm>
          <a:off x="0" y="0"/>
          <a:ext cx="0" cy="0"/>
          <a:chOff x="0" y="0"/>
          <a:chExt cx="0" cy="0"/>
        </a:xfrm>
      </p:grpSpPr>
      <p:grpSp>
        <p:nvGrpSpPr>
          <p:cNvPr id="11" name="íṥlîd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D48ECF52-33C2-4339-BCD5-E7C60CBBED03}"/>
              </a:ext>
            </a:extLst>
          </p:cNvPr>
          <p:cNvGrpSpPr>
            <a:grpSpLocks noChangeAspect="1"/>
          </p:cNvGrpSpPr>
          <p:nvPr>
            <p:custDataLst>
              <p:tags r:id="rId2"/>
            </p:custDataLst>
          </p:nvPr>
        </p:nvGrpSpPr>
        <p:grpSpPr>
          <a:xfrm>
            <a:off x="664866" y="996829"/>
            <a:ext cx="10491592" cy="5050945"/>
            <a:chOff x="1071716" y="1247323"/>
            <a:chExt cx="10048568" cy="4837661"/>
          </a:xfrm>
          <a:solidFill>
            <a:schemeClr val="bg2">
              <a:alpha val="33000"/>
            </a:schemeClr>
          </a:solidFill>
        </p:grpSpPr>
        <p:sp>
          <p:nvSpPr>
            <p:cNvPr id="12" name="iṧ1ide">
              <a:extLst>
                <a:ext uri="{FF2B5EF4-FFF2-40B4-BE49-F238E27FC236}">
                  <a16:creationId xmlns:a16="http://schemas.microsoft.com/office/drawing/2014/main" id="{A1176F61-99C9-48D6-9CBB-01C77E2C152C}"/>
                </a:ext>
              </a:extLst>
            </p:cNvPr>
            <p:cNvSpPr/>
            <p:nvPr/>
          </p:nvSpPr>
          <p:spPr>
            <a:xfrm>
              <a:off x="1071716" y="1560254"/>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grpFill/>
            <a:ln w="25400" cap="flat">
              <a:noFill/>
              <a:prstDash val="solid"/>
              <a:miter lim="400000"/>
            </a:ln>
            <a:effectLst/>
          </p:spPr>
          <p:txBody>
            <a:bodyPr anchor="ctr"/>
            <a:lstStyle/>
            <a:p>
              <a:pPr algn="ctr"/>
              <a:endParaRPr/>
            </a:p>
          </p:txBody>
        </p:sp>
        <p:sp>
          <p:nvSpPr>
            <p:cNvPr id="13" name="iṡlîdè">
              <a:extLst>
                <a:ext uri="{FF2B5EF4-FFF2-40B4-BE49-F238E27FC236}">
                  <a16:creationId xmlns:a16="http://schemas.microsoft.com/office/drawing/2014/main" id="{A664F947-2F2B-40D7-A573-13091592A81C}"/>
                </a:ext>
              </a:extLst>
            </p:cNvPr>
            <p:cNvSpPr/>
            <p:nvPr/>
          </p:nvSpPr>
          <p:spPr>
            <a:xfrm>
              <a:off x="2659645" y="1473576"/>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grpFill/>
            <a:ln w="25400" cap="flat">
              <a:noFill/>
              <a:prstDash val="solid"/>
              <a:miter lim="400000"/>
            </a:ln>
            <a:effectLst/>
          </p:spPr>
          <p:txBody>
            <a:bodyPr anchor="ctr"/>
            <a:lstStyle/>
            <a:p>
              <a:pPr algn="ctr"/>
              <a:endParaRPr/>
            </a:p>
          </p:txBody>
        </p:sp>
        <p:sp>
          <p:nvSpPr>
            <p:cNvPr id="14" name="íşḷídé">
              <a:extLst>
                <a:ext uri="{FF2B5EF4-FFF2-40B4-BE49-F238E27FC236}">
                  <a16:creationId xmlns:a16="http://schemas.microsoft.com/office/drawing/2014/main" id="{AF618C2E-C57D-49D7-A78A-78B3BBFA25F1}"/>
                </a:ext>
              </a:extLst>
            </p:cNvPr>
            <p:cNvSpPr/>
            <p:nvPr/>
          </p:nvSpPr>
          <p:spPr>
            <a:xfrm>
              <a:off x="3184375" y="1615331"/>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grpFill/>
            <a:ln w="25400" cap="flat">
              <a:noFill/>
              <a:prstDash val="solid"/>
              <a:miter lim="400000"/>
            </a:ln>
            <a:effectLst/>
          </p:spPr>
          <p:txBody>
            <a:bodyPr anchor="ctr"/>
            <a:lstStyle/>
            <a:p>
              <a:pPr algn="ctr"/>
              <a:endParaRPr/>
            </a:p>
          </p:txBody>
        </p:sp>
        <p:sp>
          <p:nvSpPr>
            <p:cNvPr id="15" name="í$ľïdê">
              <a:extLst>
                <a:ext uri="{FF2B5EF4-FFF2-40B4-BE49-F238E27FC236}">
                  <a16:creationId xmlns:a16="http://schemas.microsoft.com/office/drawing/2014/main" id="{24C4258F-D4F8-48E5-9B74-CE111B7BD860}"/>
                </a:ext>
              </a:extLst>
            </p:cNvPr>
            <p:cNvSpPr/>
            <p:nvPr/>
          </p:nvSpPr>
          <p:spPr>
            <a:xfrm>
              <a:off x="3215588" y="1484505"/>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grpFill/>
            <a:ln w="25400" cap="flat">
              <a:noFill/>
              <a:prstDash val="solid"/>
              <a:miter lim="400000"/>
            </a:ln>
            <a:effectLst/>
          </p:spPr>
          <p:txBody>
            <a:bodyPr anchor="ctr"/>
            <a:lstStyle/>
            <a:p>
              <a:pPr algn="ctr"/>
              <a:endParaRPr/>
            </a:p>
          </p:txBody>
        </p:sp>
        <p:sp>
          <p:nvSpPr>
            <p:cNvPr id="16" name="íṣļîḑe">
              <a:extLst>
                <a:ext uri="{FF2B5EF4-FFF2-40B4-BE49-F238E27FC236}">
                  <a16:creationId xmlns:a16="http://schemas.microsoft.com/office/drawing/2014/main" id="{E45664B6-816E-482B-85C0-C710CD33B942}"/>
                </a:ext>
              </a:extLst>
            </p:cNvPr>
            <p:cNvSpPr/>
            <p:nvPr/>
          </p:nvSpPr>
          <p:spPr>
            <a:xfrm>
              <a:off x="3377772" y="1484037"/>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grpFill/>
            <a:ln w="25400" cap="flat">
              <a:noFill/>
              <a:prstDash val="solid"/>
              <a:miter lim="400000"/>
            </a:ln>
            <a:effectLst/>
          </p:spPr>
          <p:txBody>
            <a:bodyPr anchor="ctr"/>
            <a:lstStyle/>
            <a:p>
              <a:pPr algn="ctr"/>
              <a:endParaRPr/>
            </a:p>
          </p:txBody>
        </p:sp>
        <p:sp>
          <p:nvSpPr>
            <p:cNvPr id="17" name="ïṥ1ïḑé">
              <a:extLst>
                <a:ext uri="{FF2B5EF4-FFF2-40B4-BE49-F238E27FC236}">
                  <a16:creationId xmlns:a16="http://schemas.microsoft.com/office/drawing/2014/main" id="{D450E662-01FA-438D-BAE0-BF9648CD48C7}"/>
                </a:ext>
              </a:extLst>
            </p:cNvPr>
            <p:cNvSpPr/>
            <p:nvPr/>
          </p:nvSpPr>
          <p:spPr>
            <a:xfrm>
              <a:off x="3537340" y="1418200"/>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grpFill/>
            <a:ln w="25400" cap="flat">
              <a:noFill/>
              <a:prstDash val="solid"/>
              <a:miter lim="400000"/>
            </a:ln>
            <a:effectLst/>
          </p:spPr>
          <p:txBody>
            <a:bodyPr anchor="ctr"/>
            <a:lstStyle/>
            <a:p>
              <a:pPr algn="ctr"/>
              <a:endParaRPr/>
            </a:p>
          </p:txBody>
        </p:sp>
        <p:sp>
          <p:nvSpPr>
            <p:cNvPr id="18" name="îşḻiḑe">
              <a:extLst>
                <a:ext uri="{FF2B5EF4-FFF2-40B4-BE49-F238E27FC236}">
                  <a16:creationId xmlns:a16="http://schemas.microsoft.com/office/drawing/2014/main" id="{CA75C049-BADB-435A-A567-B0432B674A44}"/>
                </a:ext>
              </a:extLst>
            </p:cNvPr>
            <p:cNvSpPr/>
            <p:nvPr/>
          </p:nvSpPr>
          <p:spPr>
            <a:xfrm>
              <a:off x="3672980" y="1247323"/>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grpFill/>
            <a:ln w="25400" cap="flat">
              <a:noFill/>
              <a:prstDash val="solid"/>
              <a:miter lim="400000"/>
            </a:ln>
            <a:effectLst/>
          </p:spPr>
          <p:txBody>
            <a:bodyPr anchor="ctr"/>
            <a:lstStyle/>
            <a:p>
              <a:pPr algn="ctr"/>
              <a:endParaRPr/>
            </a:p>
          </p:txBody>
        </p:sp>
        <p:sp>
          <p:nvSpPr>
            <p:cNvPr id="19" name="îṥḻíďe">
              <a:extLst>
                <a:ext uri="{FF2B5EF4-FFF2-40B4-BE49-F238E27FC236}">
                  <a16:creationId xmlns:a16="http://schemas.microsoft.com/office/drawing/2014/main" id="{559C0C5E-7AC7-4C72-821B-7145F81B58AC}"/>
                </a:ext>
              </a:extLst>
            </p:cNvPr>
            <p:cNvSpPr/>
            <p:nvPr/>
          </p:nvSpPr>
          <p:spPr>
            <a:xfrm>
              <a:off x="4072085" y="1252852"/>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grpFill/>
            <a:ln w="25400" cap="flat">
              <a:noFill/>
              <a:prstDash val="solid"/>
              <a:miter lim="400000"/>
            </a:ln>
            <a:effectLst/>
          </p:spPr>
          <p:txBody>
            <a:bodyPr anchor="ctr"/>
            <a:lstStyle/>
            <a:p>
              <a:pPr algn="ctr"/>
              <a:endParaRPr/>
            </a:p>
          </p:txBody>
        </p:sp>
        <p:sp>
          <p:nvSpPr>
            <p:cNvPr id="20" name="işľîḋê">
              <a:extLst>
                <a:ext uri="{FF2B5EF4-FFF2-40B4-BE49-F238E27FC236}">
                  <a16:creationId xmlns:a16="http://schemas.microsoft.com/office/drawing/2014/main" id="{C4A4C0F0-902A-42EF-BEB6-3D89340BF5CA}"/>
                </a:ext>
              </a:extLst>
            </p:cNvPr>
            <p:cNvSpPr/>
            <p:nvPr/>
          </p:nvSpPr>
          <p:spPr>
            <a:xfrm>
              <a:off x="3479660" y="1494826"/>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grpFill/>
            <a:ln w="25400" cap="flat">
              <a:noFill/>
              <a:prstDash val="solid"/>
              <a:miter lim="400000"/>
            </a:ln>
            <a:effectLst/>
          </p:spPr>
          <p:txBody>
            <a:bodyPr anchor="ctr"/>
            <a:lstStyle/>
            <a:p>
              <a:pPr algn="ctr"/>
              <a:endParaRPr/>
            </a:p>
          </p:txBody>
        </p:sp>
        <p:sp>
          <p:nvSpPr>
            <p:cNvPr id="21" name="îśḷíďè">
              <a:extLst>
                <a:ext uri="{FF2B5EF4-FFF2-40B4-BE49-F238E27FC236}">
                  <a16:creationId xmlns:a16="http://schemas.microsoft.com/office/drawing/2014/main" id="{106D197A-0E9D-4968-862B-D9ABC9D45570}"/>
                </a:ext>
              </a:extLst>
            </p:cNvPr>
            <p:cNvSpPr/>
            <p:nvPr/>
          </p:nvSpPr>
          <p:spPr>
            <a:xfrm>
              <a:off x="3367978" y="1754955"/>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grpFill/>
            <a:ln w="25400" cap="flat">
              <a:noFill/>
              <a:prstDash val="solid"/>
              <a:miter lim="400000"/>
            </a:ln>
            <a:effectLst/>
          </p:spPr>
          <p:txBody>
            <a:bodyPr anchor="ctr"/>
            <a:lstStyle/>
            <a:p>
              <a:pPr algn="ctr"/>
              <a:endParaRPr/>
            </a:p>
          </p:txBody>
        </p:sp>
        <p:sp>
          <p:nvSpPr>
            <p:cNvPr id="22" name="îṥḷiḓè">
              <a:extLst>
                <a:ext uri="{FF2B5EF4-FFF2-40B4-BE49-F238E27FC236}">
                  <a16:creationId xmlns:a16="http://schemas.microsoft.com/office/drawing/2014/main" id="{8421937A-9942-4654-971A-C3F80260FD78}"/>
                </a:ext>
              </a:extLst>
            </p:cNvPr>
            <p:cNvSpPr/>
            <p:nvPr/>
          </p:nvSpPr>
          <p:spPr>
            <a:xfrm>
              <a:off x="3798219" y="2232769"/>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grpFill/>
            <a:ln w="25400" cap="flat">
              <a:noFill/>
              <a:prstDash val="solid"/>
              <a:miter lim="400000"/>
            </a:ln>
            <a:effectLst/>
          </p:spPr>
          <p:txBody>
            <a:bodyPr anchor="ctr"/>
            <a:lstStyle/>
            <a:p>
              <a:pPr algn="ctr"/>
              <a:endParaRPr/>
            </a:p>
          </p:txBody>
        </p:sp>
        <p:sp>
          <p:nvSpPr>
            <p:cNvPr id="23" name="iṥliďe">
              <a:extLst>
                <a:ext uri="{FF2B5EF4-FFF2-40B4-BE49-F238E27FC236}">
                  <a16:creationId xmlns:a16="http://schemas.microsoft.com/office/drawing/2014/main" id="{78233E14-F1F4-48E5-80C1-A71E38D30039}"/>
                </a:ext>
              </a:extLst>
            </p:cNvPr>
            <p:cNvSpPr/>
            <p:nvPr/>
          </p:nvSpPr>
          <p:spPr>
            <a:xfrm>
              <a:off x="3443720" y="2870076"/>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grpFill/>
            <a:ln w="25400" cap="flat">
              <a:noFill/>
              <a:prstDash val="solid"/>
              <a:miter lim="400000"/>
            </a:ln>
            <a:effectLst/>
          </p:spPr>
          <p:txBody>
            <a:bodyPr anchor="ctr"/>
            <a:lstStyle/>
            <a:p>
              <a:pPr algn="ctr"/>
              <a:endParaRPr/>
            </a:p>
          </p:txBody>
        </p:sp>
        <p:sp>
          <p:nvSpPr>
            <p:cNvPr id="24" name="î$ļídé">
              <a:extLst>
                <a:ext uri="{FF2B5EF4-FFF2-40B4-BE49-F238E27FC236}">
                  <a16:creationId xmlns:a16="http://schemas.microsoft.com/office/drawing/2014/main" id="{9F838816-453B-4CD4-9C6F-EE01E5651D7F}"/>
                </a:ext>
              </a:extLst>
            </p:cNvPr>
            <p:cNvSpPr/>
            <p:nvPr/>
          </p:nvSpPr>
          <p:spPr>
            <a:xfrm>
              <a:off x="2721842" y="3238975"/>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grpFill/>
            <a:ln w="25400" cap="flat">
              <a:noFill/>
              <a:prstDash val="solid"/>
              <a:miter lim="400000"/>
            </a:ln>
            <a:effectLst/>
          </p:spPr>
          <p:txBody>
            <a:bodyPr anchor="ctr"/>
            <a:lstStyle/>
            <a:p>
              <a:pPr algn="ctr"/>
              <a:endParaRPr/>
            </a:p>
          </p:txBody>
        </p:sp>
        <p:sp>
          <p:nvSpPr>
            <p:cNvPr id="25" name="ïşļíḍé">
              <a:extLst>
                <a:ext uri="{FF2B5EF4-FFF2-40B4-BE49-F238E27FC236}">
                  <a16:creationId xmlns:a16="http://schemas.microsoft.com/office/drawing/2014/main" id="{F2FE6396-F62B-481C-9349-5EEFB92B058F}"/>
                </a:ext>
              </a:extLst>
            </p:cNvPr>
            <p:cNvSpPr/>
            <p:nvPr/>
          </p:nvSpPr>
          <p:spPr>
            <a:xfrm>
              <a:off x="3014633" y="3360630"/>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grpFill/>
            <a:ln w="25400" cap="flat">
              <a:noFill/>
              <a:prstDash val="solid"/>
              <a:miter lim="400000"/>
            </a:ln>
            <a:effectLst/>
          </p:spPr>
          <p:txBody>
            <a:bodyPr anchor="ctr"/>
            <a:lstStyle/>
            <a:p>
              <a:pPr algn="ctr"/>
              <a:endParaRPr/>
            </a:p>
          </p:txBody>
        </p:sp>
        <p:sp>
          <p:nvSpPr>
            <p:cNvPr id="26" name="î$líḋè">
              <a:extLst>
                <a:ext uri="{FF2B5EF4-FFF2-40B4-BE49-F238E27FC236}">
                  <a16:creationId xmlns:a16="http://schemas.microsoft.com/office/drawing/2014/main" id="{59A02249-2436-4192-9480-64A78733024D}"/>
                </a:ext>
              </a:extLst>
            </p:cNvPr>
            <p:cNvSpPr/>
            <p:nvPr/>
          </p:nvSpPr>
          <p:spPr>
            <a:xfrm>
              <a:off x="2895033" y="3401778"/>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grpFill/>
            <a:ln w="25400" cap="flat">
              <a:noFill/>
              <a:prstDash val="solid"/>
              <a:miter lim="400000"/>
            </a:ln>
            <a:effectLst/>
          </p:spPr>
          <p:txBody>
            <a:bodyPr anchor="ctr"/>
            <a:lstStyle/>
            <a:p>
              <a:pPr algn="ctr"/>
              <a:endParaRPr/>
            </a:p>
          </p:txBody>
        </p:sp>
        <p:sp>
          <p:nvSpPr>
            <p:cNvPr id="27" name="ï$1îḑe">
              <a:extLst>
                <a:ext uri="{FF2B5EF4-FFF2-40B4-BE49-F238E27FC236}">
                  <a16:creationId xmlns:a16="http://schemas.microsoft.com/office/drawing/2014/main" id="{F4477F8A-0C9E-4BAA-BE87-2C353E46C0B8}"/>
                </a:ext>
              </a:extLst>
            </p:cNvPr>
            <p:cNvSpPr/>
            <p:nvPr/>
          </p:nvSpPr>
          <p:spPr>
            <a:xfrm>
              <a:off x="3271035" y="3400703"/>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grpFill/>
            <a:ln w="25400" cap="flat">
              <a:noFill/>
              <a:prstDash val="solid"/>
              <a:miter lim="400000"/>
            </a:ln>
            <a:effectLst/>
          </p:spPr>
          <p:txBody>
            <a:bodyPr anchor="ctr"/>
            <a:lstStyle/>
            <a:p>
              <a:pPr algn="ctr"/>
              <a:endParaRPr/>
            </a:p>
          </p:txBody>
        </p:sp>
        <p:sp>
          <p:nvSpPr>
            <p:cNvPr id="28" name="iṥḻíḋè">
              <a:extLst>
                <a:ext uri="{FF2B5EF4-FFF2-40B4-BE49-F238E27FC236}">
                  <a16:creationId xmlns:a16="http://schemas.microsoft.com/office/drawing/2014/main" id="{44DE3282-ABD0-4B4A-8E35-FFCFDEE20043}"/>
                </a:ext>
              </a:extLst>
            </p:cNvPr>
            <p:cNvSpPr/>
            <p:nvPr/>
          </p:nvSpPr>
          <p:spPr>
            <a:xfrm>
              <a:off x="3099915" y="3243765"/>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grpFill/>
            <a:ln w="25400" cap="flat">
              <a:noFill/>
              <a:prstDash val="solid"/>
              <a:miter lim="400000"/>
            </a:ln>
            <a:effectLst/>
          </p:spPr>
          <p:txBody>
            <a:bodyPr anchor="ctr"/>
            <a:lstStyle/>
            <a:p>
              <a:pPr algn="ctr"/>
              <a:endParaRPr/>
            </a:p>
          </p:txBody>
        </p:sp>
        <p:sp>
          <p:nvSpPr>
            <p:cNvPr id="29" name="ïš1íde">
              <a:extLst>
                <a:ext uri="{FF2B5EF4-FFF2-40B4-BE49-F238E27FC236}">
                  <a16:creationId xmlns:a16="http://schemas.microsoft.com/office/drawing/2014/main" id="{BBF95884-0227-4D62-9975-44AB1A1D2F3A}"/>
                </a:ext>
              </a:extLst>
            </p:cNvPr>
            <p:cNvSpPr/>
            <p:nvPr/>
          </p:nvSpPr>
          <p:spPr>
            <a:xfrm>
              <a:off x="3040202" y="3273501"/>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grpFill/>
            <a:ln w="25400" cap="flat">
              <a:noFill/>
              <a:prstDash val="solid"/>
              <a:miter lim="400000"/>
            </a:ln>
            <a:effectLst/>
          </p:spPr>
          <p:txBody>
            <a:bodyPr anchor="ctr"/>
            <a:lstStyle/>
            <a:p>
              <a:pPr algn="ctr"/>
              <a:endParaRPr/>
            </a:p>
          </p:txBody>
        </p:sp>
        <p:sp>
          <p:nvSpPr>
            <p:cNvPr id="30" name="isliḋê">
              <a:extLst>
                <a:ext uri="{FF2B5EF4-FFF2-40B4-BE49-F238E27FC236}">
                  <a16:creationId xmlns:a16="http://schemas.microsoft.com/office/drawing/2014/main" id="{F6BB22DA-1E98-476A-A195-6E6E77CB1E56}"/>
                </a:ext>
              </a:extLst>
            </p:cNvPr>
            <p:cNvSpPr/>
            <p:nvPr/>
          </p:nvSpPr>
          <p:spPr>
            <a:xfrm>
              <a:off x="2935381" y="3141153"/>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grpFill/>
            <a:ln w="25400" cap="flat">
              <a:noFill/>
              <a:prstDash val="solid"/>
              <a:miter lim="400000"/>
            </a:ln>
            <a:effectLst/>
          </p:spPr>
          <p:txBody>
            <a:bodyPr anchor="ctr"/>
            <a:lstStyle/>
            <a:p>
              <a:pPr algn="ctr"/>
              <a:endParaRPr/>
            </a:p>
          </p:txBody>
        </p:sp>
        <p:sp>
          <p:nvSpPr>
            <p:cNvPr id="31" name="îs1iḍè">
              <a:extLst>
                <a:ext uri="{FF2B5EF4-FFF2-40B4-BE49-F238E27FC236}">
                  <a16:creationId xmlns:a16="http://schemas.microsoft.com/office/drawing/2014/main" id="{9C70E460-0679-4055-AEE0-1B24E9ED9939}"/>
                </a:ext>
              </a:extLst>
            </p:cNvPr>
            <p:cNvSpPr/>
            <p:nvPr/>
          </p:nvSpPr>
          <p:spPr>
            <a:xfrm>
              <a:off x="2937717" y="3092070"/>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grpFill/>
            <a:ln w="25400" cap="flat">
              <a:noFill/>
              <a:prstDash val="solid"/>
              <a:miter lim="400000"/>
            </a:ln>
            <a:effectLst/>
          </p:spPr>
          <p:txBody>
            <a:bodyPr anchor="ctr"/>
            <a:lstStyle/>
            <a:p>
              <a:pPr algn="ctr"/>
              <a:endParaRPr/>
            </a:p>
          </p:txBody>
        </p:sp>
        <p:sp>
          <p:nvSpPr>
            <p:cNvPr id="32" name="iṧlïḍé">
              <a:extLst>
                <a:ext uri="{FF2B5EF4-FFF2-40B4-BE49-F238E27FC236}">
                  <a16:creationId xmlns:a16="http://schemas.microsoft.com/office/drawing/2014/main" id="{28697C9E-B852-437D-B6BF-61CF38581D87}"/>
                </a:ext>
              </a:extLst>
            </p:cNvPr>
            <p:cNvSpPr/>
            <p:nvPr/>
          </p:nvSpPr>
          <p:spPr>
            <a:xfrm>
              <a:off x="2983567" y="3093648"/>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grpFill/>
            <a:ln w="25400" cap="flat">
              <a:noFill/>
              <a:prstDash val="solid"/>
              <a:miter lim="400000"/>
            </a:ln>
            <a:effectLst/>
          </p:spPr>
          <p:txBody>
            <a:bodyPr anchor="ctr"/>
            <a:lstStyle/>
            <a:p>
              <a:pPr algn="ctr"/>
              <a:endParaRPr/>
            </a:p>
          </p:txBody>
        </p:sp>
        <p:sp>
          <p:nvSpPr>
            <p:cNvPr id="33" name="iSļîḋé">
              <a:extLst>
                <a:ext uri="{FF2B5EF4-FFF2-40B4-BE49-F238E27FC236}">
                  <a16:creationId xmlns:a16="http://schemas.microsoft.com/office/drawing/2014/main" id="{956DED69-A942-4EEB-A55F-D923CFD603ED}"/>
                </a:ext>
              </a:extLst>
            </p:cNvPr>
            <p:cNvSpPr/>
            <p:nvPr/>
          </p:nvSpPr>
          <p:spPr>
            <a:xfrm>
              <a:off x="2959952" y="3134535"/>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grpFill/>
            <a:ln w="25400" cap="flat">
              <a:noFill/>
              <a:prstDash val="solid"/>
              <a:miter lim="400000"/>
            </a:ln>
            <a:effectLst/>
          </p:spPr>
          <p:txBody>
            <a:bodyPr anchor="ctr"/>
            <a:lstStyle/>
            <a:p>
              <a:pPr algn="ctr"/>
              <a:endParaRPr/>
            </a:p>
          </p:txBody>
        </p:sp>
        <p:sp>
          <p:nvSpPr>
            <p:cNvPr id="34" name="îṥḷíḑé">
              <a:extLst>
                <a:ext uri="{FF2B5EF4-FFF2-40B4-BE49-F238E27FC236}">
                  <a16:creationId xmlns:a16="http://schemas.microsoft.com/office/drawing/2014/main" id="{C1FA4019-BEC4-4AEB-98EF-A65622465A1C}"/>
                </a:ext>
              </a:extLst>
            </p:cNvPr>
            <p:cNvSpPr/>
            <p:nvPr/>
          </p:nvSpPr>
          <p:spPr>
            <a:xfrm>
              <a:off x="3029817" y="3184357"/>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grpFill/>
            <a:ln w="25400" cap="flat">
              <a:noFill/>
              <a:prstDash val="solid"/>
              <a:miter lim="400000"/>
            </a:ln>
            <a:effectLst/>
          </p:spPr>
          <p:txBody>
            <a:bodyPr anchor="ctr"/>
            <a:lstStyle/>
            <a:p>
              <a:pPr algn="ctr"/>
              <a:endParaRPr/>
            </a:p>
          </p:txBody>
        </p:sp>
        <p:sp>
          <p:nvSpPr>
            <p:cNvPr id="35" name="íṡ1ide">
              <a:extLst>
                <a:ext uri="{FF2B5EF4-FFF2-40B4-BE49-F238E27FC236}">
                  <a16:creationId xmlns:a16="http://schemas.microsoft.com/office/drawing/2014/main" id="{ECE81DCE-FC79-4A06-87AF-654C84ACCBDC}"/>
                </a:ext>
              </a:extLst>
            </p:cNvPr>
            <p:cNvSpPr/>
            <p:nvPr/>
          </p:nvSpPr>
          <p:spPr>
            <a:xfrm>
              <a:off x="3034154" y="3223970"/>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grpFill/>
            <a:ln w="25400" cap="flat">
              <a:noFill/>
              <a:prstDash val="solid"/>
              <a:miter lim="400000"/>
            </a:ln>
            <a:effectLst/>
          </p:spPr>
          <p:txBody>
            <a:bodyPr anchor="ctr"/>
            <a:lstStyle/>
            <a:p>
              <a:pPr algn="ctr"/>
              <a:endParaRPr/>
            </a:p>
          </p:txBody>
        </p:sp>
        <p:sp>
          <p:nvSpPr>
            <p:cNvPr id="36" name="iŝḻíḓé">
              <a:extLst>
                <a:ext uri="{FF2B5EF4-FFF2-40B4-BE49-F238E27FC236}">
                  <a16:creationId xmlns:a16="http://schemas.microsoft.com/office/drawing/2014/main" id="{FBEC6165-D698-4BC9-B36C-CF22BCA88D9A}"/>
                </a:ext>
              </a:extLst>
            </p:cNvPr>
            <p:cNvSpPr/>
            <p:nvPr/>
          </p:nvSpPr>
          <p:spPr>
            <a:xfrm>
              <a:off x="2785378" y="3359199"/>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grpFill/>
            <a:ln w="25400" cap="flat">
              <a:noFill/>
              <a:prstDash val="solid"/>
              <a:miter lim="400000"/>
            </a:ln>
            <a:effectLst/>
          </p:spPr>
          <p:txBody>
            <a:bodyPr anchor="ctr"/>
            <a:lstStyle/>
            <a:p>
              <a:pPr algn="ctr"/>
              <a:endParaRPr/>
            </a:p>
          </p:txBody>
        </p:sp>
        <p:sp>
          <p:nvSpPr>
            <p:cNvPr id="37" name="ïS1íḋè">
              <a:extLst>
                <a:ext uri="{FF2B5EF4-FFF2-40B4-BE49-F238E27FC236}">
                  <a16:creationId xmlns:a16="http://schemas.microsoft.com/office/drawing/2014/main" id="{C5DE906D-32E1-4997-B7F4-D5B34A349DB1}"/>
                </a:ext>
              </a:extLst>
            </p:cNvPr>
            <p:cNvSpPr/>
            <p:nvPr/>
          </p:nvSpPr>
          <p:spPr>
            <a:xfrm>
              <a:off x="3344267" y="3394292"/>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grpFill/>
            <a:ln w="25400" cap="flat">
              <a:noFill/>
              <a:prstDash val="solid"/>
              <a:miter lim="400000"/>
            </a:ln>
            <a:effectLst/>
          </p:spPr>
          <p:txBody>
            <a:bodyPr anchor="ctr"/>
            <a:lstStyle/>
            <a:p>
              <a:pPr algn="ctr"/>
              <a:endParaRPr/>
            </a:p>
          </p:txBody>
        </p:sp>
        <p:sp>
          <p:nvSpPr>
            <p:cNvPr id="38" name="işļíḋê">
              <a:extLst>
                <a:ext uri="{FF2B5EF4-FFF2-40B4-BE49-F238E27FC236}">
                  <a16:creationId xmlns:a16="http://schemas.microsoft.com/office/drawing/2014/main" id="{F0D56D12-9DDE-4881-9059-5AE264628D12}"/>
                </a:ext>
              </a:extLst>
            </p:cNvPr>
            <p:cNvSpPr/>
            <p:nvPr/>
          </p:nvSpPr>
          <p:spPr>
            <a:xfrm>
              <a:off x="3331641" y="3425859"/>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grpFill/>
            <a:ln w="25400" cap="flat">
              <a:noFill/>
              <a:prstDash val="solid"/>
              <a:miter lim="400000"/>
            </a:ln>
            <a:effectLst/>
          </p:spPr>
          <p:txBody>
            <a:bodyPr anchor="ctr"/>
            <a:lstStyle/>
            <a:p>
              <a:pPr algn="ctr"/>
              <a:endParaRPr/>
            </a:p>
          </p:txBody>
        </p:sp>
        <p:sp>
          <p:nvSpPr>
            <p:cNvPr id="39" name="îṥḻîḍê">
              <a:extLst>
                <a:ext uri="{FF2B5EF4-FFF2-40B4-BE49-F238E27FC236}">
                  <a16:creationId xmlns:a16="http://schemas.microsoft.com/office/drawing/2014/main" id="{B116B787-A99C-4A31-BA60-91C8E8B5DF35}"/>
                </a:ext>
              </a:extLst>
            </p:cNvPr>
            <p:cNvSpPr/>
            <p:nvPr/>
          </p:nvSpPr>
          <p:spPr>
            <a:xfrm>
              <a:off x="3393321" y="3447981"/>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grpFill/>
            <a:ln w="25400" cap="flat">
              <a:noFill/>
              <a:prstDash val="solid"/>
              <a:miter lim="400000"/>
            </a:ln>
            <a:effectLst/>
          </p:spPr>
          <p:txBody>
            <a:bodyPr anchor="ctr"/>
            <a:lstStyle/>
            <a:p>
              <a:pPr algn="ctr"/>
              <a:endParaRPr/>
            </a:p>
          </p:txBody>
        </p:sp>
        <p:sp>
          <p:nvSpPr>
            <p:cNvPr id="40" name="iṩļíḓe">
              <a:extLst>
                <a:ext uri="{FF2B5EF4-FFF2-40B4-BE49-F238E27FC236}">
                  <a16:creationId xmlns:a16="http://schemas.microsoft.com/office/drawing/2014/main" id="{61D690D6-A531-4745-BB28-77A64CE528EF}"/>
                </a:ext>
              </a:extLst>
            </p:cNvPr>
            <p:cNvSpPr/>
            <p:nvPr/>
          </p:nvSpPr>
          <p:spPr>
            <a:xfrm>
              <a:off x="3434240" y="3430336"/>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grpFill/>
            <a:ln w="25400" cap="flat">
              <a:noFill/>
              <a:prstDash val="solid"/>
              <a:miter lim="400000"/>
            </a:ln>
            <a:effectLst/>
          </p:spPr>
          <p:txBody>
            <a:bodyPr anchor="ctr"/>
            <a:lstStyle/>
            <a:p>
              <a:pPr algn="ctr"/>
              <a:endParaRPr/>
            </a:p>
          </p:txBody>
        </p:sp>
        <p:sp>
          <p:nvSpPr>
            <p:cNvPr id="41" name="íşḷiḓé">
              <a:extLst>
                <a:ext uri="{FF2B5EF4-FFF2-40B4-BE49-F238E27FC236}">
                  <a16:creationId xmlns:a16="http://schemas.microsoft.com/office/drawing/2014/main" id="{FA30F018-A88A-4AC7-A4C9-C9485D92173D}"/>
                </a:ext>
              </a:extLst>
            </p:cNvPr>
            <p:cNvSpPr/>
            <p:nvPr/>
          </p:nvSpPr>
          <p:spPr>
            <a:xfrm>
              <a:off x="3386807" y="340124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grpFill/>
            <a:ln w="25400" cap="flat">
              <a:noFill/>
              <a:prstDash val="solid"/>
              <a:miter lim="400000"/>
            </a:ln>
            <a:effectLst/>
          </p:spPr>
          <p:txBody>
            <a:bodyPr anchor="ctr"/>
            <a:lstStyle/>
            <a:p>
              <a:pPr algn="ctr"/>
              <a:endParaRPr/>
            </a:p>
          </p:txBody>
        </p:sp>
        <p:sp>
          <p:nvSpPr>
            <p:cNvPr id="42" name="ïŝliḑe">
              <a:extLst>
                <a:ext uri="{FF2B5EF4-FFF2-40B4-BE49-F238E27FC236}">
                  <a16:creationId xmlns:a16="http://schemas.microsoft.com/office/drawing/2014/main" id="{D1F45007-CC29-4023-AAD3-C65EEB2BAA17}"/>
                </a:ext>
              </a:extLst>
            </p:cNvPr>
            <p:cNvSpPr/>
            <p:nvPr/>
          </p:nvSpPr>
          <p:spPr>
            <a:xfrm>
              <a:off x="3471329" y="3432447"/>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grpFill/>
            <a:ln w="25400" cap="flat">
              <a:noFill/>
              <a:prstDash val="solid"/>
              <a:miter lim="400000"/>
            </a:ln>
            <a:effectLst/>
          </p:spPr>
          <p:txBody>
            <a:bodyPr anchor="ctr"/>
            <a:lstStyle/>
            <a:p>
              <a:pPr algn="ctr"/>
              <a:endParaRPr/>
            </a:p>
          </p:txBody>
        </p:sp>
        <p:sp>
          <p:nvSpPr>
            <p:cNvPr id="43" name="îṡlídé">
              <a:extLst>
                <a:ext uri="{FF2B5EF4-FFF2-40B4-BE49-F238E27FC236}">
                  <a16:creationId xmlns:a16="http://schemas.microsoft.com/office/drawing/2014/main" id="{55EAC45C-8E48-4B0E-8282-B148D2521B14}"/>
                </a:ext>
              </a:extLst>
            </p:cNvPr>
            <p:cNvSpPr/>
            <p:nvPr/>
          </p:nvSpPr>
          <p:spPr>
            <a:xfrm>
              <a:off x="3444546" y="347094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grpFill/>
            <a:ln w="25400" cap="flat">
              <a:noFill/>
              <a:prstDash val="solid"/>
              <a:miter lim="400000"/>
            </a:ln>
            <a:effectLst/>
          </p:spPr>
          <p:txBody>
            <a:bodyPr anchor="ctr"/>
            <a:lstStyle/>
            <a:p>
              <a:pPr algn="ctr"/>
              <a:endParaRPr/>
            </a:p>
          </p:txBody>
        </p:sp>
        <p:sp>
          <p:nvSpPr>
            <p:cNvPr id="44" name="iS1iḓé">
              <a:extLst>
                <a:ext uri="{FF2B5EF4-FFF2-40B4-BE49-F238E27FC236}">
                  <a16:creationId xmlns:a16="http://schemas.microsoft.com/office/drawing/2014/main" id="{7F395277-1DBA-40C9-A811-47F3232ADC82}"/>
                </a:ext>
              </a:extLst>
            </p:cNvPr>
            <p:cNvSpPr/>
            <p:nvPr/>
          </p:nvSpPr>
          <p:spPr>
            <a:xfrm>
              <a:off x="3474836" y="3472701"/>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grpFill/>
            <a:ln w="25400" cap="flat">
              <a:noFill/>
              <a:prstDash val="solid"/>
              <a:miter lim="400000"/>
            </a:ln>
            <a:effectLst/>
          </p:spPr>
          <p:txBody>
            <a:bodyPr anchor="ctr"/>
            <a:lstStyle/>
            <a:p>
              <a:pPr algn="ctr"/>
              <a:endParaRPr/>
            </a:p>
          </p:txBody>
        </p:sp>
        <p:sp>
          <p:nvSpPr>
            <p:cNvPr id="45" name="iṥlidè">
              <a:extLst>
                <a:ext uri="{FF2B5EF4-FFF2-40B4-BE49-F238E27FC236}">
                  <a16:creationId xmlns:a16="http://schemas.microsoft.com/office/drawing/2014/main" id="{4BAD4580-F6E2-4255-AA06-AD216C6AB025}"/>
                </a:ext>
              </a:extLst>
            </p:cNvPr>
            <p:cNvSpPr/>
            <p:nvPr/>
          </p:nvSpPr>
          <p:spPr>
            <a:xfrm>
              <a:off x="3486460" y="3511833"/>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grpFill/>
            <a:ln w="25400" cap="flat">
              <a:noFill/>
              <a:prstDash val="solid"/>
              <a:miter lim="400000"/>
            </a:ln>
            <a:effectLst/>
          </p:spPr>
          <p:txBody>
            <a:bodyPr anchor="ctr"/>
            <a:lstStyle/>
            <a:p>
              <a:pPr algn="ctr"/>
              <a:endParaRPr/>
            </a:p>
          </p:txBody>
        </p:sp>
        <p:sp>
          <p:nvSpPr>
            <p:cNvPr id="46" name="ïṥlïdè">
              <a:extLst>
                <a:ext uri="{FF2B5EF4-FFF2-40B4-BE49-F238E27FC236}">
                  <a16:creationId xmlns:a16="http://schemas.microsoft.com/office/drawing/2014/main" id="{2EBEE1D0-0E97-4134-8017-9485A9894676}"/>
                </a:ext>
              </a:extLst>
            </p:cNvPr>
            <p:cNvSpPr/>
            <p:nvPr/>
          </p:nvSpPr>
          <p:spPr>
            <a:xfrm>
              <a:off x="3201743" y="3611230"/>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grpFill/>
            <a:ln w="25400" cap="flat">
              <a:noFill/>
              <a:prstDash val="solid"/>
              <a:miter lim="400000"/>
            </a:ln>
            <a:effectLst/>
          </p:spPr>
          <p:txBody>
            <a:bodyPr anchor="ctr"/>
            <a:lstStyle/>
            <a:p>
              <a:pPr algn="ctr"/>
              <a:endParaRPr/>
            </a:p>
          </p:txBody>
        </p:sp>
        <p:sp>
          <p:nvSpPr>
            <p:cNvPr id="47" name="ïşlïḓé">
              <a:extLst>
                <a:ext uri="{FF2B5EF4-FFF2-40B4-BE49-F238E27FC236}">
                  <a16:creationId xmlns:a16="http://schemas.microsoft.com/office/drawing/2014/main" id="{A7375962-9D81-4780-992C-D3EECEE4AFE0}"/>
                </a:ext>
              </a:extLst>
            </p:cNvPr>
            <p:cNvSpPr/>
            <p:nvPr/>
          </p:nvSpPr>
          <p:spPr>
            <a:xfrm>
              <a:off x="3163762" y="3609243"/>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grpFill/>
            <a:ln w="25400" cap="flat">
              <a:noFill/>
              <a:prstDash val="solid"/>
              <a:miter lim="400000"/>
            </a:ln>
            <a:effectLst/>
          </p:spPr>
          <p:txBody>
            <a:bodyPr anchor="ctr"/>
            <a:lstStyle/>
            <a:p>
              <a:pPr algn="ctr"/>
              <a:endParaRPr/>
            </a:p>
          </p:txBody>
        </p:sp>
        <p:sp>
          <p:nvSpPr>
            <p:cNvPr id="48" name="ïṥḻïde">
              <a:extLst>
                <a:ext uri="{FF2B5EF4-FFF2-40B4-BE49-F238E27FC236}">
                  <a16:creationId xmlns:a16="http://schemas.microsoft.com/office/drawing/2014/main" id="{1FF4EEE4-17A5-449A-BB7E-A8295B6FA561}"/>
                </a:ext>
              </a:extLst>
            </p:cNvPr>
            <p:cNvSpPr/>
            <p:nvPr/>
          </p:nvSpPr>
          <p:spPr>
            <a:xfrm>
              <a:off x="3499270" y="3543405"/>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grpFill/>
            <a:ln w="25400" cap="flat">
              <a:noFill/>
              <a:prstDash val="solid"/>
              <a:miter lim="400000"/>
            </a:ln>
            <a:effectLst/>
          </p:spPr>
          <p:txBody>
            <a:bodyPr anchor="ctr"/>
            <a:lstStyle/>
            <a:p>
              <a:pPr algn="ctr"/>
              <a:endParaRPr/>
            </a:p>
          </p:txBody>
        </p:sp>
        <p:sp>
          <p:nvSpPr>
            <p:cNvPr id="49" name="íšľiḍé">
              <a:extLst>
                <a:ext uri="{FF2B5EF4-FFF2-40B4-BE49-F238E27FC236}">
                  <a16:creationId xmlns:a16="http://schemas.microsoft.com/office/drawing/2014/main" id="{0961551D-4D42-4872-8C2D-38AB4E20A5D1}"/>
                </a:ext>
              </a:extLst>
            </p:cNvPr>
            <p:cNvSpPr/>
            <p:nvPr/>
          </p:nvSpPr>
          <p:spPr>
            <a:xfrm>
              <a:off x="3477190" y="3573359"/>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grpFill/>
            <a:ln w="25400" cap="flat">
              <a:noFill/>
              <a:prstDash val="solid"/>
              <a:miter lim="400000"/>
            </a:ln>
            <a:effectLst/>
          </p:spPr>
          <p:txBody>
            <a:bodyPr anchor="ctr"/>
            <a:lstStyle/>
            <a:p>
              <a:pPr algn="ctr"/>
              <a:endParaRPr/>
            </a:p>
          </p:txBody>
        </p:sp>
        <p:sp>
          <p:nvSpPr>
            <p:cNvPr id="50" name="i$liďe">
              <a:extLst>
                <a:ext uri="{FF2B5EF4-FFF2-40B4-BE49-F238E27FC236}">
                  <a16:creationId xmlns:a16="http://schemas.microsoft.com/office/drawing/2014/main" id="{158205F4-5EED-4273-A64D-CA94BA0E192D}"/>
                </a:ext>
              </a:extLst>
            </p:cNvPr>
            <p:cNvSpPr/>
            <p:nvPr/>
          </p:nvSpPr>
          <p:spPr>
            <a:xfrm>
              <a:off x="3463227" y="3603633"/>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grpFill/>
            <a:ln w="25400" cap="flat">
              <a:noFill/>
              <a:prstDash val="solid"/>
              <a:miter lim="400000"/>
            </a:ln>
            <a:effectLst/>
          </p:spPr>
          <p:txBody>
            <a:bodyPr anchor="ctr"/>
            <a:lstStyle/>
            <a:p>
              <a:pPr algn="ctr"/>
              <a:endParaRPr/>
            </a:p>
          </p:txBody>
        </p:sp>
        <p:sp>
          <p:nvSpPr>
            <p:cNvPr id="51" name="íṣļïde">
              <a:extLst>
                <a:ext uri="{FF2B5EF4-FFF2-40B4-BE49-F238E27FC236}">
                  <a16:creationId xmlns:a16="http://schemas.microsoft.com/office/drawing/2014/main" id="{ACE69177-8AD2-474F-B37F-94DC4BBB8D4D}"/>
                </a:ext>
              </a:extLst>
            </p:cNvPr>
            <p:cNvSpPr/>
            <p:nvPr/>
          </p:nvSpPr>
          <p:spPr>
            <a:xfrm>
              <a:off x="3443086" y="3638761"/>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grpFill/>
            <a:ln w="25400" cap="flat">
              <a:noFill/>
              <a:prstDash val="solid"/>
              <a:miter lim="400000"/>
            </a:ln>
            <a:effectLst/>
          </p:spPr>
          <p:txBody>
            <a:bodyPr anchor="ctr"/>
            <a:lstStyle/>
            <a:p>
              <a:pPr algn="ctr"/>
              <a:endParaRPr/>
            </a:p>
          </p:txBody>
        </p:sp>
        <p:sp>
          <p:nvSpPr>
            <p:cNvPr id="52" name="ïŝlïḍe">
              <a:extLst>
                <a:ext uri="{FF2B5EF4-FFF2-40B4-BE49-F238E27FC236}">
                  <a16:creationId xmlns:a16="http://schemas.microsoft.com/office/drawing/2014/main" id="{27EBB3EF-EB63-40F2-881A-FAD9C2EC48C8}"/>
                </a:ext>
              </a:extLst>
            </p:cNvPr>
            <p:cNvSpPr/>
            <p:nvPr/>
          </p:nvSpPr>
          <p:spPr>
            <a:xfrm>
              <a:off x="3429659" y="3689387"/>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grpFill/>
            <a:ln w="25400" cap="flat">
              <a:noFill/>
              <a:prstDash val="solid"/>
              <a:miter lim="400000"/>
            </a:ln>
            <a:effectLst/>
          </p:spPr>
          <p:txBody>
            <a:bodyPr anchor="ctr"/>
            <a:lstStyle/>
            <a:p>
              <a:pPr algn="ctr"/>
              <a:endParaRPr/>
            </a:p>
          </p:txBody>
        </p:sp>
        <p:sp>
          <p:nvSpPr>
            <p:cNvPr id="53" name="íśľíḍe">
              <a:extLst>
                <a:ext uri="{FF2B5EF4-FFF2-40B4-BE49-F238E27FC236}">
                  <a16:creationId xmlns:a16="http://schemas.microsoft.com/office/drawing/2014/main" id="{F15FC9A3-B732-4181-95DE-267C5CF2E940}"/>
                </a:ext>
              </a:extLst>
            </p:cNvPr>
            <p:cNvSpPr/>
            <p:nvPr/>
          </p:nvSpPr>
          <p:spPr>
            <a:xfrm>
              <a:off x="3541688" y="3591732"/>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grpFill/>
            <a:ln w="25400" cap="flat">
              <a:noFill/>
              <a:prstDash val="solid"/>
              <a:miter lim="400000"/>
            </a:ln>
            <a:effectLst/>
          </p:spPr>
          <p:txBody>
            <a:bodyPr anchor="ctr"/>
            <a:lstStyle/>
            <a:p>
              <a:pPr algn="ctr"/>
              <a:endParaRPr/>
            </a:p>
          </p:txBody>
        </p:sp>
        <p:sp>
          <p:nvSpPr>
            <p:cNvPr id="54" name="îṡļiḑè">
              <a:extLst>
                <a:ext uri="{FF2B5EF4-FFF2-40B4-BE49-F238E27FC236}">
                  <a16:creationId xmlns:a16="http://schemas.microsoft.com/office/drawing/2014/main" id="{C55C9323-F279-4DDD-BD86-4BF5B9D79067}"/>
                </a:ext>
              </a:extLst>
            </p:cNvPr>
            <p:cNvSpPr/>
            <p:nvPr/>
          </p:nvSpPr>
          <p:spPr>
            <a:xfrm>
              <a:off x="3470588" y="3663018"/>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grpFill/>
            <a:ln w="25400" cap="flat">
              <a:noFill/>
              <a:prstDash val="solid"/>
              <a:miter lim="400000"/>
            </a:ln>
            <a:effectLst/>
          </p:spPr>
          <p:txBody>
            <a:bodyPr anchor="ctr"/>
            <a:lstStyle/>
            <a:p>
              <a:pPr algn="ctr"/>
              <a:endParaRPr/>
            </a:p>
          </p:txBody>
        </p:sp>
        <p:sp>
          <p:nvSpPr>
            <p:cNvPr id="55" name="iş1îďê">
              <a:extLst>
                <a:ext uri="{FF2B5EF4-FFF2-40B4-BE49-F238E27FC236}">
                  <a16:creationId xmlns:a16="http://schemas.microsoft.com/office/drawing/2014/main" id="{6BDD9A4F-DAFE-43F9-958C-9226FA0A1D70}"/>
                </a:ext>
              </a:extLst>
            </p:cNvPr>
            <p:cNvSpPr/>
            <p:nvPr/>
          </p:nvSpPr>
          <p:spPr>
            <a:xfrm>
              <a:off x="1825926" y="2244407"/>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grpFill/>
            <a:ln w="25400" cap="flat">
              <a:noFill/>
              <a:prstDash val="solid"/>
              <a:miter lim="400000"/>
            </a:ln>
            <a:effectLst/>
          </p:spPr>
          <p:txBody>
            <a:bodyPr anchor="ctr"/>
            <a:lstStyle/>
            <a:p>
              <a:pPr algn="ctr"/>
              <a:endParaRPr/>
            </a:p>
          </p:txBody>
        </p:sp>
        <p:sp>
          <p:nvSpPr>
            <p:cNvPr id="56" name="iṣḻïḍe">
              <a:extLst>
                <a:ext uri="{FF2B5EF4-FFF2-40B4-BE49-F238E27FC236}">
                  <a16:creationId xmlns:a16="http://schemas.microsoft.com/office/drawing/2014/main" id="{9FBA39F2-D217-4FEA-A0BC-7A72A4CA1DD2}"/>
                </a:ext>
              </a:extLst>
            </p:cNvPr>
            <p:cNvSpPr/>
            <p:nvPr/>
          </p:nvSpPr>
          <p:spPr>
            <a:xfrm>
              <a:off x="1823323" y="2056804"/>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grpFill/>
            <a:ln w="25400" cap="flat">
              <a:noFill/>
              <a:prstDash val="solid"/>
              <a:miter lim="400000"/>
            </a:ln>
            <a:effectLst/>
          </p:spPr>
          <p:txBody>
            <a:bodyPr anchor="ctr"/>
            <a:lstStyle/>
            <a:p>
              <a:pPr algn="ctr"/>
              <a:endParaRPr/>
            </a:p>
          </p:txBody>
        </p:sp>
        <p:sp>
          <p:nvSpPr>
            <p:cNvPr id="57" name="išľïďè">
              <a:extLst>
                <a:ext uri="{FF2B5EF4-FFF2-40B4-BE49-F238E27FC236}">
                  <a16:creationId xmlns:a16="http://schemas.microsoft.com/office/drawing/2014/main" id="{6524B41D-4DA4-4CE6-93DF-51430B005901}"/>
                </a:ext>
              </a:extLst>
            </p:cNvPr>
            <p:cNvSpPr/>
            <p:nvPr/>
          </p:nvSpPr>
          <p:spPr>
            <a:xfrm>
              <a:off x="1819244" y="2000935"/>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grpFill/>
            <a:ln w="25400" cap="flat">
              <a:noFill/>
              <a:prstDash val="solid"/>
              <a:miter lim="400000"/>
            </a:ln>
            <a:effectLst/>
          </p:spPr>
          <p:txBody>
            <a:bodyPr anchor="ctr"/>
            <a:lstStyle/>
            <a:p>
              <a:pPr algn="ctr"/>
              <a:endParaRPr/>
            </a:p>
          </p:txBody>
        </p:sp>
        <p:sp>
          <p:nvSpPr>
            <p:cNvPr id="58" name="îṥľiḑe">
              <a:extLst>
                <a:ext uri="{FF2B5EF4-FFF2-40B4-BE49-F238E27FC236}">
                  <a16:creationId xmlns:a16="http://schemas.microsoft.com/office/drawing/2014/main" id="{4CA665F0-430B-4071-862B-96E800526229}"/>
                </a:ext>
              </a:extLst>
            </p:cNvPr>
            <p:cNvSpPr/>
            <p:nvPr/>
          </p:nvSpPr>
          <p:spPr>
            <a:xfrm>
              <a:off x="1856174" y="2020886"/>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grpFill/>
            <a:ln w="25400" cap="flat">
              <a:noFill/>
              <a:prstDash val="solid"/>
              <a:miter lim="400000"/>
            </a:ln>
            <a:effectLst/>
          </p:spPr>
          <p:txBody>
            <a:bodyPr anchor="ctr"/>
            <a:lstStyle/>
            <a:p>
              <a:pPr algn="ctr"/>
              <a:endParaRPr/>
            </a:p>
          </p:txBody>
        </p:sp>
        <p:sp>
          <p:nvSpPr>
            <p:cNvPr id="59" name="íṥḷiḑé">
              <a:extLst>
                <a:ext uri="{FF2B5EF4-FFF2-40B4-BE49-F238E27FC236}">
                  <a16:creationId xmlns:a16="http://schemas.microsoft.com/office/drawing/2014/main" id="{6E8C6C81-A6DC-4090-AABD-326FFE9889F2}"/>
                </a:ext>
              </a:extLst>
            </p:cNvPr>
            <p:cNvSpPr/>
            <p:nvPr/>
          </p:nvSpPr>
          <p:spPr>
            <a:xfrm>
              <a:off x="1296107" y="1987859"/>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grpFill/>
            <a:ln w="25400" cap="flat">
              <a:noFill/>
              <a:prstDash val="solid"/>
              <a:miter lim="400000"/>
            </a:ln>
            <a:effectLst/>
          </p:spPr>
          <p:txBody>
            <a:bodyPr anchor="ctr"/>
            <a:lstStyle/>
            <a:p>
              <a:pPr algn="ctr"/>
              <a:endParaRPr/>
            </a:p>
          </p:txBody>
        </p:sp>
        <p:sp>
          <p:nvSpPr>
            <p:cNvPr id="60" name="î$1íďe">
              <a:extLst>
                <a:ext uri="{FF2B5EF4-FFF2-40B4-BE49-F238E27FC236}">
                  <a16:creationId xmlns:a16="http://schemas.microsoft.com/office/drawing/2014/main" id="{14DE2733-2F89-46D8-8217-DF795E975F79}"/>
                </a:ext>
              </a:extLst>
            </p:cNvPr>
            <p:cNvSpPr/>
            <p:nvPr/>
          </p:nvSpPr>
          <p:spPr>
            <a:xfrm>
              <a:off x="2777576" y="3634434"/>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grpFill/>
            <a:ln w="25400" cap="flat">
              <a:noFill/>
              <a:prstDash val="solid"/>
              <a:miter lim="400000"/>
            </a:ln>
            <a:effectLst/>
          </p:spPr>
          <p:txBody>
            <a:bodyPr anchor="ctr"/>
            <a:lstStyle/>
            <a:p>
              <a:pPr algn="ctr"/>
              <a:endParaRPr/>
            </a:p>
          </p:txBody>
        </p:sp>
        <p:sp>
          <p:nvSpPr>
            <p:cNvPr id="61" name="i$ḷíḓê">
              <a:extLst>
                <a:ext uri="{FF2B5EF4-FFF2-40B4-BE49-F238E27FC236}">
                  <a16:creationId xmlns:a16="http://schemas.microsoft.com/office/drawing/2014/main" id="{6DC442F3-AD5B-4936-8622-E2D310D33B0A}"/>
                </a:ext>
              </a:extLst>
            </p:cNvPr>
            <p:cNvSpPr/>
            <p:nvPr/>
          </p:nvSpPr>
          <p:spPr>
            <a:xfrm>
              <a:off x="3559421" y="5995142"/>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grpFill/>
            <a:ln w="25400" cap="flat">
              <a:noFill/>
              <a:prstDash val="solid"/>
              <a:miter lim="400000"/>
            </a:ln>
            <a:effectLst/>
          </p:spPr>
          <p:txBody>
            <a:bodyPr anchor="ctr"/>
            <a:lstStyle/>
            <a:p>
              <a:pPr algn="ctr"/>
              <a:endParaRPr/>
            </a:p>
          </p:txBody>
        </p:sp>
        <p:sp>
          <p:nvSpPr>
            <p:cNvPr id="62" name="iṡḻíḍè">
              <a:extLst>
                <a:ext uri="{FF2B5EF4-FFF2-40B4-BE49-F238E27FC236}">
                  <a16:creationId xmlns:a16="http://schemas.microsoft.com/office/drawing/2014/main" id="{F608C279-19DB-43B2-B52E-8058C8C95152}"/>
                </a:ext>
              </a:extLst>
            </p:cNvPr>
            <p:cNvSpPr/>
            <p:nvPr/>
          </p:nvSpPr>
          <p:spPr>
            <a:xfrm>
              <a:off x="3768642" y="5937250"/>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grpFill/>
            <a:ln w="25400" cap="flat">
              <a:noFill/>
              <a:prstDash val="solid"/>
              <a:miter lim="400000"/>
            </a:ln>
            <a:effectLst/>
          </p:spPr>
          <p:txBody>
            <a:bodyPr anchor="ctr"/>
            <a:lstStyle/>
            <a:p>
              <a:pPr algn="ctr"/>
              <a:endParaRPr/>
            </a:p>
          </p:txBody>
        </p:sp>
        <p:sp>
          <p:nvSpPr>
            <p:cNvPr id="63" name="îŝľiḑe">
              <a:extLst>
                <a:ext uri="{FF2B5EF4-FFF2-40B4-BE49-F238E27FC236}">
                  <a16:creationId xmlns:a16="http://schemas.microsoft.com/office/drawing/2014/main" id="{06FDE97F-90F8-4A87-B530-38876C5E3A58}"/>
                </a:ext>
              </a:extLst>
            </p:cNvPr>
            <p:cNvSpPr/>
            <p:nvPr/>
          </p:nvSpPr>
          <p:spPr>
            <a:xfrm>
              <a:off x="4951705" y="2729160"/>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grpFill/>
            <a:ln w="25400" cap="flat">
              <a:noFill/>
              <a:prstDash val="solid"/>
              <a:miter lim="400000"/>
            </a:ln>
            <a:effectLst/>
          </p:spPr>
          <p:txBody>
            <a:bodyPr anchor="ctr"/>
            <a:lstStyle/>
            <a:p>
              <a:pPr algn="ctr"/>
              <a:endParaRPr/>
            </a:p>
          </p:txBody>
        </p:sp>
        <p:sp>
          <p:nvSpPr>
            <p:cNvPr id="64" name="ïṧľïḍè">
              <a:extLst>
                <a:ext uri="{FF2B5EF4-FFF2-40B4-BE49-F238E27FC236}">
                  <a16:creationId xmlns:a16="http://schemas.microsoft.com/office/drawing/2014/main" id="{BAD5E368-0D58-425A-8DED-F7A706B83CD0}"/>
                </a:ext>
              </a:extLst>
            </p:cNvPr>
            <p:cNvSpPr/>
            <p:nvPr/>
          </p:nvSpPr>
          <p:spPr>
            <a:xfrm>
              <a:off x="7392962" y="4263491"/>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grpFill/>
            <a:ln w="25400" cap="flat">
              <a:noFill/>
              <a:prstDash val="solid"/>
              <a:miter lim="400000"/>
            </a:ln>
            <a:effectLst/>
          </p:spPr>
          <p:txBody>
            <a:bodyPr anchor="ctr"/>
            <a:lstStyle/>
            <a:p>
              <a:pPr algn="ctr"/>
              <a:endParaRPr/>
            </a:p>
          </p:txBody>
        </p:sp>
        <p:sp>
          <p:nvSpPr>
            <p:cNvPr id="65" name="is1íḋe">
              <a:extLst>
                <a:ext uri="{FF2B5EF4-FFF2-40B4-BE49-F238E27FC236}">
                  <a16:creationId xmlns:a16="http://schemas.microsoft.com/office/drawing/2014/main" id="{B7653CD4-C918-49DC-9656-BC43ABD9C69F}"/>
                </a:ext>
              </a:extLst>
            </p:cNvPr>
            <p:cNvSpPr/>
            <p:nvPr/>
          </p:nvSpPr>
          <p:spPr>
            <a:xfrm>
              <a:off x="6950702" y="4538501"/>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grpFill/>
            <a:ln w="25400" cap="flat">
              <a:noFill/>
              <a:prstDash val="solid"/>
              <a:miter lim="400000"/>
            </a:ln>
            <a:effectLst/>
          </p:spPr>
          <p:txBody>
            <a:bodyPr anchor="ctr"/>
            <a:lstStyle/>
            <a:p>
              <a:pPr algn="ctr"/>
              <a:endParaRPr/>
            </a:p>
          </p:txBody>
        </p:sp>
        <p:sp>
          <p:nvSpPr>
            <p:cNvPr id="66" name="ïṧ1íḓé">
              <a:extLst>
                <a:ext uri="{FF2B5EF4-FFF2-40B4-BE49-F238E27FC236}">
                  <a16:creationId xmlns:a16="http://schemas.microsoft.com/office/drawing/2014/main" id="{598C459A-860C-491A-AC63-CA8938A8CE5E}"/>
                </a:ext>
              </a:extLst>
            </p:cNvPr>
            <p:cNvSpPr/>
            <p:nvPr/>
          </p:nvSpPr>
          <p:spPr>
            <a:xfrm>
              <a:off x="7015877" y="4582107"/>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grpFill/>
            <a:ln w="25400" cap="flat">
              <a:noFill/>
              <a:prstDash val="solid"/>
              <a:miter lim="400000"/>
            </a:ln>
            <a:effectLst/>
          </p:spPr>
          <p:txBody>
            <a:bodyPr anchor="ctr"/>
            <a:lstStyle/>
            <a:p>
              <a:pPr algn="ctr"/>
              <a:endParaRPr/>
            </a:p>
          </p:txBody>
        </p:sp>
        <p:sp>
          <p:nvSpPr>
            <p:cNvPr id="67" name="î$ḷîde">
              <a:extLst>
                <a:ext uri="{FF2B5EF4-FFF2-40B4-BE49-F238E27FC236}">
                  <a16:creationId xmlns:a16="http://schemas.microsoft.com/office/drawing/2014/main" id="{8E8CF225-E447-4966-B2A2-A71418F5D875}"/>
                </a:ext>
              </a:extLst>
            </p:cNvPr>
            <p:cNvSpPr/>
            <p:nvPr/>
          </p:nvSpPr>
          <p:spPr>
            <a:xfrm>
              <a:off x="6990181" y="4542570"/>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grpFill/>
            <a:ln w="25400" cap="flat">
              <a:noFill/>
              <a:prstDash val="solid"/>
              <a:miter lim="400000"/>
            </a:ln>
            <a:effectLst/>
          </p:spPr>
          <p:txBody>
            <a:bodyPr anchor="ctr"/>
            <a:lstStyle/>
            <a:p>
              <a:pPr algn="ctr"/>
              <a:endParaRPr/>
            </a:p>
          </p:txBody>
        </p:sp>
        <p:sp>
          <p:nvSpPr>
            <p:cNvPr id="68" name="íš1íḋê">
              <a:extLst>
                <a:ext uri="{FF2B5EF4-FFF2-40B4-BE49-F238E27FC236}">
                  <a16:creationId xmlns:a16="http://schemas.microsoft.com/office/drawing/2014/main" id="{8A5CD851-95E3-4842-B3CE-421A30ACE6EC}"/>
                </a:ext>
              </a:extLst>
            </p:cNvPr>
            <p:cNvSpPr/>
            <p:nvPr/>
          </p:nvSpPr>
          <p:spPr>
            <a:xfrm>
              <a:off x="6964606" y="4555580"/>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grpFill/>
            <a:ln w="25400" cap="flat">
              <a:noFill/>
              <a:prstDash val="solid"/>
              <a:miter lim="400000"/>
            </a:ln>
            <a:effectLst/>
          </p:spPr>
          <p:txBody>
            <a:bodyPr anchor="ctr"/>
            <a:lstStyle/>
            <a:p>
              <a:pPr algn="ctr"/>
              <a:endParaRPr/>
            </a:p>
          </p:txBody>
        </p:sp>
        <p:sp>
          <p:nvSpPr>
            <p:cNvPr id="69" name="iṩļïḍe">
              <a:extLst>
                <a:ext uri="{FF2B5EF4-FFF2-40B4-BE49-F238E27FC236}">
                  <a16:creationId xmlns:a16="http://schemas.microsoft.com/office/drawing/2014/main" id="{C9674591-AA2B-4C01-91D2-5804FF0F4CE0}"/>
                </a:ext>
              </a:extLst>
            </p:cNvPr>
            <p:cNvSpPr/>
            <p:nvPr/>
          </p:nvSpPr>
          <p:spPr>
            <a:xfrm>
              <a:off x="6946134" y="4515244"/>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grpFill/>
            <a:ln w="25400" cap="flat">
              <a:noFill/>
              <a:prstDash val="solid"/>
              <a:miter lim="400000"/>
            </a:ln>
            <a:effectLst/>
          </p:spPr>
          <p:txBody>
            <a:bodyPr anchor="ctr"/>
            <a:lstStyle/>
            <a:p>
              <a:pPr algn="ctr"/>
              <a:endParaRPr/>
            </a:p>
          </p:txBody>
        </p:sp>
        <p:sp>
          <p:nvSpPr>
            <p:cNvPr id="70" name="îSḻîḍé">
              <a:extLst>
                <a:ext uri="{FF2B5EF4-FFF2-40B4-BE49-F238E27FC236}">
                  <a16:creationId xmlns:a16="http://schemas.microsoft.com/office/drawing/2014/main" id="{E4DA5F1D-2CA5-4F13-A243-8836BF902EC3}"/>
                </a:ext>
              </a:extLst>
            </p:cNvPr>
            <p:cNvSpPr/>
            <p:nvPr/>
          </p:nvSpPr>
          <p:spPr>
            <a:xfrm>
              <a:off x="7355849" y="4831107"/>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grpFill/>
            <a:ln w="25400" cap="flat">
              <a:noFill/>
              <a:prstDash val="solid"/>
              <a:miter lim="400000"/>
            </a:ln>
            <a:effectLst/>
          </p:spPr>
          <p:txBody>
            <a:bodyPr anchor="ctr"/>
            <a:lstStyle/>
            <a:p>
              <a:pPr algn="ctr"/>
              <a:endParaRPr/>
            </a:p>
          </p:txBody>
        </p:sp>
        <p:sp>
          <p:nvSpPr>
            <p:cNvPr id="71" name="ïṧ1îḍé">
              <a:extLst>
                <a:ext uri="{FF2B5EF4-FFF2-40B4-BE49-F238E27FC236}">
                  <a16:creationId xmlns:a16="http://schemas.microsoft.com/office/drawing/2014/main" id="{E47A5F46-3C43-4942-BD8C-DA73B3390DF3}"/>
                </a:ext>
              </a:extLst>
            </p:cNvPr>
            <p:cNvSpPr/>
            <p:nvPr/>
          </p:nvSpPr>
          <p:spPr>
            <a:xfrm>
              <a:off x="7418815" y="4803555"/>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grpFill/>
            <a:ln w="25400" cap="flat">
              <a:noFill/>
              <a:prstDash val="solid"/>
              <a:miter lim="400000"/>
            </a:ln>
            <a:effectLst/>
          </p:spPr>
          <p:txBody>
            <a:bodyPr anchor="ctr"/>
            <a:lstStyle/>
            <a:p>
              <a:pPr algn="ctr"/>
              <a:endParaRPr/>
            </a:p>
          </p:txBody>
        </p:sp>
        <p:sp>
          <p:nvSpPr>
            <p:cNvPr id="72" name="íśḻîḓè">
              <a:extLst>
                <a:ext uri="{FF2B5EF4-FFF2-40B4-BE49-F238E27FC236}">
                  <a16:creationId xmlns:a16="http://schemas.microsoft.com/office/drawing/2014/main" id="{CC283A42-4D8A-4B43-8DB1-72947E2020B1}"/>
                </a:ext>
              </a:extLst>
            </p:cNvPr>
            <p:cNvSpPr/>
            <p:nvPr/>
          </p:nvSpPr>
          <p:spPr>
            <a:xfrm>
              <a:off x="5322768" y="4656828"/>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grpFill/>
            <a:ln w="25400" cap="flat">
              <a:noFill/>
              <a:prstDash val="solid"/>
              <a:miter lim="400000"/>
            </a:ln>
            <a:effectLst/>
          </p:spPr>
          <p:txBody>
            <a:bodyPr anchor="ctr"/>
            <a:lstStyle/>
            <a:p>
              <a:pPr algn="ctr"/>
              <a:endParaRPr/>
            </a:p>
          </p:txBody>
        </p:sp>
        <p:sp>
          <p:nvSpPr>
            <p:cNvPr id="73" name="íṡḷiḓè">
              <a:extLst>
                <a:ext uri="{FF2B5EF4-FFF2-40B4-BE49-F238E27FC236}">
                  <a16:creationId xmlns:a16="http://schemas.microsoft.com/office/drawing/2014/main" id="{B5F76122-165D-4D78-BB5C-222E0C7DBE55}"/>
                </a:ext>
              </a:extLst>
            </p:cNvPr>
            <p:cNvSpPr/>
            <p:nvPr/>
          </p:nvSpPr>
          <p:spPr>
            <a:xfrm>
              <a:off x="5724659" y="4042992"/>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grpFill/>
            <a:ln w="25400" cap="flat">
              <a:noFill/>
              <a:prstDash val="solid"/>
              <a:miter lim="400000"/>
            </a:ln>
            <a:effectLst/>
          </p:spPr>
          <p:txBody>
            <a:bodyPr anchor="ctr"/>
            <a:lstStyle/>
            <a:p>
              <a:pPr algn="ctr"/>
              <a:endParaRPr/>
            </a:p>
          </p:txBody>
        </p:sp>
        <p:sp>
          <p:nvSpPr>
            <p:cNvPr id="74" name="iṧḷídê">
              <a:extLst>
                <a:ext uri="{FF2B5EF4-FFF2-40B4-BE49-F238E27FC236}">
                  <a16:creationId xmlns:a16="http://schemas.microsoft.com/office/drawing/2014/main" id="{4DD72BD6-C396-45EA-8179-21679773A23F}"/>
                </a:ext>
              </a:extLst>
            </p:cNvPr>
            <p:cNvSpPr/>
            <p:nvPr/>
          </p:nvSpPr>
          <p:spPr>
            <a:xfrm>
              <a:off x="5797850" y="3949493"/>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grpFill/>
            <a:ln w="25400" cap="flat">
              <a:noFill/>
              <a:prstDash val="solid"/>
              <a:miter lim="400000"/>
            </a:ln>
            <a:effectLst/>
          </p:spPr>
          <p:txBody>
            <a:bodyPr anchor="ctr"/>
            <a:lstStyle/>
            <a:p>
              <a:pPr algn="ctr"/>
              <a:endParaRPr/>
            </a:p>
          </p:txBody>
        </p:sp>
        <p:sp>
          <p:nvSpPr>
            <p:cNvPr id="75" name="îSľiḓê">
              <a:extLst>
                <a:ext uri="{FF2B5EF4-FFF2-40B4-BE49-F238E27FC236}">
                  <a16:creationId xmlns:a16="http://schemas.microsoft.com/office/drawing/2014/main" id="{D419C135-DBC8-4EDB-831E-C811BD964310}"/>
                </a:ext>
              </a:extLst>
            </p:cNvPr>
            <p:cNvSpPr/>
            <p:nvPr/>
          </p:nvSpPr>
          <p:spPr>
            <a:xfrm>
              <a:off x="5771093" y="400730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grpFill/>
            <a:ln w="25400" cap="flat">
              <a:noFill/>
              <a:prstDash val="solid"/>
              <a:miter lim="400000"/>
            </a:ln>
            <a:effectLst/>
          </p:spPr>
          <p:txBody>
            <a:bodyPr anchor="ctr"/>
            <a:lstStyle/>
            <a:p>
              <a:pPr algn="ctr"/>
              <a:endParaRPr/>
            </a:p>
          </p:txBody>
        </p:sp>
        <p:sp>
          <p:nvSpPr>
            <p:cNvPr id="76" name="ïSḻiḓe">
              <a:extLst>
                <a:ext uri="{FF2B5EF4-FFF2-40B4-BE49-F238E27FC236}">
                  <a16:creationId xmlns:a16="http://schemas.microsoft.com/office/drawing/2014/main" id="{1D2A388A-DFB3-42CE-917E-9EB8FE353D56}"/>
                </a:ext>
              </a:extLst>
            </p:cNvPr>
            <p:cNvSpPr/>
            <p:nvPr/>
          </p:nvSpPr>
          <p:spPr>
            <a:xfrm>
              <a:off x="4744799" y="3515700"/>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grpFill/>
            <a:ln w="25400" cap="flat">
              <a:noFill/>
              <a:prstDash val="solid"/>
              <a:miter lim="400000"/>
            </a:ln>
            <a:effectLst/>
          </p:spPr>
          <p:txBody>
            <a:bodyPr anchor="ctr"/>
            <a:lstStyle/>
            <a:p>
              <a:pPr algn="ctr"/>
              <a:endParaRPr/>
            </a:p>
          </p:txBody>
        </p:sp>
        <p:sp>
          <p:nvSpPr>
            <p:cNvPr id="77" name="iṥļíďê">
              <a:extLst>
                <a:ext uri="{FF2B5EF4-FFF2-40B4-BE49-F238E27FC236}">
                  <a16:creationId xmlns:a16="http://schemas.microsoft.com/office/drawing/2014/main" id="{F037D401-A39C-467A-892F-B3405F1E1690}"/>
                </a:ext>
              </a:extLst>
            </p:cNvPr>
            <p:cNvSpPr/>
            <p:nvPr/>
          </p:nvSpPr>
          <p:spPr>
            <a:xfrm>
              <a:off x="4718288" y="3519867"/>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grpFill/>
            <a:ln w="25400" cap="flat">
              <a:noFill/>
              <a:prstDash val="solid"/>
              <a:miter lim="400000"/>
            </a:ln>
            <a:effectLst/>
          </p:spPr>
          <p:txBody>
            <a:bodyPr anchor="ctr"/>
            <a:lstStyle/>
            <a:p>
              <a:pPr algn="ctr"/>
              <a:endParaRPr/>
            </a:p>
          </p:txBody>
        </p:sp>
        <p:sp>
          <p:nvSpPr>
            <p:cNvPr id="78" name="ïṥḷíḑê">
              <a:extLst>
                <a:ext uri="{FF2B5EF4-FFF2-40B4-BE49-F238E27FC236}">
                  <a16:creationId xmlns:a16="http://schemas.microsoft.com/office/drawing/2014/main" id="{A99DFDFB-2ADF-42D1-8C72-B211AFB98EDC}"/>
                </a:ext>
              </a:extLst>
            </p:cNvPr>
            <p:cNvSpPr/>
            <p:nvPr/>
          </p:nvSpPr>
          <p:spPr>
            <a:xfrm>
              <a:off x="4711539" y="347850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grpFill/>
            <a:ln w="25400" cap="flat">
              <a:noFill/>
              <a:prstDash val="solid"/>
              <a:miter lim="400000"/>
            </a:ln>
            <a:effectLst/>
          </p:spPr>
          <p:txBody>
            <a:bodyPr anchor="ctr"/>
            <a:lstStyle/>
            <a:p>
              <a:pPr algn="ctr"/>
              <a:endParaRPr/>
            </a:p>
          </p:txBody>
        </p:sp>
        <p:sp>
          <p:nvSpPr>
            <p:cNvPr id="79" name="iṥľíḋé">
              <a:extLst>
                <a:ext uri="{FF2B5EF4-FFF2-40B4-BE49-F238E27FC236}">
                  <a16:creationId xmlns:a16="http://schemas.microsoft.com/office/drawing/2014/main" id="{CA925DBB-2569-4805-AC28-DA55A594D6D7}"/>
                </a:ext>
              </a:extLst>
            </p:cNvPr>
            <p:cNvSpPr/>
            <p:nvPr/>
          </p:nvSpPr>
          <p:spPr>
            <a:xfrm>
              <a:off x="4753604" y="348042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grpFill/>
            <a:ln w="25400" cap="flat">
              <a:noFill/>
              <a:prstDash val="solid"/>
              <a:miter lim="400000"/>
            </a:ln>
            <a:effectLst/>
          </p:spPr>
          <p:txBody>
            <a:bodyPr anchor="ctr"/>
            <a:lstStyle/>
            <a:p>
              <a:pPr algn="ctr"/>
              <a:endParaRPr/>
            </a:p>
          </p:txBody>
        </p:sp>
        <p:sp>
          <p:nvSpPr>
            <p:cNvPr id="80" name="ïṩḷidè">
              <a:extLst>
                <a:ext uri="{FF2B5EF4-FFF2-40B4-BE49-F238E27FC236}">
                  <a16:creationId xmlns:a16="http://schemas.microsoft.com/office/drawing/2014/main" id="{D3DEEF63-29CD-49D4-A4ED-2E2BA17A1F57}"/>
                </a:ext>
              </a:extLst>
            </p:cNvPr>
            <p:cNvSpPr/>
            <p:nvPr/>
          </p:nvSpPr>
          <p:spPr>
            <a:xfrm>
              <a:off x="4664619" y="3447009"/>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grpFill/>
            <a:ln w="25400" cap="flat">
              <a:noFill/>
              <a:prstDash val="solid"/>
              <a:miter lim="400000"/>
            </a:ln>
            <a:effectLst/>
          </p:spPr>
          <p:txBody>
            <a:bodyPr anchor="ctr"/>
            <a:lstStyle/>
            <a:p>
              <a:pPr algn="ctr"/>
              <a:endParaRPr/>
            </a:p>
          </p:txBody>
        </p:sp>
        <p:sp>
          <p:nvSpPr>
            <p:cNvPr id="81" name="iṡļiḓé">
              <a:extLst>
                <a:ext uri="{FF2B5EF4-FFF2-40B4-BE49-F238E27FC236}">
                  <a16:creationId xmlns:a16="http://schemas.microsoft.com/office/drawing/2014/main" id="{ED953F68-DA12-4100-8CDA-AEFF3AA67213}"/>
                </a:ext>
              </a:extLst>
            </p:cNvPr>
            <p:cNvSpPr/>
            <p:nvPr/>
          </p:nvSpPr>
          <p:spPr>
            <a:xfrm>
              <a:off x="6355015" y="1385657"/>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grpFill/>
            <a:ln w="25400" cap="flat">
              <a:noFill/>
              <a:prstDash val="solid"/>
              <a:miter lim="400000"/>
            </a:ln>
            <a:effectLst/>
          </p:spPr>
          <p:txBody>
            <a:bodyPr anchor="ctr"/>
            <a:lstStyle/>
            <a:p>
              <a:pPr algn="ctr"/>
              <a:endParaRPr dirty="0"/>
            </a:p>
          </p:txBody>
        </p:sp>
        <p:sp>
          <p:nvSpPr>
            <p:cNvPr id="82" name="íṡļîde">
              <a:extLst>
                <a:ext uri="{FF2B5EF4-FFF2-40B4-BE49-F238E27FC236}">
                  <a16:creationId xmlns:a16="http://schemas.microsoft.com/office/drawing/2014/main" id="{614839EC-881C-4C69-9A81-EFE69B59D9F3}"/>
                </a:ext>
              </a:extLst>
            </p:cNvPr>
            <p:cNvSpPr/>
            <p:nvPr/>
          </p:nvSpPr>
          <p:spPr>
            <a:xfrm>
              <a:off x="7558388" y="1310558"/>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grpFill/>
            <a:ln w="25400" cap="flat">
              <a:noFill/>
              <a:prstDash val="solid"/>
              <a:miter lim="400000"/>
            </a:ln>
            <a:effectLst/>
          </p:spPr>
          <p:txBody>
            <a:bodyPr anchor="ctr"/>
            <a:lstStyle/>
            <a:p>
              <a:pPr algn="ctr"/>
              <a:endParaRPr/>
            </a:p>
          </p:txBody>
        </p:sp>
        <p:sp>
          <p:nvSpPr>
            <p:cNvPr id="83" name="ïṧḻïḍé">
              <a:extLst>
                <a:ext uri="{FF2B5EF4-FFF2-40B4-BE49-F238E27FC236}">
                  <a16:creationId xmlns:a16="http://schemas.microsoft.com/office/drawing/2014/main" id="{B1E70B75-68E9-4B2F-BE9B-80FC07173FF2}"/>
                </a:ext>
              </a:extLst>
            </p:cNvPr>
            <p:cNvSpPr/>
            <p:nvPr/>
          </p:nvSpPr>
          <p:spPr>
            <a:xfrm>
              <a:off x="9628653" y="2148074"/>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grpFill/>
            <a:ln w="25400" cap="flat">
              <a:noFill/>
              <a:prstDash val="solid"/>
              <a:miter lim="400000"/>
            </a:ln>
            <a:effectLst/>
          </p:spPr>
          <p:txBody>
            <a:bodyPr anchor="ctr"/>
            <a:lstStyle/>
            <a:p>
              <a:pPr algn="ctr"/>
              <a:endParaRPr/>
            </a:p>
          </p:txBody>
        </p:sp>
        <p:sp>
          <p:nvSpPr>
            <p:cNvPr id="84" name="i$ľîḓe">
              <a:extLst>
                <a:ext uri="{FF2B5EF4-FFF2-40B4-BE49-F238E27FC236}">
                  <a16:creationId xmlns:a16="http://schemas.microsoft.com/office/drawing/2014/main" id="{AF5C84FB-4C58-440B-9FE2-23544C2EE099}"/>
                </a:ext>
              </a:extLst>
            </p:cNvPr>
            <p:cNvSpPr/>
            <p:nvPr/>
          </p:nvSpPr>
          <p:spPr>
            <a:xfrm>
              <a:off x="9834882" y="2436351"/>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grpFill/>
            <a:ln w="25400" cap="flat">
              <a:noFill/>
              <a:prstDash val="solid"/>
              <a:miter lim="400000"/>
            </a:ln>
            <a:effectLst/>
          </p:spPr>
          <p:txBody>
            <a:bodyPr anchor="ctr"/>
            <a:lstStyle/>
            <a:p>
              <a:pPr algn="ctr"/>
              <a:endParaRPr/>
            </a:p>
          </p:txBody>
        </p:sp>
        <p:sp>
          <p:nvSpPr>
            <p:cNvPr id="85" name="íṩḷidè">
              <a:extLst>
                <a:ext uri="{FF2B5EF4-FFF2-40B4-BE49-F238E27FC236}">
                  <a16:creationId xmlns:a16="http://schemas.microsoft.com/office/drawing/2014/main" id="{4826B533-73DC-4571-809F-0CC5B20ACFE9}"/>
                </a:ext>
              </a:extLst>
            </p:cNvPr>
            <p:cNvSpPr/>
            <p:nvPr/>
          </p:nvSpPr>
          <p:spPr>
            <a:xfrm>
              <a:off x="9716338" y="2591817"/>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grpFill/>
            <a:ln w="25400" cap="flat">
              <a:noFill/>
              <a:prstDash val="solid"/>
              <a:miter lim="400000"/>
            </a:ln>
            <a:effectLst/>
          </p:spPr>
          <p:txBody>
            <a:bodyPr anchor="ctr"/>
            <a:lstStyle/>
            <a:p>
              <a:pPr algn="ctr"/>
              <a:endParaRPr/>
            </a:p>
          </p:txBody>
        </p:sp>
        <p:sp>
          <p:nvSpPr>
            <p:cNvPr id="86" name="îşľiḋé">
              <a:extLst>
                <a:ext uri="{FF2B5EF4-FFF2-40B4-BE49-F238E27FC236}">
                  <a16:creationId xmlns:a16="http://schemas.microsoft.com/office/drawing/2014/main" id="{CC051163-CFA3-42E6-94F3-8A25291CC700}"/>
                </a:ext>
              </a:extLst>
            </p:cNvPr>
            <p:cNvSpPr/>
            <p:nvPr/>
          </p:nvSpPr>
          <p:spPr>
            <a:xfrm>
              <a:off x="9773896" y="2850018"/>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grpFill/>
            <a:ln w="25400" cap="flat">
              <a:noFill/>
              <a:prstDash val="solid"/>
              <a:miter lim="400000"/>
            </a:ln>
            <a:effectLst/>
          </p:spPr>
          <p:txBody>
            <a:bodyPr anchor="ctr"/>
            <a:lstStyle/>
            <a:p>
              <a:pPr algn="ctr"/>
              <a:endParaRPr/>
            </a:p>
          </p:txBody>
        </p:sp>
        <p:sp>
          <p:nvSpPr>
            <p:cNvPr id="87" name="íṧḷiďe">
              <a:extLst>
                <a:ext uri="{FF2B5EF4-FFF2-40B4-BE49-F238E27FC236}">
                  <a16:creationId xmlns:a16="http://schemas.microsoft.com/office/drawing/2014/main" id="{5793B7AA-D483-41C0-8343-ACDB004046FF}"/>
                </a:ext>
              </a:extLst>
            </p:cNvPr>
            <p:cNvSpPr/>
            <p:nvPr/>
          </p:nvSpPr>
          <p:spPr>
            <a:xfrm>
              <a:off x="9703522" y="2858648"/>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grpFill/>
            <a:ln w="25400" cap="flat">
              <a:noFill/>
              <a:prstDash val="solid"/>
              <a:miter lim="400000"/>
            </a:ln>
            <a:effectLst/>
          </p:spPr>
          <p:txBody>
            <a:bodyPr anchor="ctr"/>
            <a:lstStyle/>
            <a:p>
              <a:pPr algn="ctr"/>
              <a:endParaRPr/>
            </a:p>
          </p:txBody>
        </p:sp>
        <p:sp>
          <p:nvSpPr>
            <p:cNvPr id="88" name="íṣļíḍé">
              <a:extLst>
                <a:ext uri="{FF2B5EF4-FFF2-40B4-BE49-F238E27FC236}">
                  <a16:creationId xmlns:a16="http://schemas.microsoft.com/office/drawing/2014/main" id="{4C4EC322-C2D4-496E-8928-781C80DB2AF1}"/>
                </a:ext>
              </a:extLst>
            </p:cNvPr>
            <p:cNvSpPr/>
            <p:nvPr/>
          </p:nvSpPr>
          <p:spPr>
            <a:xfrm>
              <a:off x="9478424" y="3163043"/>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grpFill/>
            <a:ln w="25400" cap="flat">
              <a:noFill/>
              <a:prstDash val="solid"/>
              <a:miter lim="400000"/>
            </a:ln>
            <a:effectLst/>
          </p:spPr>
          <p:txBody>
            <a:bodyPr anchor="ctr"/>
            <a:lstStyle/>
            <a:p>
              <a:pPr algn="ctr"/>
              <a:endParaRPr/>
            </a:p>
          </p:txBody>
        </p:sp>
        <p:sp>
          <p:nvSpPr>
            <p:cNvPr id="89" name="ïS1idê">
              <a:extLst>
                <a:ext uri="{FF2B5EF4-FFF2-40B4-BE49-F238E27FC236}">
                  <a16:creationId xmlns:a16="http://schemas.microsoft.com/office/drawing/2014/main" id="{34DF0BEE-99DE-44E6-9DE8-EC9F8C43D7E6}"/>
                </a:ext>
              </a:extLst>
            </p:cNvPr>
            <p:cNvSpPr/>
            <p:nvPr/>
          </p:nvSpPr>
          <p:spPr>
            <a:xfrm>
              <a:off x="9135285" y="3359667"/>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grpFill/>
            <a:ln w="25400" cap="flat">
              <a:noFill/>
              <a:prstDash val="solid"/>
              <a:miter lim="400000"/>
            </a:ln>
            <a:effectLst/>
          </p:spPr>
          <p:txBody>
            <a:bodyPr anchor="ctr"/>
            <a:lstStyle/>
            <a:p>
              <a:pPr algn="ctr"/>
              <a:endParaRPr/>
            </a:p>
          </p:txBody>
        </p:sp>
        <p:sp>
          <p:nvSpPr>
            <p:cNvPr id="90" name="ïŝļîḓè">
              <a:extLst>
                <a:ext uri="{FF2B5EF4-FFF2-40B4-BE49-F238E27FC236}">
                  <a16:creationId xmlns:a16="http://schemas.microsoft.com/office/drawing/2014/main" id="{5567D3AD-2E0D-409E-A512-D5A836559BB7}"/>
                </a:ext>
              </a:extLst>
            </p:cNvPr>
            <p:cNvSpPr/>
            <p:nvPr/>
          </p:nvSpPr>
          <p:spPr>
            <a:xfrm>
              <a:off x="9517257" y="3403769"/>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grpFill/>
            <a:ln w="25400" cap="flat">
              <a:noFill/>
              <a:prstDash val="solid"/>
              <a:miter lim="400000"/>
            </a:ln>
            <a:effectLst/>
          </p:spPr>
          <p:txBody>
            <a:bodyPr anchor="ctr"/>
            <a:lstStyle/>
            <a:p>
              <a:pPr algn="ctr"/>
              <a:endParaRPr/>
            </a:p>
          </p:txBody>
        </p:sp>
        <p:sp>
          <p:nvSpPr>
            <p:cNvPr id="91" name="ï$líde">
              <a:extLst>
                <a:ext uri="{FF2B5EF4-FFF2-40B4-BE49-F238E27FC236}">
                  <a16:creationId xmlns:a16="http://schemas.microsoft.com/office/drawing/2014/main" id="{25D95AE3-37A2-4C76-A3B5-AFEF0D09CE31}"/>
                </a:ext>
              </a:extLst>
            </p:cNvPr>
            <p:cNvSpPr/>
            <p:nvPr/>
          </p:nvSpPr>
          <p:spPr>
            <a:xfrm>
              <a:off x="9453604" y="3685864"/>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grpFill/>
            <a:ln w="25400" cap="flat">
              <a:noFill/>
              <a:prstDash val="solid"/>
              <a:miter lim="400000"/>
            </a:ln>
            <a:effectLst/>
          </p:spPr>
          <p:txBody>
            <a:bodyPr anchor="ctr"/>
            <a:lstStyle/>
            <a:p>
              <a:pPr algn="ctr"/>
              <a:endParaRPr/>
            </a:p>
          </p:txBody>
        </p:sp>
        <p:sp>
          <p:nvSpPr>
            <p:cNvPr id="92" name="îŝļíḑé">
              <a:extLst>
                <a:ext uri="{FF2B5EF4-FFF2-40B4-BE49-F238E27FC236}">
                  <a16:creationId xmlns:a16="http://schemas.microsoft.com/office/drawing/2014/main" id="{B67E62C0-FAA2-436A-BAA9-6AA655273310}"/>
                </a:ext>
              </a:extLst>
            </p:cNvPr>
            <p:cNvSpPr/>
            <p:nvPr/>
          </p:nvSpPr>
          <p:spPr>
            <a:xfrm>
              <a:off x="9553899" y="3604386"/>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grpFill/>
            <a:ln w="25400" cap="flat">
              <a:noFill/>
              <a:prstDash val="solid"/>
              <a:miter lim="400000"/>
            </a:ln>
            <a:effectLst/>
          </p:spPr>
          <p:txBody>
            <a:bodyPr anchor="ctr"/>
            <a:lstStyle/>
            <a:p>
              <a:pPr algn="ctr"/>
              <a:endParaRPr/>
            </a:p>
          </p:txBody>
        </p:sp>
        <p:sp>
          <p:nvSpPr>
            <p:cNvPr id="93" name="ïsliḋe">
              <a:extLst>
                <a:ext uri="{FF2B5EF4-FFF2-40B4-BE49-F238E27FC236}">
                  <a16:creationId xmlns:a16="http://schemas.microsoft.com/office/drawing/2014/main" id="{E1F14B57-6377-4611-9C6E-C2F3C994065F}"/>
                </a:ext>
              </a:extLst>
            </p:cNvPr>
            <p:cNvSpPr/>
            <p:nvPr/>
          </p:nvSpPr>
          <p:spPr>
            <a:xfrm>
              <a:off x="9690104" y="3635830"/>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grpFill/>
            <a:ln w="25400" cap="flat">
              <a:noFill/>
              <a:prstDash val="solid"/>
              <a:miter lim="400000"/>
            </a:ln>
            <a:effectLst/>
          </p:spPr>
          <p:txBody>
            <a:bodyPr anchor="ctr"/>
            <a:lstStyle/>
            <a:p>
              <a:pPr algn="ctr"/>
              <a:endParaRPr/>
            </a:p>
          </p:txBody>
        </p:sp>
        <p:sp>
          <p:nvSpPr>
            <p:cNvPr id="94" name="îsḻiḍe">
              <a:extLst>
                <a:ext uri="{FF2B5EF4-FFF2-40B4-BE49-F238E27FC236}">
                  <a16:creationId xmlns:a16="http://schemas.microsoft.com/office/drawing/2014/main" id="{92FC965F-7324-45CB-800E-3C3B9E621421}"/>
                </a:ext>
              </a:extLst>
            </p:cNvPr>
            <p:cNvSpPr/>
            <p:nvPr/>
          </p:nvSpPr>
          <p:spPr>
            <a:xfrm>
              <a:off x="9646111" y="3565738"/>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grpFill/>
            <a:ln w="25400" cap="flat">
              <a:noFill/>
              <a:prstDash val="solid"/>
              <a:miter lim="400000"/>
            </a:ln>
            <a:effectLst/>
          </p:spPr>
          <p:txBody>
            <a:bodyPr anchor="ctr"/>
            <a:lstStyle/>
            <a:p>
              <a:pPr algn="ctr"/>
              <a:endParaRPr/>
            </a:p>
          </p:txBody>
        </p:sp>
        <p:sp>
          <p:nvSpPr>
            <p:cNvPr id="95" name="iṩḻíḍè">
              <a:extLst>
                <a:ext uri="{FF2B5EF4-FFF2-40B4-BE49-F238E27FC236}">
                  <a16:creationId xmlns:a16="http://schemas.microsoft.com/office/drawing/2014/main" id="{DE299354-EC57-4CC9-8CA6-3AA21A17D061}"/>
                </a:ext>
              </a:extLst>
            </p:cNvPr>
            <p:cNvSpPr/>
            <p:nvPr/>
          </p:nvSpPr>
          <p:spPr>
            <a:xfrm>
              <a:off x="9594891" y="3654803"/>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grpFill/>
            <a:ln w="25400" cap="flat">
              <a:noFill/>
              <a:prstDash val="solid"/>
              <a:miter lim="400000"/>
            </a:ln>
            <a:effectLst/>
          </p:spPr>
          <p:txBody>
            <a:bodyPr anchor="ctr"/>
            <a:lstStyle/>
            <a:p>
              <a:pPr algn="ctr"/>
              <a:endParaRPr/>
            </a:p>
          </p:txBody>
        </p:sp>
        <p:sp>
          <p:nvSpPr>
            <p:cNvPr id="96" name="ïṧḻídé">
              <a:extLst>
                <a:ext uri="{FF2B5EF4-FFF2-40B4-BE49-F238E27FC236}">
                  <a16:creationId xmlns:a16="http://schemas.microsoft.com/office/drawing/2014/main" id="{C2415891-1E5D-4903-BEFD-7E5C3C35176D}"/>
                </a:ext>
              </a:extLst>
            </p:cNvPr>
            <p:cNvSpPr/>
            <p:nvPr/>
          </p:nvSpPr>
          <p:spPr>
            <a:xfrm>
              <a:off x="9632393" y="3706816"/>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grpFill/>
            <a:ln w="25400" cap="flat">
              <a:noFill/>
              <a:prstDash val="solid"/>
              <a:miter lim="400000"/>
            </a:ln>
            <a:effectLst/>
          </p:spPr>
          <p:txBody>
            <a:bodyPr anchor="ctr"/>
            <a:lstStyle/>
            <a:p>
              <a:pPr algn="ctr"/>
              <a:endParaRPr/>
            </a:p>
          </p:txBody>
        </p:sp>
        <p:sp>
          <p:nvSpPr>
            <p:cNvPr id="97" name="ïşļîḑê">
              <a:extLst>
                <a:ext uri="{FF2B5EF4-FFF2-40B4-BE49-F238E27FC236}">
                  <a16:creationId xmlns:a16="http://schemas.microsoft.com/office/drawing/2014/main" id="{5D0E2643-1BED-4FCE-BD7D-900CA9646BE3}"/>
                </a:ext>
              </a:extLst>
            </p:cNvPr>
            <p:cNvSpPr/>
            <p:nvPr/>
          </p:nvSpPr>
          <p:spPr>
            <a:xfrm>
              <a:off x="9681665" y="3678031"/>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grpFill/>
            <a:ln w="25400" cap="flat">
              <a:noFill/>
              <a:prstDash val="solid"/>
              <a:miter lim="400000"/>
            </a:ln>
            <a:effectLst/>
          </p:spPr>
          <p:txBody>
            <a:bodyPr anchor="ctr"/>
            <a:lstStyle/>
            <a:p>
              <a:pPr algn="ctr"/>
              <a:endParaRPr/>
            </a:p>
          </p:txBody>
        </p:sp>
        <p:sp>
          <p:nvSpPr>
            <p:cNvPr id="98" name="ïṡľîḋê">
              <a:extLst>
                <a:ext uri="{FF2B5EF4-FFF2-40B4-BE49-F238E27FC236}">
                  <a16:creationId xmlns:a16="http://schemas.microsoft.com/office/drawing/2014/main" id="{77AB7629-261D-4676-81C9-C65DA5E82AD6}"/>
                </a:ext>
              </a:extLst>
            </p:cNvPr>
            <p:cNvSpPr/>
            <p:nvPr/>
          </p:nvSpPr>
          <p:spPr>
            <a:xfrm>
              <a:off x="9628583" y="3726518"/>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grpFill/>
            <a:ln w="25400" cap="flat">
              <a:noFill/>
              <a:prstDash val="solid"/>
              <a:miter lim="400000"/>
            </a:ln>
            <a:effectLst/>
          </p:spPr>
          <p:txBody>
            <a:bodyPr anchor="ctr"/>
            <a:lstStyle/>
            <a:p>
              <a:pPr algn="ctr"/>
              <a:endParaRPr/>
            </a:p>
          </p:txBody>
        </p:sp>
        <p:sp>
          <p:nvSpPr>
            <p:cNvPr id="99" name="îṣļíďé">
              <a:extLst>
                <a:ext uri="{FF2B5EF4-FFF2-40B4-BE49-F238E27FC236}">
                  <a16:creationId xmlns:a16="http://schemas.microsoft.com/office/drawing/2014/main" id="{1732D04D-CAC1-4C45-B695-F96E45995961}"/>
                </a:ext>
              </a:extLst>
            </p:cNvPr>
            <p:cNvSpPr/>
            <p:nvPr/>
          </p:nvSpPr>
          <p:spPr>
            <a:xfrm>
              <a:off x="9187751" y="3843193"/>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grpFill/>
            <a:ln w="25400" cap="flat">
              <a:noFill/>
              <a:prstDash val="solid"/>
              <a:miter lim="400000"/>
            </a:ln>
            <a:effectLst/>
          </p:spPr>
          <p:txBody>
            <a:bodyPr anchor="ctr"/>
            <a:lstStyle/>
            <a:p>
              <a:pPr algn="ctr"/>
              <a:endParaRPr/>
            </a:p>
          </p:txBody>
        </p:sp>
        <p:sp>
          <p:nvSpPr>
            <p:cNvPr id="100" name="íṧḷiḋé">
              <a:extLst>
                <a:ext uri="{FF2B5EF4-FFF2-40B4-BE49-F238E27FC236}">
                  <a16:creationId xmlns:a16="http://schemas.microsoft.com/office/drawing/2014/main" id="{AEA651A9-2CC2-4610-9BF7-F0BE89C24F5A}"/>
                </a:ext>
              </a:extLst>
            </p:cNvPr>
            <p:cNvSpPr/>
            <p:nvPr/>
          </p:nvSpPr>
          <p:spPr>
            <a:xfrm>
              <a:off x="9518950" y="4026819"/>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grpFill/>
            <a:ln w="25400" cap="flat">
              <a:noFill/>
              <a:prstDash val="solid"/>
              <a:miter lim="400000"/>
            </a:ln>
            <a:effectLst/>
          </p:spPr>
          <p:txBody>
            <a:bodyPr anchor="ctr"/>
            <a:lstStyle/>
            <a:p>
              <a:pPr algn="ctr"/>
              <a:endParaRPr/>
            </a:p>
          </p:txBody>
        </p:sp>
        <p:sp>
          <p:nvSpPr>
            <p:cNvPr id="101" name="i$ľiḍê">
              <a:extLst>
                <a:ext uri="{FF2B5EF4-FFF2-40B4-BE49-F238E27FC236}">
                  <a16:creationId xmlns:a16="http://schemas.microsoft.com/office/drawing/2014/main" id="{5DEA5345-D77C-4ED5-BBC2-387C60B4C9CC}"/>
                </a:ext>
              </a:extLst>
            </p:cNvPr>
            <p:cNvSpPr/>
            <p:nvPr/>
          </p:nvSpPr>
          <p:spPr>
            <a:xfrm>
              <a:off x="9816350" y="3993819"/>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grpFill/>
            <a:ln w="25400" cap="flat">
              <a:noFill/>
              <a:prstDash val="solid"/>
              <a:miter lim="400000"/>
            </a:ln>
            <a:effectLst/>
          </p:spPr>
          <p:txBody>
            <a:bodyPr anchor="ctr"/>
            <a:lstStyle/>
            <a:p>
              <a:pPr algn="ctr"/>
              <a:endParaRPr/>
            </a:p>
          </p:txBody>
        </p:sp>
        <p:sp>
          <p:nvSpPr>
            <p:cNvPr id="102" name="îṡ1îḋè">
              <a:extLst>
                <a:ext uri="{FF2B5EF4-FFF2-40B4-BE49-F238E27FC236}">
                  <a16:creationId xmlns:a16="http://schemas.microsoft.com/office/drawing/2014/main" id="{17AB4B6C-6A1F-4CEE-BEE7-75BBB5B0285C}"/>
                </a:ext>
              </a:extLst>
            </p:cNvPr>
            <p:cNvSpPr/>
            <p:nvPr/>
          </p:nvSpPr>
          <p:spPr>
            <a:xfrm>
              <a:off x="9834437" y="4184237"/>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grpFill/>
            <a:ln w="25400" cap="flat">
              <a:noFill/>
              <a:prstDash val="solid"/>
              <a:miter lim="400000"/>
            </a:ln>
            <a:effectLst/>
          </p:spPr>
          <p:txBody>
            <a:bodyPr anchor="ctr"/>
            <a:lstStyle/>
            <a:p>
              <a:pPr algn="ctr"/>
              <a:endParaRPr/>
            </a:p>
          </p:txBody>
        </p:sp>
        <p:sp>
          <p:nvSpPr>
            <p:cNvPr id="103" name="îSļiḋe">
              <a:extLst>
                <a:ext uri="{FF2B5EF4-FFF2-40B4-BE49-F238E27FC236}">
                  <a16:creationId xmlns:a16="http://schemas.microsoft.com/office/drawing/2014/main" id="{DEF07BE9-6C5B-4DF2-BB02-DA2CF68C0AB6}"/>
                </a:ext>
              </a:extLst>
            </p:cNvPr>
            <p:cNvSpPr/>
            <p:nvPr/>
          </p:nvSpPr>
          <p:spPr>
            <a:xfrm>
              <a:off x="9664278" y="4387494"/>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grpFill/>
            <a:ln w="25400" cap="flat">
              <a:noFill/>
              <a:prstDash val="solid"/>
              <a:miter lim="400000"/>
            </a:ln>
            <a:effectLst/>
          </p:spPr>
          <p:txBody>
            <a:bodyPr anchor="ctr"/>
            <a:lstStyle/>
            <a:p>
              <a:pPr algn="ctr"/>
              <a:endParaRPr/>
            </a:p>
          </p:txBody>
        </p:sp>
        <p:sp>
          <p:nvSpPr>
            <p:cNvPr id="104" name="îṣlïḓé">
              <a:extLst>
                <a:ext uri="{FF2B5EF4-FFF2-40B4-BE49-F238E27FC236}">
                  <a16:creationId xmlns:a16="http://schemas.microsoft.com/office/drawing/2014/main" id="{D8052451-1EA6-4C3D-AA44-FE64CC6FBEBE}"/>
                </a:ext>
              </a:extLst>
            </p:cNvPr>
            <p:cNvSpPr/>
            <p:nvPr/>
          </p:nvSpPr>
          <p:spPr>
            <a:xfrm>
              <a:off x="9557284" y="4379124"/>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grpFill/>
            <a:ln w="25400" cap="flat">
              <a:noFill/>
              <a:prstDash val="solid"/>
              <a:miter lim="400000"/>
            </a:ln>
            <a:effectLst/>
          </p:spPr>
          <p:txBody>
            <a:bodyPr anchor="ctr"/>
            <a:lstStyle/>
            <a:p>
              <a:pPr algn="ctr"/>
              <a:endParaRPr/>
            </a:p>
          </p:txBody>
        </p:sp>
        <p:sp>
          <p:nvSpPr>
            <p:cNvPr id="105" name="ïṥḷídè">
              <a:extLst>
                <a:ext uri="{FF2B5EF4-FFF2-40B4-BE49-F238E27FC236}">
                  <a16:creationId xmlns:a16="http://schemas.microsoft.com/office/drawing/2014/main" id="{845C124C-7CBE-4822-A933-291498101920}"/>
                </a:ext>
              </a:extLst>
            </p:cNvPr>
            <p:cNvSpPr/>
            <p:nvPr/>
          </p:nvSpPr>
          <p:spPr>
            <a:xfrm>
              <a:off x="9429485" y="4387992"/>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grpFill/>
            <a:ln w="25400" cap="flat">
              <a:noFill/>
              <a:prstDash val="solid"/>
              <a:miter lim="400000"/>
            </a:ln>
            <a:effectLst/>
          </p:spPr>
          <p:txBody>
            <a:bodyPr anchor="ctr"/>
            <a:lstStyle/>
            <a:p>
              <a:pPr algn="ctr"/>
              <a:endParaRPr/>
            </a:p>
          </p:txBody>
        </p:sp>
        <p:sp>
          <p:nvSpPr>
            <p:cNvPr id="106" name="išḷïḍè">
              <a:extLst>
                <a:ext uri="{FF2B5EF4-FFF2-40B4-BE49-F238E27FC236}">
                  <a16:creationId xmlns:a16="http://schemas.microsoft.com/office/drawing/2014/main" id="{E17B3FCD-0622-446C-834D-1165F036D8F5}"/>
                </a:ext>
              </a:extLst>
            </p:cNvPr>
            <p:cNvSpPr/>
            <p:nvPr/>
          </p:nvSpPr>
          <p:spPr>
            <a:xfrm>
              <a:off x="9520068" y="4428015"/>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grpFill/>
            <a:ln w="25400" cap="flat">
              <a:noFill/>
              <a:prstDash val="solid"/>
              <a:miter lim="400000"/>
            </a:ln>
            <a:effectLst/>
          </p:spPr>
          <p:txBody>
            <a:bodyPr anchor="ctr"/>
            <a:lstStyle/>
            <a:p>
              <a:pPr algn="ctr"/>
              <a:endParaRPr/>
            </a:p>
          </p:txBody>
        </p:sp>
        <p:sp>
          <p:nvSpPr>
            <p:cNvPr id="107" name="íṧḻîďê">
              <a:extLst>
                <a:ext uri="{FF2B5EF4-FFF2-40B4-BE49-F238E27FC236}">
                  <a16:creationId xmlns:a16="http://schemas.microsoft.com/office/drawing/2014/main" id="{C9D835DC-9EF7-496F-831A-E840CAEDEC0C}"/>
                </a:ext>
              </a:extLst>
            </p:cNvPr>
            <p:cNvSpPr/>
            <p:nvPr/>
          </p:nvSpPr>
          <p:spPr>
            <a:xfrm>
              <a:off x="9067733" y="4304888"/>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grpFill/>
            <a:ln w="25400" cap="flat">
              <a:noFill/>
              <a:prstDash val="solid"/>
              <a:miter lim="400000"/>
            </a:ln>
            <a:effectLst/>
          </p:spPr>
          <p:txBody>
            <a:bodyPr anchor="ctr"/>
            <a:lstStyle/>
            <a:p>
              <a:pPr algn="ctr"/>
              <a:endParaRPr/>
            </a:p>
          </p:txBody>
        </p:sp>
        <p:sp>
          <p:nvSpPr>
            <p:cNvPr id="108" name="ï$ľiḓê">
              <a:extLst>
                <a:ext uri="{FF2B5EF4-FFF2-40B4-BE49-F238E27FC236}">
                  <a16:creationId xmlns:a16="http://schemas.microsoft.com/office/drawing/2014/main" id="{048F9B3C-FAA2-4329-9F8A-767FB4883B2C}"/>
                </a:ext>
              </a:extLst>
            </p:cNvPr>
            <p:cNvSpPr/>
            <p:nvPr/>
          </p:nvSpPr>
          <p:spPr>
            <a:xfrm>
              <a:off x="8739813" y="3881623"/>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grpFill/>
            <a:ln w="25400" cap="flat">
              <a:noFill/>
              <a:prstDash val="solid"/>
              <a:miter lim="400000"/>
            </a:ln>
            <a:effectLst/>
          </p:spPr>
          <p:txBody>
            <a:bodyPr anchor="ctr"/>
            <a:lstStyle/>
            <a:p>
              <a:pPr algn="ctr"/>
              <a:endParaRPr/>
            </a:p>
          </p:txBody>
        </p:sp>
        <p:sp>
          <p:nvSpPr>
            <p:cNvPr id="109" name="isļîḍé">
              <a:extLst>
                <a:ext uri="{FF2B5EF4-FFF2-40B4-BE49-F238E27FC236}">
                  <a16:creationId xmlns:a16="http://schemas.microsoft.com/office/drawing/2014/main" id="{2175A16C-8C24-448F-BE1D-BDD939C9811D}"/>
                </a:ext>
              </a:extLst>
            </p:cNvPr>
            <p:cNvSpPr/>
            <p:nvPr/>
          </p:nvSpPr>
          <p:spPr>
            <a:xfrm>
              <a:off x="8199229" y="3742697"/>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grpFill/>
            <a:ln w="25400" cap="flat">
              <a:noFill/>
              <a:prstDash val="solid"/>
              <a:miter lim="400000"/>
            </a:ln>
            <a:effectLst/>
          </p:spPr>
          <p:txBody>
            <a:bodyPr anchor="ctr"/>
            <a:lstStyle/>
            <a:p>
              <a:pPr algn="ctr"/>
              <a:endParaRPr/>
            </a:p>
          </p:txBody>
        </p:sp>
        <p:sp>
          <p:nvSpPr>
            <p:cNvPr id="110" name="í$ľîḋê">
              <a:extLst>
                <a:ext uri="{FF2B5EF4-FFF2-40B4-BE49-F238E27FC236}">
                  <a16:creationId xmlns:a16="http://schemas.microsoft.com/office/drawing/2014/main" id="{03673021-97E0-4463-AE5D-129CE6EEA31A}"/>
                </a:ext>
              </a:extLst>
            </p:cNvPr>
            <p:cNvSpPr/>
            <p:nvPr/>
          </p:nvSpPr>
          <p:spPr>
            <a:xfrm>
              <a:off x="7957224" y="3867942"/>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grpFill/>
            <a:ln w="25400" cap="flat">
              <a:noFill/>
              <a:prstDash val="solid"/>
              <a:miter lim="400000"/>
            </a:ln>
            <a:effectLst/>
          </p:spPr>
          <p:txBody>
            <a:bodyPr anchor="ctr"/>
            <a:lstStyle/>
            <a:p>
              <a:pPr algn="ctr"/>
              <a:endParaRPr/>
            </a:p>
          </p:txBody>
        </p:sp>
        <p:sp>
          <p:nvSpPr>
            <p:cNvPr id="111" name="ïślîḍè">
              <a:extLst>
                <a:ext uri="{FF2B5EF4-FFF2-40B4-BE49-F238E27FC236}">
                  <a16:creationId xmlns:a16="http://schemas.microsoft.com/office/drawing/2014/main" id="{101D0600-3F7E-4DED-853C-EA221E31F777}"/>
                </a:ext>
              </a:extLst>
            </p:cNvPr>
            <p:cNvSpPr/>
            <p:nvPr/>
          </p:nvSpPr>
          <p:spPr>
            <a:xfrm>
              <a:off x="7953865" y="3917350"/>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grpFill/>
            <a:ln w="25400" cap="flat">
              <a:noFill/>
              <a:prstDash val="solid"/>
              <a:miter lim="400000"/>
            </a:ln>
            <a:effectLst/>
          </p:spPr>
          <p:txBody>
            <a:bodyPr anchor="ctr"/>
            <a:lstStyle/>
            <a:p>
              <a:pPr algn="ctr"/>
              <a:endParaRPr/>
            </a:p>
          </p:txBody>
        </p:sp>
        <p:sp>
          <p:nvSpPr>
            <p:cNvPr id="112" name="îṣḷiďè">
              <a:extLst>
                <a:ext uri="{FF2B5EF4-FFF2-40B4-BE49-F238E27FC236}">
                  <a16:creationId xmlns:a16="http://schemas.microsoft.com/office/drawing/2014/main" id="{C6708651-1595-4AF1-B683-D42AEE451AA4}"/>
                </a:ext>
              </a:extLst>
            </p:cNvPr>
            <p:cNvSpPr/>
            <p:nvPr/>
          </p:nvSpPr>
          <p:spPr>
            <a:xfrm>
              <a:off x="7931635" y="3837005"/>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grpFill/>
            <a:ln w="25400" cap="flat">
              <a:noFill/>
              <a:prstDash val="solid"/>
              <a:miter lim="400000"/>
            </a:ln>
            <a:effectLst/>
          </p:spPr>
          <p:txBody>
            <a:bodyPr anchor="ctr"/>
            <a:lstStyle/>
            <a:p>
              <a:pPr algn="ctr"/>
              <a:endParaRPr/>
            </a:p>
          </p:txBody>
        </p:sp>
        <p:sp>
          <p:nvSpPr>
            <p:cNvPr id="113" name="işḷídé">
              <a:extLst>
                <a:ext uri="{FF2B5EF4-FFF2-40B4-BE49-F238E27FC236}">
                  <a16:creationId xmlns:a16="http://schemas.microsoft.com/office/drawing/2014/main" id="{48C5964D-1878-44D5-AEF4-1CBF393033BC}"/>
                </a:ext>
              </a:extLst>
            </p:cNvPr>
            <p:cNvSpPr/>
            <p:nvPr/>
          </p:nvSpPr>
          <p:spPr>
            <a:xfrm>
              <a:off x="7171214" y="3107084"/>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grpFill/>
            <a:ln w="25400" cap="flat">
              <a:noFill/>
              <a:prstDash val="solid"/>
              <a:miter lim="400000"/>
            </a:ln>
            <a:effectLst/>
          </p:spPr>
          <p:txBody>
            <a:bodyPr anchor="ctr"/>
            <a:lstStyle/>
            <a:p>
              <a:pPr algn="ctr"/>
              <a:endParaRPr/>
            </a:p>
          </p:txBody>
        </p:sp>
        <p:sp>
          <p:nvSpPr>
            <p:cNvPr id="114" name="íŝḷïde">
              <a:extLst>
                <a:ext uri="{FF2B5EF4-FFF2-40B4-BE49-F238E27FC236}">
                  <a16:creationId xmlns:a16="http://schemas.microsoft.com/office/drawing/2014/main" id="{B142DF08-D362-42C1-BE8C-E33CCD6C4A38}"/>
                </a:ext>
              </a:extLst>
            </p:cNvPr>
            <p:cNvSpPr/>
            <p:nvPr/>
          </p:nvSpPr>
          <p:spPr>
            <a:xfrm>
              <a:off x="6561284" y="2785626"/>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grpFill/>
            <a:ln w="25400" cap="flat">
              <a:noFill/>
              <a:prstDash val="solid"/>
              <a:miter lim="400000"/>
            </a:ln>
            <a:effectLst/>
          </p:spPr>
          <p:txBody>
            <a:bodyPr anchor="ctr"/>
            <a:lstStyle/>
            <a:p>
              <a:pPr algn="ctr"/>
              <a:endParaRPr/>
            </a:p>
          </p:txBody>
        </p:sp>
        <p:sp>
          <p:nvSpPr>
            <p:cNvPr id="115" name="îṡľiḑe">
              <a:extLst>
                <a:ext uri="{FF2B5EF4-FFF2-40B4-BE49-F238E27FC236}">
                  <a16:creationId xmlns:a16="http://schemas.microsoft.com/office/drawing/2014/main" id="{EFFE1C80-1E73-4DC8-AFFD-FFE9BD5D9023}"/>
                </a:ext>
              </a:extLst>
            </p:cNvPr>
            <p:cNvSpPr/>
            <p:nvPr/>
          </p:nvSpPr>
          <p:spPr>
            <a:xfrm>
              <a:off x="5255087" y="1585911"/>
              <a:ext cx="2042366" cy="1189722"/>
            </a:xfrm>
            <a:custGeom>
              <a:avLst/>
              <a:gdLst/>
              <a:ahLst/>
              <a:cxnLst>
                <a:cxn ang="0">
                  <a:pos x="wd2" y="hd2"/>
                </a:cxn>
                <a:cxn ang="5400000">
                  <a:pos x="wd2" y="hd2"/>
                </a:cxn>
                <a:cxn ang="10800000">
                  <a:pos x="wd2" y="hd2"/>
                </a:cxn>
                <a:cxn ang="16200000">
                  <a:pos x="wd2" y="hd2"/>
                </a:cxn>
              </a:cxnLst>
              <a:rect l="0" t="0" r="r" b="b"/>
              <a:pathLst>
                <a:path w="21600" h="21600" extrusionOk="0">
                  <a:moveTo>
                    <a:pt x="20807" y="1150"/>
                  </a:moveTo>
                  <a:lnTo>
                    <a:pt x="20140" y="892"/>
                  </a:lnTo>
                  <a:lnTo>
                    <a:pt x="19827" y="747"/>
                  </a:lnTo>
                  <a:lnTo>
                    <a:pt x="19506" y="542"/>
                  </a:lnTo>
                  <a:lnTo>
                    <a:pt x="19194" y="459"/>
                  </a:lnTo>
                  <a:lnTo>
                    <a:pt x="18976" y="267"/>
                  </a:lnTo>
                  <a:lnTo>
                    <a:pt x="18803" y="212"/>
                  </a:lnTo>
                  <a:lnTo>
                    <a:pt x="18690" y="293"/>
                  </a:lnTo>
                  <a:lnTo>
                    <a:pt x="18482" y="457"/>
                  </a:lnTo>
                  <a:lnTo>
                    <a:pt x="18589" y="626"/>
                  </a:lnTo>
                  <a:lnTo>
                    <a:pt x="18799" y="626"/>
                  </a:lnTo>
                  <a:lnTo>
                    <a:pt x="18944" y="749"/>
                  </a:lnTo>
                  <a:lnTo>
                    <a:pt x="19057" y="799"/>
                  </a:lnTo>
                  <a:lnTo>
                    <a:pt x="19162" y="663"/>
                  </a:lnTo>
                  <a:lnTo>
                    <a:pt x="19282" y="649"/>
                  </a:lnTo>
                  <a:lnTo>
                    <a:pt x="19425" y="814"/>
                  </a:lnTo>
                  <a:lnTo>
                    <a:pt x="19336" y="1164"/>
                  </a:lnTo>
                  <a:lnTo>
                    <a:pt x="19232" y="1314"/>
                  </a:lnTo>
                  <a:lnTo>
                    <a:pt x="19042" y="1149"/>
                  </a:lnTo>
                  <a:lnTo>
                    <a:pt x="18875" y="1149"/>
                  </a:lnTo>
                  <a:lnTo>
                    <a:pt x="18733" y="1250"/>
                  </a:lnTo>
                  <a:lnTo>
                    <a:pt x="18426" y="1346"/>
                  </a:lnTo>
                  <a:lnTo>
                    <a:pt x="18234" y="1428"/>
                  </a:lnTo>
                  <a:lnTo>
                    <a:pt x="18001" y="1483"/>
                  </a:lnTo>
                  <a:lnTo>
                    <a:pt x="17885" y="1455"/>
                  </a:lnTo>
                  <a:lnTo>
                    <a:pt x="17764" y="1282"/>
                  </a:lnTo>
                  <a:lnTo>
                    <a:pt x="17591" y="1204"/>
                  </a:lnTo>
                  <a:lnTo>
                    <a:pt x="17472" y="1218"/>
                  </a:lnTo>
                  <a:lnTo>
                    <a:pt x="17205" y="1314"/>
                  </a:lnTo>
                  <a:lnTo>
                    <a:pt x="16942" y="1479"/>
                  </a:lnTo>
                  <a:lnTo>
                    <a:pt x="16671" y="1671"/>
                  </a:lnTo>
                  <a:lnTo>
                    <a:pt x="16451" y="1882"/>
                  </a:lnTo>
                  <a:lnTo>
                    <a:pt x="16191" y="2147"/>
                  </a:lnTo>
                  <a:lnTo>
                    <a:pt x="16038" y="2203"/>
                  </a:lnTo>
                  <a:lnTo>
                    <a:pt x="15932" y="2029"/>
                  </a:lnTo>
                  <a:lnTo>
                    <a:pt x="15829" y="1988"/>
                  </a:lnTo>
                  <a:lnTo>
                    <a:pt x="15732" y="1892"/>
                  </a:lnTo>
                  <a:lnTo>
                    <a:pt x="15762" y="1710"/>
                  </a:lnTo>
                  <a:lnTo>
                    <a:pt x="15657" y="1417"/>
                  </a:lnTo>
                  <a:lnTo>
                    <a:pt x="15517" y="1390"/>
                  </a:lnTo>
                  <a:lnTo>
                    <a:pt x="15378" y="1390"/>
                  </a:lnTo>
                  <a:lnTo>
                    <a:pt x="15253" y="1481"/>
                  </a:lnTo>
                  <a:lnTo>
                    <a:pt x="15278" y="1641"/>
                  </a:lnTo>
                  <a:lnTo>
                    <a:pt x="15392" y="1819"/>
                  </a:lnTo>
                  <a:lnTo>
                    <a:pt x="15384" y="1998"/>
                  </a:lnTo>
                  <a:lnTo>
                    <a:pt x="15457" y="2135"/>
                  </a:lnTo>
                  <a:lnTo>
                    <a:pt x="15449" y="2313"/>
                  </a:lnTo>
                  <a:lnTo>
                    <a:pt x="15372" y="2418"/>
                  </a:lnTo>
                  <a:lnTo>
                    <a:pt x="15165" y="2528"/>
                  </a:lnTo>
                  <a:lnTo>
                    <a:pt x="14864" y="2652"/>
                  </a:lnTo>
                  <a:lnTo>
                    <a:pt x="14558" y="2802"/>
                  </a:lnTo>
                  <a:lnTo>
                    <a:pt x="14501" y="2964"/>
                  </a:lnTo>
                  <a:lnTo>
                    <a:pt x="14580" y="3129"/>
                  </a:lnTo>
                  <a:lnTo>
                    <a:pt x="14535" y="3260"/>
                  </a:lnTo>
                  <a:lnTo>
                    <a:pt x="14301" y="3357"/>
                  </a:lnTo>
                  <a:lnTo>
                    <a:pt x="14167" y="3571"/>
                  </a:lnTo>
                  <a:lnTo>
                    <a:pt x="14002" y="3383"/>
                  </a:lnTo>
                  <a:lnTo>
                    <a:pt x="13882" y="3233"/>
                  </a:lnTo>
                  <a:lnTo>
                    <a:pt x="13736" y="3151"/>
                  </a:lnTo>
                  <a:lnTo>
                    <a:pt x="13601" y="3165"/>
                  </a:lnTo>
                  <a:lnTo>
                    <a:pt x="13544" y="3303"/>
                  </a:lnTo>
                  <a:lnTo>
                    <a:pt x="13684" y="3412"/>
                  </a:lnTo>
                  <a:lnTo>
                    <a:pt x="13810" y="3412"/>
                  </a:lnTo>
                  <a:lnTo>
                    <a:pt x="13898" y="3509"/>
                  </a:lnTo>
                  <a:lnTo>
                    <a:pt x="13968" y="3600"/>
                  </a:lnTo>
                  <a:lnTo>
                    <a:pt x="14044" y="3723"/>
                  </a:lnTo>
                  <a:lnTo>
                    <a:pt x="13921" y="3938"/>
                  </a:lnTo>
                  <a:lnTo>
                    <a:pt x="13743" y="3952"/>
                  </a:lnTo>
                  <a:lnTo>
                    <a:pt x="13682" y="4102"/>
                  </a:lnTo>
                  <a:lnTo>
                    <a:pt x="13545" y="4125"/>
                  </a:lnTo>
                  <a:lnTo>
                    <a:pt x="13425" y="3918"/>
                  </a:lnTo>
                  <a:lnTo>
                    <a:pt x="13296" y="3768"/>
                  </a:lnTo>
                  <a:lnTo>
                    <a:pt x="13175" y="3714"/>
                  </a:lnTo>
                  <a:lnTo>
                    <a:pt x="13055" y="3663"/>
                  </a:lnTo>
                  <a:lnTo>
                    <a:pt x="12975" y="3430"/>
                  </a:lnTo>
                  <a:lnTo>
                    <a:pt x="12892" y="3238"/>
                  </a:lnTo>
                  <a:lnTo>
                    <a:pt x="12851" y="3047"/>
                  </a:lnTo>
                  <a:lnTo>
                    <a:pt x="12766" y="2877"/>
                  </a:lnTo>
                  <a:lnTo>
                    <a:pt x="12599" y="2739"/>
                  </a:lnTo>
                  <a:lnTo>
                    <a:pt x="12494" y="2631"/>
                  </a:lnTo>
                  <a:lnTo>
                    <a:pt x="12368" y="2420"/>
                  </a:lnTo>
                  <a:lnTo>
                    <a:pt x="12304" y="2245"/>
                  </a:lnTo>
                  <a:lnTo>
                    <a:pt x="12377" y="2017"/>
                  </a:lnTo>
                  <a:lnTo>
                    <a:pt x="12699" y="2003"/>
                  </a:lnTo>
                  <a:cubicBezTo>
                    <a:pt x="12738" y="2035"/>
                    <a:pt x="12777" y="2063"/>
                    <a:pt x="12817" y="2090"/>
                  </a:cubicBezTo>
                  <a:cubicBezTo>
                    <a:pt x="12952" y="2178"/>
                    <a:pt x="13094" y="2236"/>
                    <a:pt x="13239" y="2259"/>
                  </a:cubicBezTo>
                  <a:lnTo>
                    <a:pt x="13399" y="2479"/>
                  </a:lnTo>
                  <a:lnTo>
                    <a:pt x="13603" y="2506"/>
                  </a:lnTo>
                  <a:lnTo>
                    <a:pt x="13797" y="2506"/>
                  </a:lnTo>
                  <a:cubicBezTo>
                    <a:pt x="13873" y="2506"/>
                    <a:pt x="13949" y="2506"/>
                    <a:pt x="14025" y="2506"/>
                  </a:cubicBezTo>
                  <a:cubicBezTo>
                    <a:pt x="14058" y="2506"/>
                    <a:pt x="14090" y="2506"/>
                    <a:pt x="14122" y="2506"/>
                  </a:cubicBezTo>
                  <a:lnTo>
                    <a:pt x="14251" y="2356"/>
                  </a:lnTo>
                  <a:lnTo>
                    <a:pt x="14347" y="2302"/>
                  </a:lnTo>
                  <a:lnTo>
                    <a:pt x="14484" y="2237"/>
                  </a:lnTo>
                  <a:lnTo>
                    <a:pt x="14616" y="2210"/>
                  </a:lnTo>
                  <a:lnTo>
                    <a:pt x="14613" y="2040"/>
                  </a:lnTo>
                  <a:lnTo>
                    <a:pt x="14460" y="1889"/>
                  </a:lnTo>
                  <a:lnTo>
                    <a:pt x="14355" y="1605"/>
                  </a:lnTo>
                  <a:cubicBezTo>
                    <a:pt x="14271" y="1573"/>
                    <a:pt x="14188" y="1533"/>
                    <a:pt x="14107" y="1486"/>
                  </a:cubicBezTo>
                  <a:cubicBezTo>
                    <a:pt x="14008" y="1428"/>
                    <a:pt x="13911" y="1359"/>
                    <a:pt x="13817" y="1279"/>
                  </a:cubicBezTo>
                  <a:lnTo>
                    <a:pt x="13451" y="1078"/>
                  </a:lnTo>
                  <a:lnTo>
                    <a:pt x="13212" y="945"/>
                  </a:lnTo>
                  <a:lnTo>
                    <a:pt x="12842" y="766"/>
                  </a:lnTo>
                  <a:lnTo>
                    <a:pt x="12603" y="849"/>
                  </a:lnTo>
                  <a:lnTo>
                    <a:pt x="12436" y="968"/>
                  </a:lnTo>
                  <a:lnTo>
                    <a:pt x="12291" y="899"/>
                  </a:lnTo>
                  <a:lnTo>
                    <a:pt x="12112" y="639"/>
                  </a:lnTo>
                  <a:lnTo>
                    <a:pt x="11879" y="402"/>
                  </a:lnTo>
                  <a:lnTo>
                    <a:pt x="11669" y="320"/>
                  </a:lnTo>
                  <a:lnTo>
                    <a:pt x="11486" y="252"/>
                  </a:lnTo>
                  <a:lnTo>
                    <a:pt x="11279" y="156"/>
                  </a:lnTo>
                  <a:lnTo>
                    <a:pt x="11086" y="73"/>
                  </a:lnTo>
                  <a:lnTo>
                    <a:pt x="10931" y="18"/>
                  </a:lnTo>
                  <a:lnTo>
                    <a:pt x="10715" y="114"/>
                  </a:lnTo>
                  <a:lnTo>
                    <a:pt x="10556" y="192"/>
                  </a:lnTo>
                  <a:lnTo>
                    <a:pt x="10395" y="137"/>
                  </a:lnTo>
                  <a:lnTo>
                    <a:pt x="10285" y="82"/>
                  </a:lnTo>
                  <a:lnTo>
                    <a:pt x="10146" y="27"/>
                  </a:lnTo>
                  <a:lnTo>
                    <a:pt x="10010" y="0"/>
                  </a:lnTo>
                  <a:lnTo>
                    <a:pt x="9706" y="83"/>
                  </a:lnTo>
                  <a:lnTo>
                    <a:pt x="9387" y="184"/>
                  </a:lnTo>
                  <a:lnTo>
                    <a:pt x="8981" y="564"/>
                  </a:lnTo>
                  <a:lnTo>
                    <a:pt x="8797" y="728"/>
                  </a:lnTo>
                  <a:lnTo>
                    <a:pt x="8584" y="783"/>
                  </a:lnTo>
                  <a:lnTo>
                    <a:pt x="8320" y="915"/>
                  </a:lnTo>
                  <a:lnTo>
                    <a:pt x="8160" y="996"/>
                  </a:lnTo>
                  <a:lnTo>
                    <a:pt x="7967" y="1147"/>
                  </a:lnTo>
                  <a:lnTo>
                    <a:pt x="7886" y="1297"/>
                  </a:lnTo>
                  <a:lnTo>
                    <a:pt x="7888" y="1470"/>
                  </a:lnTo>
                  <a:lnTo>
                    <a:pt x="7855" y="1675"/>
                  </a:lnTo>
                  <a:lnTo>
                    <a:pt x="7776" y="1784"/>
                  </a:lnTo>
                  <a:lnTo>
                    <a:pt x="7655" y="1839"/>
                  </a:lnTo>
                  <a:lnTo>
                    <a:pt x="7530" y="1894"/>
                  </a:lnTo>
                  <a:lnTo>
                    <a:pt x="7376" y="2183"/>
                  </a:lnTo>
                  <a:lnTo>
                    <a:pt x="7276" y="2430"/>
                  </a:lnTo>
                  <a:lnTo>
                    <a:pt x="7123" y="2673"/>
                  </a:lnTo>
                  <a:lnTo>
                    <a:pt x="7099" y="2824"/>
                  </a:lnTo>
                  <a:lnTo>
                    <a:pt x="7051" y="3056"/>
                  </a:lnTo>
                  <a:lnTo>
                    <a:pt x="6924" y="3316"/>
                  </a:lnTo>
                  <a:lnTo>
                    <a:pt x="6795" y="3550"/>
                  </a:lnTo>
                  <a:lnTo>
                    <a:pt x="6610" y="3688"/>
                  </a:lnTo>
                  <a:lnTo>
                    <a:pt x="6375" y="3930"/>
                  </a:lnTo>
                  <a:lnTo>
                    <a:pt x="6295" y="4053"/>
                  </a:lnTo>
                  <a:lnTo>
                    <a:pt x="6207" y="4241"/>
                  </a:lnTo>
                  <a:lnTo>
                    <a:pt x="6072" y="4323"/>
                  </a:lnTo>
                  <a:lnTo>
                    <a:pt x="5796" y="4429"/>
                  </a:lnTo>
                  <a:lnTo>
                    <a:pt x="5615" y="4524"/>
                  </a:lnTo>
                  <a:lnTo>
                    <a:pt x="5511" y="4647"/>
                  </a:lnTo>
                  <a:lnTo>
                    <a:pt x="5386" y="4780"/>
                  </a:lnTo>
                  <a:lnTo>
                    <a:pt x="5249" y="4999"/>
                  </a:lnTo>
                  <a:lnTo>
                    <a:pt x="5158" y="5155"/>
                  </a:lnTo>
                  <a:lnTo>
                    <a:pt x="5088" y="5329"/>
                  </a:lnTo>
                  <a:lnTo>
                    <a:pt x="5065" y="5480"/>
                  </a:lnTo>
                  <a:lnTo>
                    <a:pt x="5065" y="5754"/>
                  </a:lnTo>
                  <a:lnTo>
                    <a:pt x="5089" y="5900"/>
                  </a:lnTo>
                  <a:lnTo>
                    <a:pt x="5118" y="6123"/>
                  </a:lnTo>
                  <a:lnTo>
                    <a:pt x="5094" y="6315"/>
                  </a:lnTo>
                  <a:lnTo>
                    <a:pt x="5118" y="6590"/>
                  </a:lnTo>
                  <a:lnTo>
                    <a:pt x="5312" y="6948"/>
                  </a:lnTo>
                  <a:lnTo>
                    <a:pt x="5497" y="7278"/>
                  </a:lnTo>
                  <a:lnTo>
                    <a:pt x="5698" y="7360"/>
                  </a:lnTo>
                  <a:lnTo>
                    <a:pt x="6010" y="7347"/>
                  </a:lnTo>
                  <a:lnTo>
                    <a:pt x="6179" y="7123"/>
                  </a:lnTo>
                  <a:lnTo>
                    <a:pt x="6421" y="6806"/>
                  </a:lnTo>
                  <a:lnTo>
                    <a:pt x="6673" y="6770"/>
                  </a:lnTo>
                  <a:lnTo>
                    <a:pt x="6722" y="7029"/>
                  </a:lnTo>
                  <a:lnTo>
                    <a:pt x="6859" y="7341"/>
                  </a:lnTo>
                  <a:lnTo>
                    <a:pt x="6923" y="7657"/>
                  </a:lnTo>
                  <a:lnTo>
                    <a:pt x="7026" y="7817"/>
                  </a:lnTo>
                  <a:lnTo>
                    <a:pt x="7026" y="8065"/>
                  </a:lnTo>
                  <a:lnTo>
                    <a:pt x="7034" y="8312"/>
                  </a:lnTo>
                  <a:lnTo>
                    <a:pt x="7120" y="8458"/>
                  </a:lnTo>
                  <a:lnTo>
                    <a:pt x="7192" y="8650"/>
                  </a:lnTo>
                  <a:lnTo>
                    <a:pt x="7493" y="8925"/>
                  </a:lnTo>
                  <a:lnTo>
                    <a:pt x="7581" y="8833"/>
                  </a:lnTo>
                  <a:lnTo>
                    <a:pt x="7850" y="8512"/>
                  </a:lnTo>
                  <a:lnTo>
                    <a:pt x="7962" y="8471"/>
                  </a:lnTo>
                  <a:lnTo>
                    <a:pt x="8086" y="8224"/>
                  </a:lnTo>
                  <a:lnTo>
                    <a:pt x="8142" y="7954"/>
                  </a:lnTo>
                  <a:lnTo>
                    <a:pt x="8118" y="7546"/>
                  </a:lnTo>
                  <a:lnTo>
                    <a:pt x="8183" y="7331"/>
                  </a:lnTo>
                  <a:lnTo>
                    <a:pt x="8408" y="7069"/>
                  </a:lnTo>
                  <a:lnTo>
                    <a:pt x="8596" y="6868"/>
                  </a:lnTo>
                  <a:lnTo>
                    <a:pt x="8782" y="6652"/>
                  </a:lnTo>
                  <a:lnTo>
                    <a:pt x="8870" y="6378"/>
                  </a:lnTo>
                  <a:lnTo>
                    <a:pt x="8870" y="6199"/>
                  </a:lnTo>
                  <a:lnTo>
                    <a:pt x="8675" y="6099"/>
                  </a:lnTo>
                  <a:lnTo>
                    <a:pt x="8400" y="5782"/>
                  </a:lnTo>
                  <a:cubicBezTo>
                    <a:pt x="8345" y="5725"/>
                    <a:pt x="8303" y="5638"/>
                    <a:pt x="8280" y="5535"/>
                  </a:cubicBezTo>
                  <a:cubicBezTo>
                    <a:pt x="8253" y="5415"/>
                    <a:pt x="8255" y="5284"/>
                    <a:pt x="8280" y="5163"/>
                  </a:cubicBezTo>
                  <a:cubicBezTo>
                    <a:pt x="8308" y="5024"/>
                    <a:pt x="8366" y="4907"/>
                    <a:pt x="8441" y="4834"/>
                  </a:cubicBezTo>
                  <a:cubicBezTo>
                    <a:pt x="8456" y="4723"/>
                    <a:pt x="8474" y="4613"/>
                    <a:pt x="8494" y="4505"/>
                  </a:cubicBezTo>
                  <a:cubicBezTo>
                    <a:pt x="8510" y="4424"/>
                    <a:pt x="8527" y="4342"/>
                    <a:pt x="8558" y="4276"/>
                  </a:cubicBezTo>
                  <a:cubicBezTo>
                    <a:pt x="8643" y="4100"/>
                    <a:pt x="8795" y="4075"/>
                    <a:pt x="8897" y="4221"/>
                  </a:cubicBezTo>
                  <a:cubicBezTo>
                    <a:pt x="8958" y="4155"/>
                    <a:pt x="9013" y="4077"/>
                    <a:pt x="9061" y="3987"/>
                  </a:cubicBezTo>
                  <a:cubicBezTo>
                    <a:pt x="9136" y="3848"/>
                    <a:pt x="9193" y="3684"/>
                    <a:pt x="9260" y="3534"/>
                  </a:cubicBezTo>
                  <a:cubicBezTo>
                    <a:pt x="9306" y="3430"/>
                    <a:pt x="9356" y="3332"/>
                    <a:pt x="9405" y="3232"/>
                  </a:cubicBezTo>
                  <a:cubicBezTo>
                    <a:pt x="9452" y="3137"/>
                    <a:pt x="9497" y="3041"/>
                    <a:pt x="9542" y="2943"/>
                  </a:cubicBezTo>
                  <a:lnTo>
                    <a:pt x="9832" y="2723"/>
                  </a:lnTo>
                  <a:lnTo>
                    <a:pt x="9993" y="2545"/>
                  </a:lnTo>
                  <a:lnTo>
                    <a:pt x="10111" y="2705"/>
                  </a:lnTo>
                  <a:lnTo>
                    <a:pt x="10183" y="2884"/>
                  </a:lnTo>
                  <a:lnTo>
                    <a:pt x="10183" y="3144"/>
                  </a:lnTo>
                  <a:lnTo>
                    <a:pt x="10098" y="3332"/>
                  </a:lnTo>
                  <a:lnTo>
                    <a:pt x="10098" y="3689"/>
                  </a:lnTo>
                  <a:lnTo>
                    <a:pt x="10082" y="3859"/>
                  </a:lnTo>
                  <a:lnTo>
                    <a:pt x="9930" y="3957"/>
                  </a:lnTo>
                  <a:lnTo>
                    <a:pt x="9906" y="4204"/>
                  </a:lnTo>
                  <a:lnTo>
                    <a:pt x="9849" y="4492"/>
                  </a:lnTo>
                  <a:lnTo>
                    <a:pt x="9683" y="4633"/>
                  </a:lnTo>
                  <a:lnTo>
                    <a:pt x="9586" y="4780"/>
                  </a:lnTo>
                  <a:lnTo>
                    <a:pt x="9482" y="5082"/>
                  </a:lnTo>
                  <a:lnTo>
                    <a:pt x="9514" y="5403"/>
                  </a:lnTo>
                  <a:lnTo>
                    <a:pt x="9716" y="5586"/>
                  </a:lnTo>
                  <a:cubicBezTo>
                    <a:pt x="9796" y="5549"/>
                    <a:pt x="9881" y="5586"/>
                    <a:pt x="9941" y="5682"/>
                  </a:cubicBezTo>
                  <a:cubicBezTo>
                    <a:pt x="9990" y="5760"/>
                    <a:pt x="10017" y="5871"/>
                    <a:pt x="10065" y="5951"/>
                  </a:cubicBezTo>
                  <a:cubicBezTo>
                    <a:pt x="10132" y="6062"/>
                    <a:pt x="10229" y="6103"/>
                    <a:pt x="10318" y="6056"/>
                  </a:cubicBezTo>
                  <a:lnTo>
                    <a:pt x="10508" y="6070"/>
                  </a:lnTo>
                  <a:lnTo>
                    <a:pt x="10731" y="6002"/>
                  </a:lnTo>
                  <a:lnTo>
                    <a:pt x="10946" y="5851"/>
                  </a:lnTo>
                  <a:lnTo>
                    <a:pt x="11105" y="5786"/>
                  </a:lnTo>
                  <a:lnTo>
                    <a:pt x="11391" y="5848"/>
                  </a:lnTo>
                  <a:lnTo>
                    <a:pt x="11503" y="6039"/>
                  </a:lnTo>
                  <a:lnTo>
                    <a:pt x="11785" y="6094"/>
                  </a:lnTo>
                  <a:lnTo>
                    <a:pt x="11854" y="6226"/>
                  </a:lnTo>
                  <a:lnTo>
                    <a:pt x="11801" y="6390"/>
                  </a:lnTo>
                  <a:lnTo>
                    <a:pt x="11600" y="6542"/>
                  </a:lnTo>
                  <a:lnTo>
                    <a:pt x="11427" y="6730"/>
                  </a:lnTo>
                  <a:lnTo>
                    <a:pt x="11242" y="6739"/>
                  </a:lnTo>
                  <a:lnTo>
                    <a:pt x="11084" y="6698"/>
                  </a:lnTo>
                  <a:lnTo>
                    <a:pt x="10942" y="6629"/>
                  </a:lnTo>
                  <a:lnTo>
                    <a:pt x="10752" y="6588"/>
                  </a:lnTo>
                  <a:lnTo>
                    <a:pt x="10578" y="6629"/>
                  </a:lnTo>
                  <a:lnTo>
                    <a:pt x="10435" y="6670"/>
                  </a:lnTo>
                  <a:lnTo>
                    <a:pt x="10291" y="6748"/>
                  </a:lnTo>
                  <a:lnTo>
                    <a:pt x="10218" y="6936"/>
                  </a:lnTo>
                  <a:lnTo>
                    <a:pt x="10315" y="7045"/>
                  </a:lnTo>
                  <a:lnTo>
                    <a:pt x="10580" y="7535"/>
                  </a:lnTo>
                  <a:lnTo>
                    <a:pt x="10580" y="7737"/>
                  </a:lnTo>
                  <a:lnTo>
                    <a:pt x="10500" y="7925"/>
                  </a:lnTo>
                  <a:lnTo>
                    <a:pt x="10333" y="8021"/>
                  </a:lnTo>
                  <a:lnTo>
                    <a:pt x="10285" y="8145"/>
                  </a:lnTo>
                  <a:lnTo>
                    <a:pt x="10181" y="8076"/>
                  </a:lnTo>
                  <a:lnTo>
                    <a:pt x="10133" y="7815"/>
                  </a:lnTo>
                  <a:lnTo>
                    <a:pt x="10012" y="7706"/>
                  </a:lnTo>
                  <a:lnTo>
                    <a:pt x="9771" y="7733"/>
                  </a:lnTo>
                  <a:lnTo>
                    <a:pt x="9701" y="7811"/>
                  </a:lnTo>
                  <a:lnTo>
                    <a:pt x="9701" y="8017"/>
                  </a:lnTo>
                  <a:lnTo>
                    <a:pt x="9581" y="8163"/>
                  </a:lnTo>
                  <a:lnTo>
                    <a:pt x="9597" y="8488"/>
                  </a:lnTo>
                  <a:lnTo>
                    <a:pt x="9637" y="8686"/>
                  </a:lnTo>
                  <a:lnTo>
                    <a:pt x="9693" y="8944"/>
                  </a:lnTo>
                  <a:lnTo>
                    <a:pt x="9588" y="9131"/>
                  </a:lnTo>
                  <a:lnTo>
                    <a:pt x="9435" y="9310"/>
                  </a:lnTo>
                  <a:lnTo>
                    <a:pt x="9298" y="9530"/>
                  </a:lnTo>
                  <a:lnTo>
                    <a:pt x="9180" y="9627"/>
                  </a:lnTo>
                  <a:lnTo>
                    <a:pt x="9092" y="9735"/>
                  </a:lnTo>
                  <a:lnTo>
                    <a:pt x="8983" y="9736"/>
                  </a:lnTo>
                  <a:cubicBezTo>
                    <a:pt x="8962" y="9703"/>
                    <a:pt x="8942" y="9671"/>
                    <a:pt x="8921" y="9640"/>
                  </a:cubicBezTo>
                  <a:cubicBezTo>
                    <a:pt x="8891" y="9595"/>
                    <a:pt x="8861" y="9551"/>
                    <a:pt x="8830" y="9508"/>
                  </a:cubicBezTo>
                  <a:lnTo>
                    <a:pt x="8564" y="9467"/>
                  </a:lnTo>
                  <a:lnTo>
                    <a:pt x="8300" y="9659"/>
                  </a:lnTo>
                  <a:lnTo>
                    <a:pt x="7986" y="9865"/>
                  </a:lnTo>
                  <a:lnTo>
                    <a:pt x="7905" y="9974"/>
                  </a:lnTo>
                  <a:lnTo>
                    <a:pt x="7739" y="10070"/>
                  </a:lnTo>
                  <a:lnTo>
                    <a:pt x="7634" y="10001"/>
                  </a:lnTo>
                  <a:lnTo>
                    <a:pt x="7465" y="9864"/>
                  </a:lnTo>
                  <a:lnTo>
                    <a:pt x="7314" y="9781"/>
                  </a:lnTo>
                  <a:lnTo>
                    <a:pt x="7226" y="9644"/>
                  </a:lnTo>
                  <a:lnTo>
                    <a:pt x="7149" y="9740"/>
                  </a:lnTo>
                  <a:lnTo>
                    <a:pt x="6975" y="9746"/>
                  </a:lnTo>
                  <a:lnTo>
                    <a:pt x="6769" y="9966"/>
                  </a:lnTo>
                  <a:lnTo>
                    <a:pt x="6586" y="9828"/>
                  </a:lnTo>
                  <a:lnTo>
                    <a:pt x="6498" y="9655"/>
                  </a:lnTo>
                  <a:lnTo>
                    <a:pt x="6359" y="9499"/>
                  </a:lnTo>
                  <a:lnTo>
                    <a:pt x="6246" y="9210"/>
                  </a:lnTo>
                  <a:lnTo>
                    <a:pt x="6332" y="9059"/>
                  </a:lnTo>
                  <a:lnTo>
                    <a:pt x="6468" y="9059"/>
                  </a:lnTo>
                  <a:lnTo>
                    <a:pt x="6436" y="9269"/>
                  </a:lnTo>
                  <a:lnTo>
                    <a:pt x="6594" y="9356"/>
                  </a:lnTo>
                  <a:lnTo>
                    <a:pt x="6642" y="9122"/>
                  </a:lnTo>
                  <a:lnTo>
                    <a:pt x="6779" y="9264"/>
                  </a:lnTo>
                  <a:lnTo>
                    <a:pt x="6939" y="9386"/>
                  </a:lnTo>
                  <a:lnTo>
                    <a:pt x="7020" y="9181"/>
                  </a:lnTo>
                  <a:lnTo>
                    <a:pt x="7095" y="8939"/>
                  </a:lnTo>
                  <a:lnTo>
                    <a:pt x="7009" y="8646"/>
                  </a:lnTo>
                  <a:lnTo>
                    <a:pt x="6883" y="8491"/>
                  </a:lnTo>
                  <a:lnTo>
                    <a:pt x="6741" y="8555"/>
                  </a:lnTo>
                  <a:lnTo>
                    <a:pt x="6645" y="8802"/>
                  </a:lnTo>
                  <a:lnTo>
                    <a:pt x="6668" y="8966"/>
                  </a:lnTo>
                  <a:lnTo>
                    <a:pt x="6572" y="8980"/>
                  </a:lnTo>
                  <a:lnTo>
                    <a:pt x="6524" y="8733"/>
                  </a:lnTo>
                  <a:lnTo>
                    <a:pt x="6425" y="8870"/>
                  </a:lnTo>
                  <a:lnTo>
                    <a:pt x="6282" y="8896"/>
                  </a:lnTo>
                  <a:lnTo>
                    <a:pt x="6298" y="8622"/>
                  </a:lnTo>
                  <a:lnTo>
                    <a:pt x="6338" y="8473"/>
                  </a:lnTo>
                  <a:lnTo>
                    <a:pt x="6394" y="8309"/>
                  </a:lnTo>
                  <a:lnTo>
                    <a:pt x="6394" y="7953"/>
                  </a:lnTo>
                  <a:lnTo>
                    <a:pt x="6380" y="7651"/>
                  </a:lnTo>
                  <a:lnTo>
                    <a:pt x="6254" y="7719"/>
                  </a:lnTo>
                  <a:lnTo>
                    <a:pt x="6189" y="7989"/>
                  </a:lnTo>
                  <a:lnTo>
                    <a:pt x="6096" y="8126"/>
                  </a:lnTo>
                  <a:lnTo>
                    <a:pt x="5932" y="8300"/>
                  </a:lnTo>
                  <a:lnTo>
                    <a:pt x="5836" y="8520"/>
                  </a:lnTo>
                  <a:lnTo>
                    <a:pt x="5819" y="8717"/>
                  </a:lnTo>
                  <a:lnTo>
                    <a:pt x="5921" y="8917"/>
                  </a:lnTo>
                  <a:lnTo>
                    <a:pt x="5974" y="9081"/>
                  </a:lnTo>
                  <a:lnTo>
                    <a:pt x="5934" y="9324"/>
                  </a:lnTo>
                  <a:lnTo>
                    <a:pt x="6004" y="9512"/>
                  </a:lnTo>
                  <a:lnTo>
                    <a:pt x="6235" y="9416"/>
                  </a:lnTo>
                  <a:lnTo>
                    <a:pt x="6253" y="9581"/>
                  </a:lnTo>
                  <a:lnTo>
                    <a:pt x="6088" y="9704"/>
                  </a:lnTo>
                  <a:lnTo>
                    <a:pt x="6016" y="9787"/>
                  </a:lnTo>
                  <a:lnTo>
                    <a:pt x="5983" y="10057"/>
                  </a:lnTo>
                  <a:lnTo>
                    <a:pt x="5865" y="10144"/>
                  </a:lnTo>
                  <a:lnTo>
                    <a:pt x="5664" y="10172"/>
                  </a:lnTo>
                  <a:lnTo>
                    <a:pt x="5506" y="10172"/>
                  </a:lnTo>
                  <a:lnTo>
                    <a:pt x="5370" y="10240"/>
                  </a:lnTo>
                  <a:lnTo>
                    <a:pt x="5273" y="10337"/>
                  </a:lnTo>
                  <a:lnTo>
                    <a:pt x="5101" y="10364"/>
                  </a:lnTo>
                  <a:lnTo>
                    <a:pt x="5002" y="10364"/>
                  </a:lnTo>
                  <a:lnTo>
                    <a:pt x="4982" y="10538"/>
                  </a:lnTo>
                  <a:lnTo>
                    <a:pt x="4867" y="10739"/>
                  </a:lnTo>
                  <a:lnTo>
                    <a:pt x="4738" y="10945"/>
                  </a:lnTo>
                  <a:lnTo>
                    <a:pt x="4563" y="11169"/>
                  </a:lnTo>
                  <a:lnTo>
                    <a:pt x="4385" y="11316"/>
                  </a:lnTo>
                  <a:lnTo>
                    <a:pt x="4328" y="11463"/>
                  </a:lnTo>
                  <a:lnTo>
                    <a:pt x="4152" y="11706"/>
                  </a:lnTo>
                  <a:lnTo>
                    <a:pt x="4065" y="11719"/>
                  </a:lnTo>
                  <a:lnTo>
                    <a:pt x="3934" y="11751"/>
                  </a:lnTo>
                  <a:lnTo>
                    <a:pt x="3849" y="11911"/>
                  </a:lnTo>
                  <a:lnTo>
                    <a:pt x="3781" y="12158"/>
                  </a:lnTo>
                  <a:lnTo>
                    <a:pt x="3725" y="12255"/>
                  </a:lnTo>
                  <a:lnTo>
                    <a:pt x="3603" y="12585"/>
                  </a:lnTo>
                  <a:lnTo>
                    <a:pt x="3316" y="12676"/>
                  </a:lnTo>
                  <a:lnTo>
                    <a:pt x="3265" y="12951"/>
                  </a:lnTo>
                  <a:lnTo>
                    <a:pt x="3134" y="12987"/>
                  </a:lnTo>
                  <a:lnTo>
                    <a:pt x="3035" y="12919"/>
                  </a:lnTo>
                  <a:lnTo>
                    <a:pt x="2939" y="12754"/>
                  </a:lnTo>
                  <a:cubicBezTo>
                    <a:pt x="2886" y="12812"/>
                    <a:pt x="2837" y="12876"/>
                    <a:pt x="2790" y="12947"/>
                  </a:cubicBezTo>
                  <a:cubicBezTo>
                    <a:pt x="2744" y="13015"/>
                    <a:pt x="2702" y="13088"/>
                    <a:pt x="2663" y="13166"/>
                  </a:cubicBezTo>
                  <a:lnTo>
                    <a:pt x="2511" y="13235"/>
                  </a:lnTo>
                  <a:lnTo>
                    <a:pt x="2334" y="13327"/>
                  </a:lnTo>
                  <a:lnTo>
                    <a:pt x="2256" y="13258"/>
                  </a:lnTo>
                  <a:lnTo>
                    <a:pt x="2079" y="13176"/>
                  </a:lnTo>
                  <a:lnTo>
                    <a:pt x="1886" y="13313"/>
                  </a:lnTo>
                  <a:lnTo>
                    <a:pt x="1701" y="13451"/>
                  </a:lnTo>
                  <a:lnTo>
                    <a:pt x="1776" y="13589"/>
                  </a:lnTo>
                  <a:lnTo>
                    <a:pt x="1890" y="13693"/>
                  </a:lnTo>
                  <a:lnTo>
                    <a:pt x="2105" y="13776"/>
                  </a:lnTo>
                  <a:lnTo>
                    <a:pt x="2379" y="13955"/>
                  </a:lnTo>
                  <a:lnTo>
                    <a:pt x="2554" y="14129"/>
                  </a:lnTo>
                  <a:lnTo>
                    <a:pt x="2659" y="14413"/>
                  </a:lnTo>
                  <a:lnTo>
                    <a:pt x="2704" y="14587"/>
                  </a:lnTo>
                  <a:lnTo>
                    <a:pt x="2768" y="14861"/>
                  </a:lnTo>
                  <a:lnTo>
                    <a:pt x="2792" y="15475"/>
                  </a:lnTo>
                  <a:lnTo>
                    <a:pt x="2771" y="15814"/>
                  </a:lnTo>
                  <a:cubicBezTo>
                    <a:pt x="2745" y="15996"/>
                    <a:pt x="2708" y="16172"/>
                    <a:pt x="2661" y="16341"/>
                  </a:cubicBezTo>
                  <a:cubicBezTo>
                    <a:pt x="2629" y="16460"/>
                    <a:pt x="2591" y="16574"/>
                    <a:pt x="2549" y="16684"/>
                  </a:cubicBezTo>
                  <a:lnTo>
                    <a:pt x="2342" y="16817"/>
                  </a:lnTo>
                  <a:lnTo>
                    <a:pt x="2030" y="16830"/>
                  </a:lnTo>
                  <a:lnTo>
                    <a:pt x="1856" y="16830"/>
                  </a:lnTo>
                  <a:lnTo>
                    <a:pt x="1549" y="16804"/>
                  </a:lnTo>
                  <a:lnTo>
                    <a:pt x="1329" y="16707"/>
                  </a:lnTo>
                  <a:lnTo>
                    <a:pt x="970" y="16537"/>
                  </a:lnTo>
                  <a:lnTo>
                    <a:pt x="739" y="16469"/>
                  </a:lnTo>
                  <a:lnTo>
                    <a:pt x="478" y="16547"/>
                  </a:lnTo>
                  <a:lnTo>
                    <a:pt x="293" y="16647"/>
                  </a:lnTo>
                  <a:lnTo>
                    <a:pt x="164" y="17042"/>
                  </a:lnTo>
                  <a:lnTo>
                    <a:pt x="199" y="17371"/>
                  </a:lnTo>
                  <a:lnTo>
                    <a:pt x="231" y="17765"/>
                  </a:lnTo>
                  <a:lnTo>
                    <a:pt x="199" y="18217"/>
                  </a:lnTo>
                  <a:lnTo>
                    <a:pt x="86" y="18602"/>
                  </a:lnTo>
                  <a:lnTo>
                    <a:pt x="24" y="19028"/>
                  </a:lnTo>
                  <a:lnTo>
                    <a:pt x="0" y="19390"/>
                  </a:lnTo>
                  <a:lnTo>
                    <a:pt x="32" y="19623"/>
                  </a:lnTo>
                  <a:lnTo>
                    <a:pt x="105" y="19880"/>
                  </a:lnTo>
                  <a:lnTo>
                    <a:pt x="97" y="20137"/>
                  </a:lnTo>
                  <a:lnTo>
                    <a:pt x="40" y="20343"/>
                  </a:lnTo>
                  <a:lnTo>
                    <a:pt x="81" y="20612"/>
                  </a:lnTo>
                  <a:lnTo>
                    <a:pt x="245" y="20708"/>
                  </a:lnTo>
                  <a:lnTo>
                    <a:pt x="417" y="20644"/>
                  </a:lnTo>
                  <a:lnTo>
                    <a:pt x="624" y="20794"/>
                  </a:lnTo>
                  <a:lnTo>
                    <a:pt x="693" y="20881"/>
                  </a:lnTo>
                  <a:lnTo>
                    <a:pt x="1007" y="21211"/>
                  </a:lnTo>
                  <a:lnTo>
                    <a:pt x="1064" y="21408"/>
                  </a:lnTo>
                  <a:lnTo>
                    <a:pt x="1160" y="21436"/>
                  </a:lnTo>
                  <a:lnTo>
                    <a:pt x="1241" y="21600"/>
                  </a:lnTo>
                  <a:lnTo>
                    <a:pt x="1286" y="21437"/>
                  </a:lnTo>
                  <a:lnTo>
                    <a:pt x="1286" y="21236"/>
                  </a:lnTo>
                  <a:lnTo>
                    <a:pt x="1358" y="21119"/>
                  </a:lnTo>
                  <a:lnTo>
                    <a:pt x="1562" y="21092"/>
                  </a:lnTo>
                  <a:lnTo>
                    <a:pt x="1667" y="21105"/>
                  </a:lnTo>
                  <a:cubicBezTo>
                    <a:pt x="1731" y="21119"/>
                    <a:pt x="1796" y="21128"/>
                    <a:pt x="1860" y="21133"/>
                  </a:cubicBezTo>
                  <a:cubicBezTo>
                    <a:pt x="1936" y="21139"/>
                    <a:pt x="2011" y="21139"/>
                    <a:pt x="2086" y="21133"/>
                  </a:cubicBezTo>
                  <a:lnTo>
                    <a:pt x="2247" y="21051"/>
                  </a:lnTo>
                  <a:lnTo>
                    <a:pt x="2333" y="20941"/>
                  </a:lnTo>
                  <a:lnTo>
                    <a:pt x="2422" y="20693"/>
                  </a:lnTo>
                  <a:lnTo>
                    <a:pt x="2519" y="20556"/>
                  </a:lnTo>
                  <a:lnTo>
                    <a:pt x="2655" y="20387"/>
                  </a:lnTo>
                  <a:lnTo>
                    <a:pt x="2784" y="20214"/>
                  </a:lnTo>
                  <a:lnTo>
                    <a:pt x="2897" y="20063"/>
                  </a:lnTo>
                  <a:lnTo>
                    <a:pt x="2921" y="19885"/>
                  </a:lnTo>
                  <a:lnTo>
                    <a:pt x="2921" y="19541"/>
                  </a:lnTo>
                  <a:lnTo>
                    <a:pt x="2969" y="19349"/>
                  </a:lnTo>
                  <a:lnTo>
                    <a:pt x="3039" y="19161"/>
                  </a:lnTo>
                  <a:lnTo>
                    <a:pt x="3241" y="18748"/>
                  </a:lnTo>
                  <a:lnTo>
                    <a:pt x="3257" y="18515"/>
                  </a:lnTo>
                  <a:cubicBezTo>
                    <a:pt x="3267" y="18464"/>
                    <a:pt x="3283" y="18417"/>
                    <a:pt x="3305" y="18379"/>
                  </a:cubicBezTo>
                  <a:cubicBezTo>
                    <a:pt x="3367" y="18269"/>
                    <a:pt x="3459" y="18240"/>
                    <a:pt x="3541" y="18187"/>
                  </a:cubicBezTo>
                  <a:cubicBezTo>
                    <a:pt x="3616" y="18139"/>
                    <a:pt x="3685" y="18071"/>
                    <a:pt x="3745" y="17985"/>
                  </a:cubicBezTo>
                  <a:lnTo>
                    <a:pt x="3923" y="17728"/>
                  </a:lnTo>
                  <a:lnTo>
                    <a:pt x="4081" y="17581"/>
                  </a:lnTo>
                  <a:lnTo>
                    <a:pt x="4167" y="17554"/>
                  </a:lnTo>
                  <a:lnTo>
                    <a:pt x="4059" y="17247"/>
                  </a:lnTo>
                  <a:lnTo>
                    <a:pt x="3955" y="17261"/>
                  </a:lnTo>
                  <a:lnTo>
                    <a:pt x="3938" y="16973"/>
                  </a:lnTo>
                  <a:lnTo>
                    <a:pt x="4118" y="16859"/>
                  </a:lnTo>
                  <a:lnTo>
                    <a:pt x="4354" y="16726"/>
                  </a:lnTo>
                  <a:lnTo>
                    <a:pt x="4432" y="16658"/>
                  </a:lnTo>
                  <a:lnTo>
                    <a:pt x="4620" y="16554"/>
                  </a:lnTo>
                  <a:lnTo>
                    <a:pt x="4738" y="16663"/>
                  </a:lnTo>
                  <a:lnTo>
                    <a:pt x="4945" y="16842"/>
                  </a:lnTo>
                  <a:lnTo>
                    <a:pt x="5057" y="16801"/>
                  </a:lnTo>
                  <a:lnTo>
                    <a:pt x="5270" y="16614"/>
                  </a:lnTo>
                  <a:cubicBezTo>
                    <a:pt x="5348" y="16588"/>
                    <a:pt x="5424" y="16547"/>
                    <a:pt x="5495" y="16490"/>
                  </a:cubicBezTo>
                  <a:cubicBezTo>
                    <a:pt x="5582" y="16422"/>
                    <a:pt x="5661" y="16332"/>
                    <a:pt x="5732" y="16224"/>
                  </a:cubicBezTo>
                  <a:lnTo>
                    <a:pt x="5896" y="16096"/>
                  </a:lnTo>
                  <a:lnTo>
                    <a:pt x="6009" y="16027"/>
                  </a:lnTo>
                  <a:lnTo>
                    <a:pt x="6185" y="15959"/>
                  </a:lnTo>
                  <a:lnTo>
                    <a:pt x="6336" y="16187"/>
                  </a:lnTo>
                  <a:lnTo>
                    <a:pt x="6513" y="16558"/>
                  </a:lnTo>
                  <a:lnTo>
                    <a:pt x="6478" y="16957"/>
                  </a:lnTo>
                  <a:lnTo>
                    <a:pt x="6566" y="17191"/>
                  </a:lnTo>
                  <a:cubicBezTo>
                    <a:pt x="6627" y="17266"/>
                    <a:pt x="6693" y="17327"/>
                    <a:pt x="6762" y="17374"/>
                  </a:cubicBezTo>
                  <a:cubicBezTo>
                    <a:pt x="6828" y="17418"/>
                    <a:pt x="6896" y="17449"/>
                    <a:pt x="6961" y="17493"/>
                  </a:cubicBezTo>
                  <a:cubicBezTo>
                    <a:pt x="7076" y="17571"/>
                    <a:pt x="7181" y="17688"/>
                    <a:pt x="7268" y="17837"/>
                  </a:cubicBezTo>
                  <a:lnTo>
                    <a:pt x="7381" y="17960"/>
                  </a:lnTo>
                  <a:lnTo>
                    <a:pt x="7502" y="18097"/>
                  </a:lnTo>
                  <a:lnTo>
                    <a:pt x="7652" y="18230"/>
                  </a:lnTo>
                  <a:lnTo>
                    <a:pt x="7765" y="18312"/>
                  </a:lnTo>
                  <a:lnTo>
                    <a:pt x="7950" y="18500"/>
                  </a:lnTo>
                  <a:lnTo>
                    <a:pt x="8004" y="18619"/>
                  </a:lnTo>
                  <a:lnTo>
                    <a:pt x="8122" y="18894"/>
                  </a:lnTo>
                  <a:lnTo>
                    <a:pt x="8273" y="19251"/>
                  </a:lnTo>
                  <a:lnTo>
                    <a:pt x="8399" y="19535"/>
                  </a:lnTo>
                  <a:lnTo>
                    <a:pt x="8203" y="19705"/>
                  </a:lnTo>
                  <a:lnTo>
                    <a:pt x="8232" y="19896"/>
                  </a:lnTo>
                  <a:lnTo>
                    <a:pt x="8184" y="20192"/>
                  </a:lnTo>
                  <a:lnTo>
                    <a:pt x="8313" y="20256"/>
                  </a:lnTo>
                  <a:lnTo>
                    <a:pt x="8369" y="20092"/>
                  </a:lnTo>
                  <a:lnTo>
                    <a:pt x="8471" y="19927"/>
                  </a:lnTo>
                  <a:lnTo>
                    <a:pt x="8584" y="19703"/>
                  </a:lnTo>
                  <a:lnTo>
                    <a:pt x="8621" y="19542"/>
                  </a:lnTo>
                  <a:lnTo>
                    <a:pt x="8570" y="19314"/>
                  </a:lnTo>
                  <a:lnTo>
                    <a:pt x="8522" y="19090"/>
                  </a:lnTo>
                  <a:lnTo>
                    <a:pt x="8493" y="18927"/>
                  </a:lnTo>
                  <a:lnTo>
                    <a:pt x="8573" y="18716"/>
                  </a:lnTo>
                  <a:lnTo>
                    <a:pt x="8735" y="18702"/>
                  </a:lnTo>
                  <a:lnTo>
                    <a:pt x="8831" y="18752"/>
                  </a:lnTo>
                  <a:lnTo>
                    <a:pt x="8888" y="18876"/>
                  </a:lnTo>
                  <a:lnTo>
                    <a:pt x="9070" y="18944"/>
                  </a:lnTo>
                  <a:lnTo>
                    <a:pt x="9159" y="18880"/>
                  </a:lnTo>
                  <a:lnTo>
                    <a:pt x="9054" y="18697"/>
                  </a:lnTo>
                  <a:lnTo>
                    <a:pt x="8898" y="18523"/>
                  </a:lnTo>
                  <a:lnTo>
                    <a:pt x="8594" y="18261"/>
                  </a:lnTo>
                  <a:lnTo>
                    <a:pt x="8368" y="18041"/>
                  </a:lnTo>
                  <a:lnTo>
                    <a:pt x="8097" y="17835"/>
                  </a:lnTo>
                  <a:lnTo>
                    <a:pt x="7917" y="17422"/>
                  </a:lnTo>
                  <a:lnTo>
                    <a:pt x="7716" y="17353"/>
                  </a:lnTo>
                  <a:lnTo>
                    <a:pt x="7485" y="16964"/>
                  </a:lnTo>
                  <a:lnTo>
                    <a:pt x="7541" y="16565"/>
                  </a:lnTo>
                  <a:lnTo>
                    <a:pt x="7398" y="16378"/>
                  </a:lnTo>
                  <a:lnTo>
                    <a:pt x="7222" y="16240"/>
                  </a:lnTo>
                  <a:lnTo>
                    <a:pt x="6975" y="15938"/>
                  </a:lnTo>
                  <a:lnTo>
                    <a:pt x="6974" y="15498"/>
                  </a:lnTo>
                  <a:lnTo>
                    <a:pt x="7213" y="15265"/>
                  </a:lnTo>
                  <a:lnTo>
                    <a:pt x="7388" y="15320"/>
                  </a:lnTo>
                  <a:lnTo>
                    <a:pt x="7527" y="15712"/>
                  </a:lnTo>
                  <a:lnTo>
                    <a:pt x="7790" y="15919"/>
                  </a:lnTo>
                  <a:cubicBezTo>
                    <a:pt x="7896" y="15936"/>
                    <a:pt x="7997" y="15992"/>
                    <a:pt x="8089" y="16084"/>
                  </a:cubicBezTo>
                  <a:cubicBezTo>
                    <a:pt x="8148" y="16143"/>
                    <a:pt x="8203" y="16217"/>
                    <a:pt x="8250" y="16304"/>
                  </a:cubicBezTo>
                  <a:lnTo>
                    <a:pt x="8390" y="16623"/>
                  </a:lnTo>
                  <a:lnTo>
                    <a:pt x="8497" y="16783"/>
                  </a:lnTo>
                  <a:lnTo>
                    <a:pt x="8659" y="16893"/>
                  </a:lnTo>
                  <a:cubicBezTo>
                    <a:pt x="8718" y="16911"/>
                    <a:pt x="8777" y="16939"/>
                    <a:pt x="8833" y="16975"/>
                  </a:cubicBezTo>
                  <a:cubicBezTo>
                    <a:pt x="8886" y="17009"/>
                    <a:pt x="8937" y="17050"/>
                    <a:pt x="8986" y="17098"/>
                  </a:cubicBezTo>
                  <a:lnTo>
                    <a:pt x="9201" y="17368"/>
                  </a:lnTo>
                  <a:lnTo>
                    <a:pt x="9367" y="17642"/>
                  </a:lnTo>
                  <a:lnTo>
                    <a:pt x="9448" y="18069"/>
                  </a:lnTo>
                  <a:lnTo>
                    <a:pt x="9472" y="18476"/>
                  </a:lnTo>
                  <a:lnTo>
                    <a:pt x="9480" y="18860"/>
                  </a:lnTo>
                  <a:lnTo>
                    <a:pt x="9606" y="19231"/>
                  </a:lnTo>
                  <a:lnTo>
                    <a:pt x="9708" y="19433"/>
                  </a:lnTo>
                  <a:lnTo>
                    <a:pt x="9931" y="19550"/>
                  </a:lnTo>
                  <a:lnTo>
                    <a:pt x="10097" y="19631"/>
                  </a:lnTo>
                  <a:lnTo>
                    <a:pt x="10223" y="19645"/>
                  </a:lnTo>
                  <a:lnTo>
                    <a:pt x="10379" y="19791"/>
                  </a:lnTo>
                  <a:lnTo>
                    <a:pt x="10473" y="19924"/>
                  </a:lnTo>
                  <a:lnTo>
                    <a:pt x="10384" y="20183"/>
                  </a:lnTo>
                  <a:lnTo>
                    <a:pt x="10159" y="20128"/>
                  </a:lnTo>
                  <a:lnTo>
                    <a:pt x="10073" y="20243"/>
                  </a:lnTo>
                  <a:lnTo>
                    <a:pt x="10193" y="20472"/>
                  </a:lnTo>
                  <a:lnTo>
                    <a:pt x="10266" y="20815"/>
                  </a:lnTo>
                  <a:cubicBezTo>
                    <a:pt x="10273" y="20912"/>
                    <a:pt x="10304" y="20999"/>
                    <a:pt x="10352" y="21053"/>
                  </a:cubicBezTo>
                  <a:cubicBezTo>
                    <a:pt x="10384" y="21090"/>
                    <a:pt x="10423" y="21109"/>
                    <a:pt x="10462" y="21108"/>
                  </a:cubicBezTo>
                  <a:lnTo>
                    <a:pt x="10696" y="20998"/>
                  </a:lnTo>
                  <a:lnTo>
                    <a:pt x="10712" y="20701"/>
                  </a:lnTo>
                  <a:cubicBezTo>
                    <a:pt x="10707" y="20596"/>
                    <a:pt x="10707" y="20491"/>
                    <a:pt x="10712" y="20387"/>
                  </a:cubicBezTo>
                  <a:cubicBezTo>
                    <a:pt x="10716" y="20296"/>
                    <a:pt x="10724" y="20206"/>
                    <a:pt x="10736" y="20117"/>
                  </a:cubicBezTo>
                  <a:cubicBezTo>
                    <a:pt x="10735" y="20034"/>
                    <a:pt x="10727" y="19953"/>
                    <a:pt x="10712" y="19874"/>
                  </a:cubicBezTo>
                  <a:cubicBezTo>
                    <a:pt x="10684" y="19724"/>
                    <a:pt x="10633" y="19589"/>
                    <a:pt x="10564" y="19484"/>
                  </a:cubicBezTo>
                  <a:lnTo>
                    <a:pt x="10443" y="19117"/>
                  </a:lnTo>
                  <a:cubicBezTo>
                    <a:pt x="10405" y="19035"/>
                    <a:pt x="10398" y="18922"/>
                    <a:pt x="10427" y="18829"/>
                  </a:cubicBezTo>
                  <a:cubicBezTo>
                    <a:pt x="10451" y="18751"/>
                    <a:pt x="10497" y="18700"/>
                    <a:pt x="10548" y="18692"/>
                  </a:cubicBezTo>
                  <a:lnTo>
                    <a:pt x="10680" y="18705"/>
                  </a:lnTo>
                  <a:lnTo>
                    <a:pt x="10811" y="18765"/>
                  </a:lnTo>
                  <a:lnTo>
                    <a:pt x="10929" y="18911"/>
                  </a:lnTo>
                  <a:lnTo>
                    <a:pt x="10953" y="18597"/>
                  </a:lnTo>
                  <a:lnTo>
                    <a:pt x="11025" y="18391"/>
                  </a:lnTo>
                  <a:lnTo>
                    <a:pt x="11310" y="18336"/>
                  </a:lnTo>
                  <a:lnTo>
                    <a:pt x="11533" y="18336"/>
                  </a:lnTo>
                  <a:lnTo>
                    <a:pt x="11766" y="18570"/>
                  </a:lnTo>
                  <a:lnTo>
                    <a:pt x="11991" y="18469"/>
                  </a:lnTo>
                  <a:lnTo>
                    <a:pt x="12104" y="18400"/>
                  </a:lnTo>
                  <a:lnTo>
                    <a:pt x="12392" y="18317"/>
                  </a:lnTo>
                  <a:lnTo>
                    <a:pt x="12469" y="18171"/>
                  </a:lnTo>
                  <a:cubicBezTo>
                    <a:pt x="12441" y="18118"/>
                    <a:pt x="12413" y="18066"/>
                    <a:pt x="12383" y="18015"/>
                  </a:cubicBezTo>
                  <a:cubicBezTo>
                    <a:pt x="12320" y="17907"/>
                    <a:pt x="12252" y="17806"/>
                    <a:pt x="12181" y="17713"/>
                  </a:cubicBezTo>
                  <a:cubicBezTo>
                    <a:pt x="12169" y="17590"/>
                    <a:pt x="12166" y="17465"/>
                    <a:pt x="12173" y="17342"/>
                  </a:cubicBezTo>
                  <a:cubicBezTo>
                    <a:pt x="12182" y="17201"/>
                    <a:pt x="12204" y="17063"/>
                    <a:pt x="12238" y="16934"/>
                  </a:cubicBezTo>
                  <a:lnTo>
                    <a:pt x="12262" y="16700"/>
                  </a:lnTo>
                  <a:lnTo>
                    <a:pt x="12383" y="16233"/>
                  </a:lnTo>
                  <a:lnTo>
                    <a:pt x="12447" y="15904"/>
                  </a:lnTo>
                  <a:lnTo>
                    <a:pt x="12552" y="15455"/>
                  </a:lnTo>
                  <a:lnTo>
                    <a:pt x="12671" y="15194"/>
                  </a:lnTo>
                  <a:lnTo>
                    <a:pt x="12888" y="14822"/>
                  </a:lnTo>
                  <a:lnTo>
                    <a:pt x="13179" y="14607"/>
                  </a:lnTo>
                  <a:lnTo>
                    <a:pt x="13407" y="14414"/>
                  </a:lnTo>
                  <a:lnTo>
                    <a:pt x="13485" y="14588"/>
                  </a:lnTo>
                  <a:lnTo>
                    <a:pt x="13485" y="14898"/>
                  </a:lnTo>
                  <a:lnTo>
                    <a:pt x="13692" y="14926"/>
                  </a:lnTo>
                  <a:lnTo>
                    <a:pt x="13794" y="15008"/>
                  </a:lnTo>
                  <a:lnTo>
                    <a:pt x="13842" y="15254"/>
                  </a:lnTo>
                  <a:lnTo>
                    <a:pt x="13659" y="15264"/>
                  </a:lnTo>
                  <a:lnTo>
                    <a:pt x="13643" y="15414"/>
                  </a:lnTo>
                  <a:lnTo>
                    <a:pt x="13845" y="15703"/>
                  </a:lnTo>
                  <a:lnTo>
                    <a:pt x="13960" y="15946"/>
                  </a:lnTo>
                  <a:lnTo>
                    <a:pt x="14162" y="15979"/>
                  </a:lnTo>
                  <a:lnTo>
                    <a:pt x="14250" y="15857"/>
                  </a:lnTo>
                  <a:lnTo>
                    <a:pt x="14403" y="15678"/>
                  </a:lnTo>
                  <a:lnTo>
                    <a:pt x="14752" y="15546"/>
                  </a:lnTo>
                  <a:lnTo>
                    <a:pt x="14728" y="15315"/>
                  </a:lnTo>
                  <a:lnTo>
                    <a:pt x="14639" y="15250"/>
                  </a:lnTo>
                  <a:lnTo>
                    <a:pt x="14489" y="15305"/>
                  </a:lnTo>
                  <a:cubicBezTo>
                    <a:pt x="14437" y="15251"/>
                    <a:pt x="14386" y="15193"/>
                    <a:pt x="14336" y="15132"/>
                  </a:cubicBezTo>
                  <a:cubicBezTo>
                    <a:pt x="14301" y="15088"/>
                    <a:pt x="14266" y="15042"/>
                    <a:pt x="14232" y="14994"/>
                  </a:cubicBezTo>
                  <a:lnTo>
                    <a:pt x="14288" y="14817"/>
                  </a:lnTo>
                  <a:lnTo>
                    <a:pt x="14447" y="14721"/>
                  </a:lnTo>
                  <a:lnTo>
                    <a:pt x="14613" y="14569"/>
                  </a:lnTo>
                  <a:lnTo>
                    <a:pt x="14824" y="14382"/>
                  </a:lnTo>
                  <a:lnTo>
                    <a:pt x="14966" y="14231"/>
                  </a:lnTo>
                  <a:lnTo>
                    <a:pt x="15155" y="14089"/>
                  </a:lnTo>
                  <a:lnTo>
                    <a:pt x="15299" y="14048"/>
                  </a:lnTo>
                  <a:lnTo>
                    <a:pt x="15474" y="14204"/>
                  </a:lnTo>
                  <a:lnTo>
                    <a:pt x="15391" y="14386"/>
                  </a:lnTo>
                  <a:lnTo>
                    <a:pt x="15273" y="14666"/>
                  </a:lnTo>
                  <a:lnTo>
                    <a:pt x="15265" y="14990"/>
                  </a:lnTo>
                  <a:lnTo>
                    <a:pt x="15230" y="15325"/>
                  </a:lnTo>
                  <a:lnTo>
                    <a:pt x="15118" y="15517"/>
                  </a:lnTo>
                  <a:lnTo>
                    <a:pt x="15096" y="15705"/>
                  </a:lnTo>
                  <a:lnTo>
                    <a:pt x="15233" y="15800"/>
                  </a:lnTo>
                  <a:cubicBezTo>
                    <a:pt x="15284" y="15813"/>
                    <a:pt x="15335" y="15836"/>
                    <a:pt x="15383" y="15869"/>
                  </a:cubicBezTo>
                  <a:cubicBezTo>
                    <a:pt x="15456" y="15919"/>
                    <a:pt x="15524" y="15992"/>
                    <a:pt x="15582" y="16084"/>
                  </a:cubicBezTo>
                  <a:lnTo>
                    <a:pt x="15792" y="16341"/>
                  </a:lnTo>
                  <a:lnTo>
                    <a:pt x="16009" y="16409"/>
                  </a:lnTo>
                  <a:lnTo>
                    <a:pt x="16163" y="16684"/>
                  </a:lnTo>
                  <a:lnTo>
                    <a:pt x="16364" y="16863"/>
                  </a:lnTo>
                  <a:lnTo>
                    <a:pt x="16519" y="17063"/>
                  </a:lnTo>
                  <a:lnTo>
                    <a:pt x="16602" y="17384"/>
                  </a:lnTo>
                  <a:lnTo>
                    <a:pt x="16900" y="17421"/>
                  </a:lnTo>
                  <a:lnTo>
                    <a:pt x="17231" y="17499"/>
                  </a:lnTo>
                  <a:lnTo>
                    <a:pt x="17545" y="17705"/>
                  </a:lnTo>
                  <a:lnTo>
                    <a:pt x="17840" y="17980"/>
                  </a:lnTo>
                  <a:lnTo>
                    <a:pt x="18090" y="18259"/>
                  </a:lnTo>
                  <a:lnTo>
                    <a:pt x="18475" y="18575"/>
                  </a:lnTo>
                  <a:lnTo>
                    <a:pt x="18792" y="18777"/>
                  </a:lnTo>
                  <a:lnTo>
                    <a:pt x="19129" y="19050"/>
                  </a:lnTo>
                  <a:lnTo>
                    <a:pt x="19351" y="19182"/>
                  </a:lnTo>
                  <a:lnTo>
                    <a:pt x="19359" y="18839"/>
                  </a:lnTo>
                  <a:lnTo>
                    <a:pt x="19201" y="18353"/>
                  </a:lnTo>
                  <a:lnTo>
                    <a:pt x="19056" y="17804"/>
                  </a:lnTo>
                  <a:lnTo>
                    <a:pt x="18836" y="17575"/>
                  </a:lnTo>
                  <a:lnTo>
                    <a:pt x="18691" y="17287"/>
                  </a:lnTo>
                  <a:lnTo>
                    <a:pt x="18580" y="17027"/>
                  </a:lnTo>
                  <a:lnTo>
                    <a:pt x="18437" y="16793"/>
                  </a:lnTo>
                  <a:lnTo>
                    <a:pt x="18437" y="16531"/>
                  </a:lnTo>
                  <a:lnTo>
                    <a:pt x="18220" y="16330"/>
                  </a:lnTo>
                  <a:lnTo>
                    <a:pt x="18064" y="15973"/>
                  </a:lnTo>
                  <a:lnTo>
                    <a:pt x="18247" y="15607"/>
                  </a:lnTo>
                  <a:lnTo>
                    <a:pt x="18424" y="15318"/>
                  </a:lnTo>
                  <a:lnTo>
                    <a:pt x="18655" y="15304"/>
                  </a:lnTo>
                  <a:lnTo>
                    <a:pt x="18759" y="15057"/>
                  </a:lnTo>
                  <a:cubicBezTo>
                    <a:pt x="18777" y="14995"/>
                    <a:pt x="18799" y="14935"/>
                    <a:pt x="18824" y="14880"/>
                  </a:cubicBezTo>
                  <a:cubicBezTo>
                    <a:pt x="18871" y="14776"/>
                    <a:pt x="18929" y="14689"/>
                    <a:pt x="18996" y="14623"/>
                  </a:cubicBezTo>
                  <a:lnTo>
                    <a:pt x="19321" y="14418"/>
                  </a:lnTo>
                  <a:lnTo>
                    <a:pt x="19622" y="14295"/>
                  </a:lnTo>
                  <a:lnTo>
                    <a:pt x="19459" y="13998"/>
                  </a:lnTo>
                  <a:lnTo>
                    <a:pt x="19352" y="13728"/>
                  </a:lnTo>
                  <a:lnTo>
                    <a:pt x="19263" y="13311"/>
                  </a:lnTo>
                  <a:lnTo>
                    <a:pt x="19263" y="12674"/>
                  </a:lnTo>
                  <a:lnTo>
                    <a:pt x="19094" y="12413"/>
                  </a:lnTo>
                  <a:lnTo>
                    <a:pt x="18905" y="12303"/>
                  </a:lnTo>
                  <a:lnTo>
                    <a:pt x="18825" y="11587"/>
                  </a:lnTo>
                  <a:lnTo>
                    <a:pt x="18825" y="11300"/>
                  </a:lnTo>
                  <a:lnTo>
                    <a:pt x="19026" y="11176"/>
                  </a:lnTo>
                  <a:lnTo>
                    <a:pt x="19153" y="11204"/>
                  </a:lnTo>
                  <a:lnTo>
                    <a:pt x="19685" y="11492"/>
                  </a:lnTo>
                  <a:lnTo>
                    <a:pt x="19916" y="11286"/>
                  </a:lnTo>
                  <a:lnTo>
                    <a:pt x="20085" y="11176"/>
                  </a:lnTo>
                  <a:lnTo>
                    <a:pt x="20330" y="11204"/>
                  </a:lnTo>
                  <a:lnTo>
                    <a:pt x="20504" y="11392"/>
                  </a:lnTo>
                  <a:lnTo>
                    <a:pt x="20892" y="11571"/>
                  </a:lnTo>
                  <a:lnTo>
                    <a:pt x="21279" y="11763"/>
                  </a:lnTo>
                  <a:lnTo>
                    <a:pt x="21416" y="11557"/>
                  </a:lnTo>
                  <a:lnTo>
                    <a:pt x="21488" y="11250"/>
                  </a:lnTo>
                  <a:lnTo>
                    <a:pt x="21480" y="10939"/>
                  </a:lnTo>
                  <a:lnTo>
                    <a:pt x="21585" y="10788"/>
                  </a:lnTo>
                  <a:lnTo>
                    <a:pt x="21472" y="10615"/>
                  </a:lnTo>
                  <a:lnTo>
                    <a:pt x="21445" y="10409"/>
                  </a:lnTo>
                  <a:lnTo>
                    <a:pt x="21539" y="10161"/>
                  </a:lnTo>
                  <a:lnTo>
                    <a:pt x="21600" y="9773"/>
                  </a:lnTo>
                  <a:lnTo>
                    <a:pt x="21449" y="9398"/>
                  </a:lnTo>
                  <a:lnTo>
                    <a:pt x="21248" y="9192"/>
                  </a:lnTo>
                  <a:lnTo>
                    <a:pt x="21117" y="9270"/>
                  </a:lnTo>
                  <a:lnTo>
                    <a:pt x="21077" y="9513"/>
                  </a:lnTo>
                  <a:lnTo>
                    <a:pt x="21021" y="9718"/>
                  </a:lnTo>
                  <a:lnTo>
                    <a:pt x="20909" y="9814"/>
                  </a:lnTo>
                  <a:lnTo>
                    <a:pt x="20756" y="9882"/>
                  </a:lnTo>
                  <a:lnTo>
                    <a:pt x="20592" y="9662"/>
                  </a:lnTo>
                  <a:lnTo>
                    <a:pt x="20385" y="9355"/>
                  </a:lnTo>
                  <a:lnTo>
                    <a:pt x="20422" y="9122"/>
                  </a:lnTo>
                  <a:lnTo>
                    <a:pt x="20264" y="8894"/>
                  </a:lnTo>
                  <a:lnTo>
                    <a:pt x="20434" y="8637"/>
                  </a:lnTo>
                  <a:lnTo>
                    <a:pt x="20710" y="8587"/>
                  </a:lnTo>
                  <a:lnTo>
                    <a:pt x="20858" y="8416"/>
                  </a:lnTo>
                  <a:lnTo>
                    <a:pt x="20898" y="8128"/>
                  </a:lnTo>
                  <a:lnTo>
                    <a:pt x="20858" y="7798"/>
                  </a:lnTo>
                  <a:lnTo>
                    <a:pt x="20732" y="7675"/>
                  </a:lnTo>
                  <a:lnTo>
                    <a:pt x="20644" y="7355"/>
                  </a:lnTo>
                  <a:lnTo>
                    <a:pt x="20491" y="7121"/>
                  </a:lnTo>
                  <a:lnTo>
                    <a:pt x="20507" y="6709"/>
                  </a:lnTo>
                  <a:lnTo>
                    <a:pt x="20499" y="6365"/>
                  </a:lnTo>
                  <a:lnTo>
                    <a:pt x="20459" y="5985"/>
                  </a:lnTo>
                  <a:lnTo>
                    <a:pt x="20451" y="5531"/>
                  </a:lnTo>
                  <a:lnTo>
                    <a:pt x="20370" y="5106"/>
                  </a:lnTo>
                  <a:lnTo>
                    <a:pt x="20231" y="4810"/>
                  </a:lnTo>
                  <a:lnTo>
                    <a:pt x="20145" y="4182"/>
                  </a:lnTo>
                  <a:lnTo>
                    <a:pt x="20065" y="3716"/>
                  </a:lnTo>
                  <a:lnTo>
                    <a:pt x="19979" y="3404"/>
                  </a:lnTo>
                  <a:lnTo>
                    <a:pt x="19963" y="3062"/>
                  </a:lnTo>
                  <a:lnTo>
                    <a:pt x="20091" y="2842"/>
                  </a:lnTo>
                  <a:lnTo>
                    <a:pt x="20317" y="2737"/>
                  </a:lnTo>
                  <a:lnTo>
                    <a:pt x="20570" y="2546"/>
                  </a:lnTo>
                  <a:lnTo>
                    <a:pt x="20683" y="2340"/>
                  </a:lnTo>
                  <a:lnTo>
                    <a:pt x="20965" y="2162"/>
                  </a:lnTo>
                  <a:lnTo>
                    <a:pt x="21059" y="2043"/>
                  </a:lnTo>
                  <a:lnTo>
                    <a:pt x="21076" y="1814"/>
                  </a:lnTo>
                  <a:lnTo>
                    <a:pt x="21092" y="1581"/>
                  </a:lnTo>
                  <a:lnTo>
                    <a:pt x="20928" y="1371"/>
                  </a:lnTo>
                  <a:lnTo>
                    <a:pt x="20807" y="1150"/>
                  </a:lnTo>
                  <a:close/>
                </a:path>
              </a:pathLst>
            </a:custGeom>
            <a:grpFill/>
            <a:ln w="25400" cap="flat">
              <a:noFill/>
              <a:prstDash val="solid"/>
              <a:miter lim="400000"/>
            </a:ln>
            <a:effectLst/>
          </p:spPr>
          <p:txBody>
            <a:bodyPr anchor="ctr"/>
            <a:lstStyle/>
            <a:p>
              <a:pPr algn="ctr"/>
              <a:endParaRPr/>
            </a:p>
          </p:txBody>
        </p:sp>
        <p:sp>
          <p:nvSpPr>
            <p:cNvPr id="116" name="ïŝļiḓé">
              <a:extLst>
                <a:ext uri="{FF2B5EF4-FFF2-40B4-BE49-F238E27FC236}">
                  <a16:creationId xmlns:a16="http://schemas.microsoft.com/office/drawing/2014/main" id="{22F42DBD-4EC4-408E-ABA0-1DE742AA2632}"/>
                </a:ext>
              </a:extLst>
            </p:cNvPr>
            <p:cNvSpPr/>
            <p:nvPr/>
          </p:nvSpPr>
          <p:spPr>
            <a:xfrm>
              <a:off x="6872934" y="1426645"/>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grpFill/>
            <a:ln w="25400" cap="flat">
              <a:noFill/>
              <a:prstDash val="solid"/>
              <a:miter lim="400000"/>
            </a:ln>
            <a:effectLst/>
          </p:spPr>
          <p:txBody>
            <a:bodyPr anchor="ctr"/>
            <a:lstStyle/>
            <a:p>
              <a:pPr algn="ctr"/>
              <a:endParaRPr/>
            </a:p>
          </p:txBody>
        </p:sp>
        <p:sp>
          <p:nvSpPr>
            <p:cNvPr id="117" name="î$ḷïḓe">
              <a:extLst>
                <a:ext uri="{FF2B5EF4-FFF2-40B4-BE49-F238E27FC236}">
                  <a16:creationId xmlns:a16="http://schemas.microsoft.com/office/drawing/2014/main" id="{DA8DA7FB-277E-45ED-9B37-7A0045EE4F36}"/>
                </a:ext>
              </a:extLst>
            </p:cNvPr>
            <p:cNvSpPr/>
            <p:nvPr/>
          </p:nvSpPr>
          <p:spPr>
            <a:xfrm>
              <a:off x="5869377" y="1326101"/>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grpFill/>
            <a:ln w="25400" cap="flat">
              <a:noFill/>
              <a:prstDash val="solid"/>
              <a:miter lim="400000"/>
            </a:ln>
            <a:effectLst/>
          </p:spPr>
          <p:txBody>
            <a:bodyPr anchor="ctr"/>
            <a:lstStyle/>
            <a:p>
              <a:pPr algn="ctr"/>
              <a:endParaRPr/>
            </a:p>
          </p:txBody>
        </p:sp>
        <p:sp>
          <p:nvSpPr>
            <p:cNvPr id="118" name="íSliḍé">
              <a:extLst>
                <a:ext uri="{FF2B5EF4-FFF2-40B4-BE49-F238E27FC236}">
                  <a16:creationId xmlns:a16="http://schemas.microsoft.com/office/drawing/2014/main" id="{ECF05BE6-1BDC-48BA-8EB9-BA0A337F6EA6}"/>
                </a:ext>
              </a:extLst>
            </p:cNvPr>
            <p:cNvSpPr/>
            <p:nvPr/>
          </p:nvSpPr>
          <p:spPr>
            <a:xfrm>
              <a:off x="5016160" y="1729403"/>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grpFill/>
            <a:ln w="25400" cap="flat">
              <a:noFill/>
              <a:prstDash val="solid"/>
              <a:miter lim="400000"/>
            </a:ln>
            <a:effectLst/>
          </p:spPr>
          <p:txBody>
            <a:bodyPr anchor="ctr"/>
            <a:lstStyle/>
            <a:p>
              <a:pPr algn="ctr"/>
              <a:endParaRPr/>
            </a:p>
          </p:txBody>
        </p:sp>
        <p:sp>
          <p:nvSpPr>
            <p:cNvPr id="119" name="ïslïḋé">
              <a:extLst>
                <a:ext uri="{FF2B5EF4-FFF2-40B4-BE49-F238E27FC236}">
                  <a16:creationId xmlns:a16="http://schemas.microsoft.com/office/drawing/2014/main" id="{2957DCE9-6B64-4127-9786-106D93AAAD5E}"/>
                </a:ext>
              </a:extLst>
            </p:cNvPr>
            <p:cNvSpPr/>
            <p:nvPr/>
          </p:nvSpPr>
          <p:spPr>
            <a:xfrm>
              <a:off x="5414902" y="1601282"/>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grpFill/>
            <a:ln w="25400" cap="flat">
              <a:noFill/>
              <a:prstDash val="solid"/>
              <a:miter lim="400000"/>
            </a:ln>
            <a:effectLst/>
          </p:spPr>
          <p:txBody>
            <a:bodyPr anchor="ctr"/>
            <a:lstStyle/>
            <a:p>
              <a:pPr algn="ctr"/>
              <a:endParaRPr/>
            </a:p>
          </p:txBody>
        </p:sp>
        <p:sp>
          <p:nvSpPr>
            <p:cNvPr id="120" name="is1ide">
              <a:extLst>
                <a:ext uri="{FF2B5EF4-FFF2-40B4-BE49-F238E27FC236}">
                  <a16:creationId xmlns:a16="http://schemas.microsoft.com/office/drawing/2014/main" id="{6D9EC955-1583-430A-A88B-6648645AAC56}"/>
                </a:ext>
              </a:extLst>
            </p:cNvPr>
            <p:cNvSpPr/>
            <p:nvPr/>
          </p:nvSpPr>
          <p:spPr>
            <a:xfrm>
              <a:off x="5426458" y="1837882"/>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grpFill/>
            <a:ln w="25400" cap="flat">
              <a:noFill/>
              <a:prstDash val="solid"/>
              <a:miter lim="400000"/>
            </a:ln>
            <a:effectLst/>
          </p:spPr>
          <p:txBody>
            <a:bodyPr anchor="ctr"/>
            <a:lstStyle/>
            <a:p>
              <a:pPr algn="ctr"/>
              <a:endParaRPr/>
            </a:p>
          </p:txBody>
        </p:sp>
        <p:sp>
          <p:nvSpPr>
            <p:cNvPr id="121" name="iṡ1îde">
              <a:extLst>
                <a:ext uri="{FF2B5EF4-FFF2-40B4-BE49-F238E27FC236}">
                  <a16:creationId xmlns:a16="http://schemas.microsoft.com/office/drawing/2014/main" id="{3581ECFD-E7F5-40E9-AADE-DA42C59754AD}"/>
                </a:ext>
              </a:extLst>
            </p:cNvPr>
            <p:cNvSpPr/>
            <p:nvPr/>
          </p:nvSpPr>
          <p:spPr>
            <a:xfrm>
              <a:off x="5430421" y="1863360"/>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grpFill/>
            <a:ln w="25400" cap="flat">
              <a:noFill/>
              <a:prstDash val="solid"/>
              <a:miter lim="400000"/>
            </a:ln>
            <a:effectLst/>
          </p:spPr>
          <p:txBody>
            <a:bodyPr anchor="ctr"/>
            <a:lstStyle/>
            <a:p>
              <a:pPr algn="ctr"/>
              <a:endParaRPr/>
            </a:p>
          </p:txBody>
        </p:sp>
        <p:sp>
          <p:nvSpPr>
            <p:cNvPr id="122" name="ïSlïḑê">
              <a:extLst>
                <a:ext uri="{FF2B5EF4-FFF2-40B4-BE49-F238E27FC236}">
                  <a16:creationId xmlns:a16="http://schemas.microsoft.com/office/drawing/2014/main" id="{484166FC-5FCE-4F65-B929-FB720FA20308}"/>
                </a:ext>
              </a:extLst>
            </p:cNvPr>
            <p:cNvSpPr/>
            <p:nvPr/>
          </p:nvSpPr>
          <p:spPr>
            <a:xfrm>
              <a:off x="5276566" y="2090226"/>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grpFill/>
            <a:ln w="25400" cap="flat">
              <a:noFill/>
              <a:prstDash val="solid"/>
              <a:miter lim="400000"/>
            </a:ln>
            <a:effectLst/>
          </p:spPr>
          <p:txBody>
            <a:bodyPr anchor="ctr"/>
            <a:lstStyle/>
            <a:p>
              <a:pPr algn="ctr"/>
              <a:endParaRPr/>
            </a:p>
          </p:txBody>
        </p:sp>
        <p:sp>
          <p:nvSpPr>
            <p:cNvPr id="123" name="ïṡḻîḑe">
              <a:extLst>
                <a:ext uri="{FF2B5EF4-FFF2-40B4-BE49-F238E27FC236}">
                  <a16:creationId xmlns:a16="http://schemas.microsoft.com/office/drawing/2014/main" id="{AB0557CC-929D-4BC0-A2FF-3F7BFE71B542}"/>
                </a:ext>
              </a:extLst>
            </p:cNvPr>
            <p:cNvSpPr/>
            <p:nvPr/>
          </p:nvSpPr>
          <p:spPr>
            <a:xfrm>
              <a:off x="5407156" y="1993299"/>
              <a:ext cx="206900"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grpFill/>
            <a:ln w="25400" cap="flat">
              <a:noFill/>
              <a:prstDash val="solid"/>
              <a:miter lim="400000"/>
            </a:ln>
            <a:effectLst/>
          </p:spPr>
          <p:txBody>
            <a:bodyPr anchor="ctr"/>
            <a:lstStyle/>
            <a:p>
              <a:pPr algn="ctr"/>
              <a:endParaRPr/>
            </a:p>
          </p:txBody>
        </p:sp>
        <p:sp>
          <p:nvSpPr>
            <p:cNvPr id="124" name="ïṣḻïḋè">
              <a:extLst>
                <a:ext uri="{FF2B5EF4-FFF2-40B4-BE49-F238E27FC236}">
                  <a16:creationId xmlns:a16="http://schemas.microsoft.com/office/drawing/2014/main" id="{82F13FCC-48D8-4A61-91D0-D0F443B9E753}"/>
                </a:ext>
              </a:extLst>
            </p:cNvPr>
            <p:cNvSpPr/>
            <p:nvPr/>
          </p:nvSpPr>
          <p:spPr>
            <a:xfrm>
              <a:off x="5439609" y="2113104"/>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grpFill/>
            <a:ln w="25400" cap="flat">
              <a:noFill/>
              <a:prstDash val="solid"/>
              <a:miter lim="400000"/>
            </a:ln>
            <a:effectLst/>
          </p:spPr>
          <p:txBody>
            <a:bodyPr anchor="ctr"/>
            <a:lstStyle/>
            <a:p>
              <a:pPr algn="ctr"/>
              <a:endParaRPr/>
            </a:p>
          </p:txBody>
        </p:sp>
        <p:sp>
          <p:nvSpPr>
            <p:cNvPr id="125" name="ï$ľidé">
              <a:extLst>
                <a:ext uri="{FF2B5EF4-FFF2-40B4-BE49-F238E27FC236}">
                  <a16:creationId xmlns:a16="http://schemas.microsoft.com/office/drawing/2014/main" id="{5F132C66-0BAF-497F-92DD-3003A7A65984}"/>
                </a:ext>
              </a:extLst>
            </p:cNvPr>
            <p:cNvSpPr/>
            <p:nvPr/>
          </p:nvSpPr>
          <p:spPr>
            <a:xfrm>
              <a:off x="5461229" y="2281207"/>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grpFill/>
            <a:ln w="25400" cap="flat">
              <a:noFill/>
              <a:prstDash val="solid"/>
              <a:miter lim="400000"/>
            </a:ln>
            <a:effectLst/>
          </p:spPr>
          <p:txBody>
            <a:bodyPr anchor="ctr"/>
            <a:lstStyle/>
            <a:p>
              <a:pPr algn="ctr"/>
              <a:endParaRPr/>
            </a:p>
          </p:txBody>
        </p:sp>
        <p:sp>
          <p:nvSpPr>
            <p:cNvPr id="126" name="îṥlîďè">
              <a:extLst>
                <a:ext uri="{FF2B5EF4-FFF2-40B4-BE49-F238E27FC236}">
                  <a16:creationId xmlns:a16="http://schemas.microsoft.com/office/drawing/2014/main" id="{425DA565-20DC-459C-BC1C-B9A9D536CAC5}"/>
                </a:ext>
              </a:extLst>
            </p:cNvPr>
            <p:cNvSpPr/>
            <p:nvPr/>
          </p:nvSpPr>
          <p:spPr>
            <a:xfrm>
              <a:off x="5486629" y="228676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grpFill/>
            <a:ln w="25400" cap="flat">
              <a:noFill/>
              <a:prstDash val="solid"/>
              <a:miter lim="400000"/>
            </a:ln>
            <a:effectLst/>
          </p:spPr>
          <p:txBody>
            <a:bodyPr anchor="ctr"/>
            <a:lstStyle/>
            <a:p>
              <a:pPr algn="ctr"/>
              <a:endParaRPr/>
            </a:p>
          </p:txBody>
        </p:sp>
        <p:sp>
          <p:nvSpPr>
            <p:cNvPr id="127" name="ïŝḻiḋè">
              <a:extLst>
                <a:ext uri="{FF2B5EF4-FFF2-40B4-BE49-F238E27FC236}">
                  <a16:creationId xmlns:a16="http://schemas.microsoft.com/office/drawing/2014/main" id="{A6B9A4EA-1770-421A-B2E5-E39C91F0411F}"/>
                </a:ext>
              </a:extLst>
            </p:cNvPr>
            <p:cNvSpPr/>
            <p:nvPr/>
          </p:nvSpPr>
          <p:spPr>
            <a:xfrm>
              <a:off x="5605003" y="2617425"/>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grpFill/>
            <a:ln w="25400" cap="flat">
              <a:noFill/>
              <a:prstDash val="solid"/>
              <a:miter lim="400000"/>
            </a:ln>
            <a:effectLst/>
          </p:spPr>
          <p:txBody>
            <a:bodyPr anchor="ctr"/>
            <a:lstStyle/>
            <a:p>
              <a:pPr algn="ctr"/>
              <a:endParaRPr/>
            </a:p>
          </p:txBody>
        </p:sp>
        <p:sp>
          <p:nvSpPr>
            <p:cNvPr id="128" name="íşļíďê">
              <a:extLst>
                <a:ext uri="{FF2B5EF4-FFF2-40B4-BE49-F238E27FC236}">
                  <a16:creationId xmlns:a16="http://schemas.microsoft.com/office/drawing/2014/main" id="{E02C0D5F-BD51-4133-B1CA-F178F7B2222A}"/>
                </a:ext>
              </a:extLst>
            </p:cNvPr>
            <p:cNvSpPr/>
            <p:nvPr/>
          </p:nvSpPr>
          <p:spPr>
            <a:xfrm>
              <a:off x="5813157" y="2519155"/>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grpFill/>
            <a:ln w="25400" cap="flat">
              <a:noFill/>
              <a:prstDash val="solid"/>
              <a:miter lim="400000"/>
            </a:ln>
            <a:effectLst/>
          </p:spPr>
          <p:txBody>
            <a:bodyPr anchor="ctr"/>
            <a:lstStyle/>
            <a:p>
              <a:pPr algn="ctr"/>
              <a:endParaRPr/>
            </a:p>
          </p:txBody>
        </p:sp>
        <p:sp>
          <p:nvSpPr>
            <p:cNvPr id="129" name="îśļïḍè">
              <a:extLst>
                <a:ext uri="{FF2B5EF4-FFF2-40B4-BE49-F238E27FC236}">
                  <a16:creationId xmlns:a16="http://schemas.microsoft.com/office/drawing/2014/main" id="{BE05D32A-E993-405C-BC67-3AA99D76B5DA}"/>
                </a:ext>
              </a:extLst>
            </p:cNvPr>
            <p:cNvSpPr/>
            <p:nvPr/>
          </p:nvSpPr>
          <p:spPr>
            <a:xfrm>
              <a:off x="5800394" y="2590774"/>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grpFill/>
            <a:ln w="25400" cap="flat">
              <a:noFill/>
              <a:prstDash val="solid"/>
              <a:miter lim="400000"/>
            </a:ln>
            <a:effectLst/>
          </p:spPr>
          <p:txBody>
            <a:bodyPr anchor="ctr"/>
            <a:lstStyle/>
            <a:p>
              <a:pPr algn="ctr"/>
              <a:endParaRPr/>
            </a:p>
          </p:txBody>
        </p:sp>
        <p:sp>
          <p:nvSpPr>
            <p:cNvPr id="130" name="i$lîḑê">
              <a:extLst>
                <a:ext uri="{FF2B5EF4-FFF2-40B4-BE49-F238E27FC236}">
                  <a16:creationId xmlns:a16="http://schemas.microsoft.com/office/drawing/2014/main" id="{FE7A5B0C-F4B9-4765-97EC-960CD547C0C9}"/>
                </a:ext>
              </a:extLst>
            </p:cNvPr>
            <p:cNvSpPr/>
            <p:nvPr/>
          </p:nvSpPr>
          <p:spPr>
            <a:xfrm>
              <a:off x="5935621" y="2695122"/>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grpFill/>
            <a:ln w="25400" cap="flat">
              <a:noFill/>
              <a:prstDash val="solid"/>
              <a:miter lim="400000"/>
            </a:ln>
            <a:effectLst/>
          </p:spPr>
          <p:txBody>
            <a:bodyPr anchor="ctr"/>
            <a:lstStyle/>
            <a:p>
              <a:pPr algn="ctr"/>
              <a:endParaRPr/>
            </a:p>
          </p:txBody>
        </p:sp>
        <p:sp>
          <p:nvSpPr>
            <p:cNvPr id="131" name="îš1îḍe">
              <a:extLst>
                <a:ext uri="{FF2B5EF4-FFF2-40B4-BE49-F238E27FC236}">
                  <a16:creationId xmlns:a16="http://schemas.microsoft.com/office/drawing/2014/main" id="{66C57FC2-DAB6-44A6-8297-E5B48BE8FEDD}"/>
                </a:ext>
              </a:extLst>
            </p:cNvPr>
            <p:cNvSpPr/>
            <p:nvPr/>
          </p:nvSpPr>
          <p:spPr>
            <a:xfrm>
              <a:off x="5977156" y="2768475"/>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grpFill/>
            <a:ln w="25400" cap="flat">
              <a:noFill/>
              <a:prstDash val="solid"/>
              <a:miter lim="400000"/>
            </a:ln>
            <a:effectLst/>
          </p:spPr>
          <p:txBody>
            <a:bodyPr anchor="ctr"/>
            <a:lstStyle/>
            <a:p>
              <a:pPr algn="ctr"/>
              <a:endParaRPr/>
            </a:p>
          </p:txBody>
        </p:sp>
        <p:sp>
          <p:nvSpPr>
            <p:cNvPr id="132" name="î$ľîḓê">
              <a:extLst>
                <a:ext uri="{FF2B5EF4-FFF2-40B4-BE49-F238E27FC236}">
                  <a16:creationId xmlns:a16="http://schemas.microsoft.com/office/drawing/2014/main" id="{A4C62AF6-CC40-4E3E-AE6D-64D89B296481}"/>
                </a:ext>
              </a:extLst>
            </p:cNvPr>
            <p:cNvSpPr/>
            <p:nvPr/>
          </p:nvSpPr>
          <p:spPr>
            <a:xfrm>
              <a:off x="6277853" y="2784962"/>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grpFill/>
            <a:ln w="25400" cap="flat">
              <a:noFill/>
              <a:prstDash val="solid"/>
              <a:miter lim="400000"/>
            </a:ln>
            <a:effectLst/>
          </p:spPr>
          <p:txBody>
            <a:bodyPr anchor="ctr"/>
            <a:lstStyle/>
            <a:p>
              <a:pPr algn="ctr"/>
              <a:endParaRPr/>
            </a:p>
          </p:txBody>
        </p:sp>
        <p:sp>
          <p:nvSpPr>
            <p:cNvPr id="133" name="iŝľîḑè">
              <a:extLst>
                <a:ext uri="{FF2B5EF4-FFF2-40B4-BE49-F238E27FC236}">
                  <a16:creationId xmlns:a16="http://schemas.microsoft.com/office/drawing/2014/main" id="{B2206652-BDA0-4227-9711-A2C259781C1A}"/>
                </a:ext>
              </a:extLst>
            </p:cNvPr>
            <p:cNvSpPr/>
            <p:nvPr/>
          </p:nvSpPr>
          <p:spPr>
            <a:xfrm>
              <a:off x="6105633" y="1911267"/>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grpFill/>
            <a:ln w="25400" cap="flat">
              <a:noFill/>
              <a:prstDash val="solid"/>
              <a:miter lim="400000"/>
            </a:ln>
            <a:effectLst/>
          </p:spPr>
          <p:txBody>
            <a:bodyPr anchor="ctr"/>
            <a:lstStyle/>
            <a:p>
              <a:pPr algn="ctr"/>
              <a:endParaRPr/>
            </a:p>
          </p:txBody>
        </p:sp>
        <p:sp>
          <p:nvSpPr>
            <p:cNvPr id="134" name="ïṩlíḍé">
              <a:extLst>
                <a:ext uri="{FF2B5EF4-FFF2-40B4-BE49-F238E27FC236}">
                  <a16:creationId xmlns:a16="http://schemas.microsoft.com/office/drawing/2014/main" id="{A3884C60-6A2C-4522-8419-D3D29B9146F8}"/>
                </a:ext>
              </a:extLst>
            </p:cNvPr>
            <p:cNvSpPr/>
            <p:nvPr/>
          </p:nvSpPr>
          <p:spPr>
            <a:xfrm>
              <a:off x="9216497" y="4500642"/>
              <a:ext cx="1322325" cy="1010305"/>
            </a:xfrm>
            <a:custGeom>
              <a:avLst/>
              <a:gdLst/>
              <a:ahLst/>
              <a:cxnLst>
                <a:cxn ang="0">
                  <a:pos x="wd2" y="hd2"/>
                </a:cxn>
                <a:cxn ang="5400000">
                  <a:pos x="wd2" y="hd2"/>
                </a:cxn>
                <a:cxn ang="10800000">
                  <a:pos x="wd2" y="hd2"/>
                </a:cxn>
                <a:cxn ang="16200000">
                  <a:pos x="wd2" y="hd2"/>
                </a:cxn>
              </a:cxnLst>
              <a:rect l="0" t="0" r="r" b="b"/>
              <a:pathLst>
                <a:path w="21600" h="21587" extrusionOk="0">
                  <a:moveTo>
                    <a:pt x="5954" y="5356"/>
                  </a:moveTo>
                  <a:lnTo>
                    <a:pt x="5796" y="5869"/>
                  </a:lnTo>
                  <a:lnTo>
                    <a:pt x="5503" y="6311"/>
                  </a:lnTo>
                  <a:lnTo>
                    <a:pt x="5365" y="6483"/>
                  </a:lnTo>
                  <a:lnTo>
                    <a:pt x="5082" y="6656"/>
                  </a:lnTo>
                  <a:lnTo>
                    <a:pt x="4719" y="6834"/>
                  </a:lnTo>
                  <a:lnTo>
                    <a:pt x="4278" y="6893"/>
                  </a:lnTo>
                  <a:lnTo>
                    <a:pt x="3867" y="6963"/>
                  </a:lnTo>
                  <a:lnTo>
                    <a:pt x="3605" y="7152"/>
                  </a:lnTo>
                  <a:lnTo>
                    <a:pt x="3201" y="7421"/>
                  </a:lnTo>
                  <a:lnTo>
                    <a:pt x="2840" y="7616"/>
                  </a:lnTo>
                  <a:lnTo>
                    <a:pt x="2159" y="7891"/>
                  </a:lnTo>
                  <a:lnTo>
                    <a:pt x="1627" y="8085"/>
                  </a:lnTo>
                  <a:lnTo>
                    <a:pt x="1116" y="8295"/>
                  </a:lnTo>
                  <a:lnTo>
                    <a:pt x="1025" y="8677"/>
                  </a:lnTo>
                  <a:lnTo>
                    <a:pt x="980" y="8983"/>
                  </a:lnTo>
                  <a:lnTo>
                    <a:pt x="880" y="9313"/>
                  </a:lnTo>
                  <a:lnTo>
                    <a:pt x="718" y="9572"/>
                  </a:lnTo>
                  <a:lnTo>
                    <a:pt x="742" y="9911"/>
                  </a:lnTo>
                  <a:lnTo>
                    <a:pt x="766" y="10200"/>
                  </a:lnTo>
                  <a:lnTo>
                    <a:pt x="887" y="10459"/>
                  </a:lnTo>
                  <a:lnTo>
                    <a:pt x="982" y="10658"/>
                  </a:lnTo>
                  <a:lnTo>
                    <a:pt x="945" y="10981"/>
                  </a:lnTo>
                  <a:lnTo>
                    <a:pt x="804" y="11271"/>
                  </a:lnTo>
                  <a:lnTo>
                    <a:pt x="643" y="11837"/>
                  </a:lnTo>
                  <a:lnTo>
                    <a:pt x="607" y="12409"/>
                  </a:lnTo>
                  <a:lnTo>
                    <a:pt x="619" y="12825"/>
                  </a:lnTo>
                  <a:lnTo>
                    <a:pt x="619" y="14159"/>
                  </a:lnTo>
                  <a:lnTo>
                    <a:pt x="657" y="14449"/>
                  </a:lnTo>
                  <a:lnTo>
                    <a:pt x="756" y="14821"/>
                  </a:lnTo>
                  <a:lnTo>
                    <a:pt x="756" y="15123"/>
                  </a:lnTo>
                  <a:lnTo>
                    <a:pt x="806" y="15510"/>
                  </a:lnTo>
                  <a:lnTo>
                    <a:pt x="856" y="15799"/>
                  </a:lnTo>
                  <a:lnTo>
                    <a:pt x="756" y="16171"/>
                  </a:lnTo>
                  <a:lnTo>
                    <a:pt x="620" y="16478"/>
                  </a:lnTo>
                  <a:lnTo>
                    <a:pt x="546" y="16734"/>
                  </a:lnTo>
                  <a:lnTo>
                    <a:pt x="484" y="17052"/>
                  </a:lnTo>
                  <a:lnTo>
                    <a:pt x="393" y="17251"/>
                  </a:lnTo>
                  <a:lnTo>
                    <a:pt x="218" y="17348"/>
                  </a:lnTo>
                  <a:lnTo>
                    <a:pt x="0" y="17440"/>
                  </a:lnTo>
                  <a:lnTo>
                    <a:pt x="75" y="17639"/>
                  </a:lnTo>
                  <a:lnTo>
                    <a:pt x="148" y="17822"/>
                  </a:lnTo>
                  <a:lnTo>
                    <a:pt x="409" y="18166"/>
                  </a:lnTo>
                  <a:lnTo>
                    <a:pt x="717" y="18165"/>
                  </a:lnTo>
                  <a:lnTo>
                    <a:pt x="954" y="18364"/>
                  </a:lnTo>
                  <a:lnTo>
                    <a:pt x="1202" y="18316"/>
                  </a:lnTo>
                  <a:lnTo>
                    <a:pt x="1439" y="18047"/>
                  </a:lnTo>
                  <a:lnTo>
                    <a:pt x="1767" y="17901"/>
                  </a:lnTo>
                  <a:lnTo>
                    <a:pt x="2169" y="17804"/>
                  </a:lnTo>
                  <a:lnTo>
                    <a:pt x="2597" y="17535"/>
                  </a:lnTo>
                  <a:lnTo>
                    <a:pt x="2792" y="17454"/>
                  </a:lnTo>
                  <a:lnTo>
                    <a:pt x="3078" y="17389"/>
                  </a:lnTo>
                  <a:lnTo>
                    <a:pt x="3572" y="17373"/>
                  </a:lnTo>
                  <a:lnTo>
                    <a:pt x="3783" y="17308"/>
                  </a:lnTo>
                  <a:lnTo>
                    <a:pt x="4016" y="17260"/>
                  </a:lnTo>
                  <a:lnTo>
                    <a:pt x="4277" y="17211"/>
                  </a:lnTo>
                  <a:cubicBezTo>
                    <a:pt x="4368" y="17227"/>
                    <a:pt x="4461" y="17227"/>
                    <a:pt x="4552" y="17211"/>
                  </a:cubicBezTo>
                  <a:cubicBezTo>
                    <a:pt x="4646" y="17194"/>
                    <a:pt x="4738" y="17159"/>
                    <a:pt x="4825" y="17108"/>
                  </a:cubicBezTo>
                  <a:lnTo>
                    <a:pt x="5149" y="16802"/>
                  </a:lnTo>
                  <a:lnTo>
                    <a:pt x="5410" y="16608"/>
                  </a:lnTo>
                  <a:lnTo>
                    <a:pt x="5793" y="16451"/>
                  </a:lnTo>
                  <a:lnTo>
                    <a:pt x="6066" y="16339"/>
                  </a:lnTo>
                  <a:lnTo>
                    <a:pt x="6419" y="16236"/>
                  </a:lnTo>
                  <a:lnTo>
                    <a:pt x="7073" y="16033"/>
                  </a:lnTo>
                  <a:lnTo>
                    <a:pt x="7555" y="15812"/>
                  </a:lnTo>
                  <a:lnTo>
                    <a:pt x="7812" y="15893"/>
                  </a:lnTo>
                  <a:lnTo>
                    <a:pt x="8156" y="15925"/>
                  </a:lnTo>
                  <a:lnTo>
                    <a:pt x="8413" y="15764"/>
                  </a:lnTo>
                  <a:cubicBezTo>
                    <a:pt x="8514" y="15721"/>
                    <a:pt x="8618" y="15693"/>
                    <a:pt x="8724" y="15683"/>
                  </a:cubicBezTo>
                  <a:cubicBezTo>
                    <a:pt x="8850" y="15670"/>
                    <a:pt x="8977" y="15680"/>
                    <a:pt x="9101" y="15714"/>
                  </a:cubicBezTo>
                  <a:lnTo>
                    <a:pt x="9309" y="15811"/>
                  </a:lnTo>
                  <a:lnTo>
                    <a:pt x="9665" y="16129"/>
                  </a:lnTo>
                  <a:lnTo>
                    <a:pt x="9802" y="16323"/>
                  </a:lnTo>
                  <a:lnTo>
                    <a:pt x="10014" y="16431"/>
                  </a:lnTo>
                  <a:cubicBezTo>
                    <a:pt x="10054" y="16535"/>
                    <a:pt x="10087" y="16643"/>
                    <a:pt x="10112" y="16754"/>
                  </a:cubicBezTo>
                  <a:cubicBezTo>
                    <a:pt x="10146" y="16901"/>
                    <a:pt x="10167" y="17052"/>
                    <a:pt x="10174" y="17205"/>
                  </a:cubicBezTo>
                  <a:lnTo>
                    <a:pt x="10302" y="17344"/>
                  </a:lnTo>
                  <a:lnTo>
                    <a:pt x="10401" y="17554"/>
                  </a:lnTo>
                  <a:lnTo>
                    <a:pt x="10451" y="17811"/>
                  </a:lnTo>
                  <a:lnTo>
                    <a:pt x="10476" y="18064"/>
                  </a:lnTo>
                  <a:lnTo>
                    <a:pt x="10688" y="18145"/>
                  </a:lnTo>
                  <a:lnTo>
                    <a:pt x="10787" y="17837"/>
                  </a:lnTo>
                  <a:lnTo>
                    <a:pt x="10899" y="17643"/>
                  </a:lnTo>
                  <a:lnTo>
                    <a:pt x="11281" y="17568"/>
                  </a:lnTo>
                  <a:lnTo>
                    <a:pt x="11514" y="17330"/>
                  </a:lnTo>
                  <a:lnTo>
                    <a:pt x="11659" y="16996"/>
                  </a:lnTo>
                  <a:lnTo>
                    <a:pt x="11759" y="16727"/>
                  </a:lnTo>
                  <a:lnTo>
                    <a:pt x="11983" y="16727"/>
                  </a:lnTo>
                  <a:lnTo>
                    <a:pt x="12102" y="16986"/>
                  </a:lnTo>
                  <a:lnTo>
                    <a:pt x="12069" y="17282"/>
                  </a:lnTo>
                  <a:lnTo>
                    <a:pt x="11874" y="17524"/>
                  </a:lnTo>
                  <a:lnTo>
                    <a:pt x="11654" y="17767"/>
                  </a:lnTo>
                  <a:lnTo>
                    <a:pt x="11510" y="17972"/>
                  </a:lnTo>
                  <a:lnTo>
                    <a:pt x="11473" y="18225"/>
                  </a:lnTo>
                  <a:lnTo>
                    <a:pt x="11274" y="18418"/>
                  </a:lnTo>
                  <a:lnTo>
                    <a:pt x="11125" y="18467"/>
                  </a:lnTo>
                  <a:lnTo>
                    <a:pt x="11188" y="18634"/>
                  </a:lnTo>
                  <a:lnTo>
                    <a:pt x="11336" y="18634"/>
                  </a:lnTo>
                  <a:lnTo>
                    <a:pt x="11507" y="18537"/>
                  </a:lnTo>
                  <a:lnTo>
                    <a:pt x="11648" y="18208"/>
                  </a:lnTo>
                  <a:lnTo>
                    <a:pt x="11859" y="17966"/>
                  </a:lnTo>
                  <a:lnTo>
                    <a:pt x="11982" y="17997"/>
                  </a:lnTo>
                  <a:lnTo>
                    <a:pt x="12028" y="18234"/>
                  </a:lnTo>
                  <a:lnTo>
                    <a:pt x="12003" y="18557"/>
                  </a:lnTo>
                  <a:lnTo>
                    <a:pt x="11990" y="18719"/>
                  </a:lnTo>
                  <a:lnTo>
                    <a:pt x="12143" y="18913"/>
                  </a:lnTo>
                  <a:lnTo>
                    <a:pt x="12243" y="19251"/>
                  </a:lnTo>
                  <a:lnTo>
                    <a:pt x="12130" y="19639"/>
                  </a:lnTo>
                  <a:lnTo>
                    <a:pt x="12031" y="19855"/>
                  </a:lnTo>
                  <a:lnTo>
                    <a:pt x="11944" y="20096"/>
                  </a:lnTo>
                  <a:lnTo>
                    <a:pt x="12193" y="20469"/>
                  </a:lnTo>
                  <a:lnTo>
                    <a:pt x="12600" y="20760"/>
                  </a:lnTo>
                  <a:lnTo>
                    <a:pt x="12912" y="21094"/>
                  </a:lnTo>
                  <a:lnTo>
                    <a:pt x="13119" y="21142"/>
                  </a:lnTo>
                  <a:lnTo>
                    <a:pt x="13372" y="21202"/>
                  </a:lnTo>
                  <a:cubicBezTo>
                    <a:pt x="13427" y="21195"/>
                    <a:pt x="13481" y="21173"/>
                    <a:pt x="13529" y="21138"/>
                  </a:cubicBezTo>
                  <a:cubicBezTo>
                    <a:pt x="13608" y="21080"/>
                    <a:pt x="13669" y="20988"/>
                    <a:pt x="13703" y="20879"/>
                  </a:cubicBezTo>
                  <a:lnTo>
                    <a:pt x="13911" y="20820"/>
                  </a:lnTo>
                  <a:lnTo>
                    <a:pt x="14131" y="20831"/>
                  </a:lnTo>
                  <a:lnTo>
                    <a:pt x="14366" y="21000"/>
                  </a:lnTo>
                  <a:lnTo>
                    <a:pt x="14503" y="21323"/>
                  </a:lnTo>
                  <a:cubicBezTo>
                    <a:pt x="14516" y="21451"/>
                    <a:pt x="14589" y="21554"/>
                    <a:pt x="14686" y="21581"/>
                  </a:cubicBezTo>
                  <a:cubicBezTo>
                    <a:pt x="14755" y="21600"/>
                    <a:pt x="14827" y="21576"/>
                    <a:pt x="14881" y="21516"/>
                  </a:cubicBezTo>
                  <a:lnTo>
                    <a:pt x="15117" y="21042"/>
                  </a:lnTo>
                  <a:cubicBezTo>
                    <a:pt x="15153" y="20962"/>
                    <a:pt x="15199" y="20891"/>
                    <a:pt x="15254" y="20832"/>
                  </a:cubicBezTo>
                  <a:cubicBezTo>
                    <a:pt x="15361" y="20715"/>
                    <a:pt x="15495" y="20649"/>
                    <a:pt x="15635" y="20643"/>
                  </a:cubicBezTo>
                  <a:lnTo>
                    <a:pt x="15896" y="20578"/>
                  </a:lnTo>
                  <a:lnTo>
                    <a:pt x="16108" y="20578"/>
                  </a:lnTo>
                  <a:lnTo>
                    <a:pt x="16320" y="20708"/>
                  </a:lnTo>
                  <a:cubicBezTo>
                    <a:pt x="16368" y="20765"/>
                    <a:pt x="16429" y="20799"/>
                    <a:pt x="16494" y="20805"/>
                  </a:cubicBezTo>
                  <a:cubicBezTo>
                    <a:pt x="16587" y="20814"/>
                    <a:pt x="16677" y="20766"/>
                    <a:pt x="16739" y="20676"/>
                  </a:cubicBezTo>
                  <a:lnTo>
                    <a:pt x="16988" y="20110"/>
                  </a:lnTo>
                  <a:lnTo>
                    <a:pt x="17250" y="19592"/>
                  </a:lnTo>
                  <a:cubicBezTo>
                    <a:pt x="17331" y="19471"/>
                    <a:pt x="17410" y="19347"/>
                    <a:pt x="17487" y="19220"/>
                  </a:cubicBezTo>
                  <a:cubicBezTo>
                    <a:pt x="17562" y="19095"/>
                    <a:pt x="17636" y="18967"/>
                    <a:pt x="17707" y="18837"/>
                  </a:cubicBezTo>
                  <a:lnTo>
                    <a:pt x="18063" y="18805"/>
                  </a:lnTo>
                  <a:lnTo>
                    <a:pt x="18151" y="18627"/>
                  </a:lnTo>
                  <a:lnTo>
                    <a:pt x="18358" y="18341"/>
                  </a:lnTo>
                  <a:lnTo>
                    <a:pt x="18454" y="18136"/>
                  </a:lnTo>
                  <a:lnTo>
                    <a:pt x="18691" y="17893"/>
                  </a:lnTo>
                  <a:cubicBezTo>
                    <a:pt x="18717" y="17817"/>
                    <a:pt x="18736" y="17738"/>
                    <a:pt x="18748" y="17656"/>
                  </a:cubicBezTo>
                  <a:cubicBezTo>
                    <a:pt x="18765" y="17543"/>
                    <a:pt x="18767" y="17423"/>
                    <a:pt x="18810" y="17321"/>
                  </a:cubicBezTo>
                  <a:cubicBezTo>
                    <a:pt x="18860" y="17203"/>
                    <a:pt x="18955" y="17129"/>
                    <a:pt x="19059" y="17127"/>
                  </a:cubicBezTo>
                  <a:lnTo>
                    <a:pt x="19413" y="16924"/>
                  </a:lnTo>
                  <a:lnTo>
                    <a:pt x="19787" y="16655"/>
                  </a:lnTo>
                  <a:lnTo>
                    <a:pt x="19874" y="16445"/>
                  </a:lnTo>
                  <a:lnTo>
                    <a:pt x="20023" y="16251"/>
                  </a:lnTo>
                  <a:lnTo>
                    <a:pt x="20285" y="15880"/>
                  </a:lnTo>
                  <a:lnTo>
                    <a:pt x="20451" y="15642"/>
                  </a:lnTo>
                  <a:lnTo>
                    <a:pt x="20476" y="15370"/>
                  </a:lnTo>
                  <a:cubicBezTo>
                    <a:pt x="20512" y="15250"/>
                    <a:pt x="20553" y="15133"/>
                    <a:pt x="20601" y="15020"/>
                  </a:cubicBezTo>
                  <a:cubicBezTo>
                    <a:pt x="20671" y="14852"/>
                    <a:pt x="20753" y="14693"/>
                    <a:pt x="20846" y="14545"/>
                  </a:cubicBezTo>
                  <a:cubicBezTo>
                    <a:pt x="20913" y="14433"/>
                    <a:pt x="20979" y="14320"/>
                    <a:pt x="21045" y="14206"/>
                  </a:cubicBezTo>
                  <a:cubicBezTo>
                    <a:pt x="21111" y="14091"/>
                    <a:pt x="21176" y="13976"/>
                    <a:pt x="21240" y="13860"/>
                  </a:cubicBezTo>
                  <a:cubicBezTo>
                    <a:pt x="21281" y="13719"/>
                    <a:pt x="21310" y="13572"/>
                    <a:pt x="21327" y="13423"/>
                  </a:cubicBezTo>
                  <a:cubicBezTo>
                    <a:pt x="21345" y="13266"/>
                    <a:pt x="21349" y="13107"/>
                    <a:pt x="21340" y="12948"/>
                  </a:cubicBezTo>
                  <a:lnTo>
                    <a:pt x="21550" y="12563"/>
                  </a:lnTo>
                  <a:cubicBezTo>
                    <a:pt x="21536" y="12461"/>
                    <a:pt x="21532" y="12358"/>
                    <a:pt x="21538" y="12255"/>
                  </a:cubicBezTo>
                  <a:cubicBezTo>
                    <a:pt x="21545" y="12135"/>
                    <a:pt x="21566" y="12016"/>
                    <a:pt x="21600" y="11904"/>
                  </a:cubicBezTo>
                  <a:lnTo>
                    <a:pt x="21600" y="11340"/>
                  </a:lnTo>
                  <a:lnTo>
                    <a:pt x="21538" y="11038"/>
                  </a:lnTo>
                  <a:lnTo>
                    <a:pt x="21389" y="10617"/>
                  </a:lnTo>
                  <a:lnTo>
                    <a:pt x="21281" y="10240"/>
                  </a:lnTo>
                  <a:lnTo>
                    <a:pt x="21028" y="9986"/>
                  </a:lnTo>
                  <a:lnTo>
                    <a:pt x="20791" y="9581"/>
                  </a:lnTo>
                  <a:lnTo>
                    <a:pt x="20733" y="9333"/>
                  </a:lnTo>
                  <a:lnTo>
                    <a:pt x="20397" y="8721"/>
                  </a:lnTo>
                  <a:lnTo>
                    <a:pt x="20297" y="8091"/>
                  </a:lnTo>
                  <a:lnTo>
                    <a:pt x="20106" y="7525"/>
                  </a:lnTo>
                  <a:lnTo>
                    <a:pt x="19820" y="6996"/>
                  </a:lnTo>
                  <a:lnTo>
                    <a:pt x="19620" y="6527"/>
                  </a:lnTo>
                  <a:lnTo>
                    <a:pt x="19210" y="6155"/>
                  </a:lnTo>
                  <a:lnTo>
                    <a:pt x="18886" y="5767"/>
                  </a:lnTo>
                  <a:cubicBezTo>
                    <a:pt x="18800" y="5685"/>
                    <a:pt x="18761" y="5544"/>
                    <a:pt x="18786" y="5410"/>
                  </a:cubicBezTo>
                  <a:cubicBezTo>
                    <a:pt x="18811" y="5280"/>
                    <a:pt x="18892" y="5181"/>
                    <a:pt x="18994" y="5157"/>
                  </a:cubicBezTo>
                  <a:lnTo>
                    <a:pt x="19055" y="4833"/>
                  </a:lnTo>
                  <a:lnTo>
                    <a:pt x="19055" y="4472"/>
                  </a:lnTo>
                  <a:lnTo>
                    <a:pt x="19217" y="4028"/>
                  </a:lnTo>
                  <a:lnTo>
                    <a:pt x="19027" y="3743"/>
                  </a:lnTo>
                  <a:lnTo>
                    <a:pt x="18969" y="3459"/>
                  </a:lnTo>
                  <a:lnTo>
                    <a:pt x="18936" y="3040"/>
                  </a:lnTo>
                  <a:lnTo>
                    <a:pt x="18737" y="2634"/>
                  </a:lnTo>
                  <a:lnTo>
                    <a:pt x="18500" y="2250"/>
                  </a:lnTo>
                  <a:lnTo>
                    <a:pt x="18264" y="1878"/>
                  </a:lnTo>
                  <a:cubicBezTo>
                    <a:pt x="18190" y="1776"/>
                    <a:pt x="18127" y="1662"/>
                    <a:pt x="18077" y="1539"/>
                  </a:cubicBezTo>
                  <a:cubicBezTo>
                    <a:pt x="17997" y="1344"/>
                    <a:pt x="17951" y="1129"/>
                    <a:pt x="17940" y="908"/>
                  </a:cubicBezTo>
                  <a:lnTo>
                    <a:pt x="17870" y="312"/>
                  </a:lnTo>
                  <a:lnTo>
                    <a:pt x="17679" y="0"/>
                  </a:lnTo>
                  <a:lnTo>
                    <a:pt x="17497" y="117"/>
                  </a:lnTo>
                  <a:lnTo>
                    <a:pt x="17298" y="441"/>
                  </a:lnTo>
                  <a:lnTo>
                    <a:pt x="17198" y="989"/>
                  </a:lnTo>
                  <a:lnTo>
                    <a:pt x="17173" y="1475"/>
                  </a:lnTo>
                  <a:lnTo>
                    <a:pt x="17090" y="1927"/>
                  </a:lnTo>
                  <a:lnTo>
                    <a:pt x="17016" y="2271"/>
                  </a:lnTo>
                  <a:lnTo>
                    <a:pt x="17003" y="2864"/>
                  </a:lnTo>
                  <a:lnTo>
                    <a:pt x="17016" y="3290"/>
                  </a:lnTo>
                  <a:cubicBezTo>
                    <a:pt x="16998" y="3361"/>
                    <a:pt x="16974" y="3430"/>
                    <a:pt x="16945" y="3495"/>
                  </a:cubicBezTo>
                  <a:cubicBezTo>
                    <a:pt x="16886" y="3627"/>
                    <a:pt x="16805" y="3742"/>
                    <a:pt x="16709" y="3829"/>
                  </a:cubicBezTo>
                  <a:lnTo>
                    <a:pt x="16476" y="4223"/>
                  </a:lnTo>
                  <a:lnTo>
                    <a:pt x="16090" y="4596"/>
                  </a:lnTo>
                  <a:lnTo>
                    <a:pt x="16028" y="4804"/>
                  </a:lnTo>
                  <a:lnTo>
                    <a:pt x="15868" y="4980"/>
                  </a:lnTo>
                  <a:lnTo>
                    <a:pt x="15471" y="4872"/>
                  </a:lnTo>
                  <a:lnTo>
                    <a:pt x="15263" y="4420"/>
                  </a:lnTo>
                  <a:lnTo>
                    <a:pt x="14941" y="4258"/>
                  </a:lnTo>
                  <a:lnTo>
                    <a:pt x="14663" y="4053"/>
                  </a:lnTo>
                  <a:lnTo>
                    <a:pt x="14476" y="3794"/>
                  </a:lnTo>
                  <a:lnTo>
                    <a:pt x="14089" y="3470"/>
                  </a:lnTo>
                  <a:lnTo>
                    <a:pt x="13749" y="3330"/>
                  </a:lnTo>
                  <a:lnTo>
                    <a:pt x="13637" y="2925"/>
                  </a:lnTo>
                  <a:lnTo>
                    <a:pt x="13637" y="2180"/>
                  </a:lnTo>
                  <a:lnTo>
                    <a:pt x="13757" y="1862"/>
                  </a:lnTo>
                  <a:lnTo>
                    <a:pt x="13894" y="1668"/>
                  </a:lnTo>
                  <a:lnTo>
                    <a:pt x="14093" y="1328"/>
                  </a:lnTo>
                  <a:lnTo>
                    <a:pt x="14301" y="1036"/>
                  </a:lnTo>
                  <a:lnTo>
                    <a:pt x="14077" y="799"/>
                  </a:lnTo>
                  <a:lnTo>
                    <a:pt x="13671" y="626"/>
                  </a:lnTo>
                  <a:lnTo>
                    <a:pt x="13551" y="529"/>
                  </a:lnTo>
                  <a:lnTo>
                    <a:pt x="12919" y="457"/>
                  </a:lnTo>
                  <a:lnTo>
                    <a:pt x="12492" y="155"/>
                  </a:lnTo>
                  <a:lnTo>
                    <a:pt x="12131" y="495"/>
                  </a:lnTo>
                  <a:lnTo>
                    <a:pt x="11861" y="716"/>
                  </a:lnTo>
                  <a:lnTo>
                    <a:pt x="11605" y="888"/>
                  </a:lnTo>
                  <a:lnTo>
                    <a:pt x="11058" y="1017"/>
                  </a:lnTo>
                  <a:lnTo>
                    <a:pt x="10851" y="1226"/>
                  </a:lnTo>
                  <a:lnTo>
                    <a:pt x="10702" y="1608"/>
                  </a:lnTo>
                  <a:lnTo>
                    <a:pt x="10603" y="1737"/>
                  </a:lnTo>
                  <a:lnTo>
                    <a:pt x="10416" y="1964"/>
                  </a:lnTo>
                  <a:lnTo>
                    <a:pt x="10428" y="2286"/>
                  </a:lnTo>
                  <a:lnTo>
                    <a:pt x="10594" y="2561"/>
                  </a:lnTo>
                  <a:lnTo>
                    <a:pt x="10478" y="2739"/>
                  </a:lnTo>
                  <a:lnTo>
                    <a:pt x="10159" y="3090"/>
                  </a:lnTo>
                  <a:cubicBezTo>
                    <a:pt x="10067" y="3086"/>
                    <a:pt x="9978" y="3052"/>
                    <a:pt x="9899" y="2993"/>
                  </a:cubicBezTo>
                  <a:cubicBezTo>
                    <a:pt x="9767" y="2894"/>
                    <a:pt x="9671" y="2731"/>
                    <a:pt x="9633" y="2540"/>
                  </a:cubicBezTo>
                  <a:lnTo>
                    <a:pt x="9197" y="2329"/>
                  </a:lnTo>
                  <a:cubicBezTo>
                    <a:pt x="9181" y="2199"/>
                    <a:pt x="9118" y="2087"/>
                    <a:pt x="9027" y="2027"/>
                  </a:cubicBezTo>
                  <a:cubicBezTo>
                    <a:pt x="8838" y="1903"/>
                    <a:pt x="8608" y="2025"/>
                    <a:pt x="8541" y="2286"/>
                  </a:cubicBezTo>
                  <a:lnTo>
                    <a:pt x="8250" y="2599"/>
                  </a:lnTo>
                  <a:cubicBezTo>
                    <a:pt x="8194" y="2686"/>
                    <a:pt x="8137" y="2772"/>
                    <a:pt x="8080" y="2857"/>
                  </a:cubicBezTo>
                  <a:cubicBezTo>
                    <a:pt x="7985" y="2999"/>
                    <a:pt x="7888" y="3139"/>
                    <a:pt x="7790" y="3277"/>
                  </a:cubicBezTo>
                  <a:lnTo>
                    <a:pt x="7467" y="3599"/>
                  </a:lnTo>
                  <a:lnTo>
                    <a:pt x="7293" y="3739"/>
                  </a:lnTo>
                  <a:lnTo>
                    <a:pt x="6986" y="3783"/>
                  </a:lnTo>
                  <a:lnTo>
                    <a:pt x="6987" y="4025"/>
                  </a:lnTo>
                  <a:lnTo>
                    <a:pt x="7057" y="4165"/>
                  </a:lnTo>
                  <a:lnTo>
                    <a:pt x="7119" y="4374"/>
                  </a:lnTo>
                  <a:lnTo>
                    <a:pt x="7007" y="4628"/>
                  </a:lnTo>
                  <a:cubicBezTo>
                    <a:pt x="7006" y="4750"/>
                    <a:pt x="6931" y="4851"/>
                    <a:pt x="6836" y="4854"/>
                  </a:cubicBezTo>
                  <a:cubicBezTo>
                    <a:pt x="6738" y="4858"/>
                    <a:pt x="6655" y="4756"/>
                    <a:pt x="6654" y="4628"/>
                  </a:cubicBezTo>
                  <a:lnTo>
                    <a:pt x="6421" y="4466"/>
                  </a:lnTo>
                  <a:lnTo>
                    <a:pt x="6280" y="4719"/>
                  </a:lnTo>
                  <a:lnTo>
                    <a:pt x="6160" y="4924"/>
                  </a:lnTo>
                  <a:lnTo>
                    <a:pt x="5954" y="5356"/>
                  </a:lnTo>
                  <a:close/>
                </a:path>
              </a:pathLst>
            </a:custGeom>
            <a:grpFill/>
            <a:ln w="25400" cap="flat">
              <a:noFill/>
              <a:prstDash val="solid"/>
              <a:miter lim="400000"/>
            </a:ln>
            <a:effectLst/>
          </p:spPr>
          <p:txBody>
            <a:bodyPr anchor="ctr"/>
            <a:lstStyle/>
            <a:p>
              <a:pPr algn="ctr"/>
              <a:endParaRPr/>
            </a:p>
          </p:txBody>
        </p:sp>
        <p:sp>
          <p:nvSpPr>
            <p:cNvPr id="135" name="ïṣ1ïḑê">
              <a:extLst>
                <a:ext uri="{FF2B5EF4-FFF2-40B4-BE49-F238E27FC236}">
                  <a16:creationId xmlns:a16="http://schemas.microsoft.com/office/drawing/2014/main" id="{AE32D76C-174A-44B3-91DE-F9017F6EE895}"/>
                </a:ext>
              </a:extLst>
            </p:cNvPr>
            <p:cNvSpPr/>
            <p:nvPr/>
          </p:nvSpPr>
          <p:spPr>
            <a:xfrm>
              <a:off x="10006023" y="5571304"/>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grpFill/>
            <a:ln w="25400" cap="flat">
              <a:noFill/>
              <a:prstDash val="solid"/>
              <a:miter lim="400000"/>
            </a:ln>
            <a:effectLst/>
          </p:spPr>
          <p:txBody>
            <a:bodyPr anchor="ctr"/>
            <a:lstStyle/>
            <a:p>
              <a:pPr algn="ctr"/>
              <a:endParaRPr/>
            </a:p>
          </p:txBody>
        </p:sp>
        <p:sp>
          <p:nvSpPr>
            <p:cNvPr id="136" name="iṡ1ïḍè">
              <a:extLst>
                <a:ext uri="{FF2B5EF4-FFF2-40B4-BE49-F238E27FC236}">
                  <a16:creationId xmlns:a16="http://schemas.microsoft.com/office/drawing/2014/main" id="{ADBD11D8-5DC2-4934-82C4-F5583F7FF3E3}"/>
                </a:ext>
              </a:extLst>
            </p:cNvPr>
            <p:cNvSpPr/>
            <p:nvPr/>
          </p:nvSpPr>
          <p:spPr>
            <a:xfrm>
              <a:off x="10572355" y="5565246"/>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grpFill/>
            <a:ln w="25400" cap="flat">
              <a:noFill/>
              <a:prstDash val="solid"/>
              <a:miter lim="400000"/>
            </a:ln>
            <a:effectLst/>
          </p:spPr>
          <p:txBody>
            <a:bodyPr anchor="ctr"/>
            <a:lstStyle/>
            <a:p>
              <a:pPr algn="ctr"/>
              <a:endParaRPr/>
            </a:p>
          </p:txBody>
        </p:sp>
        <p:sp>
          <p:nvSpPr>
            <p:cNvPr id="137" name="íṣļíḓé">
              <a:extLst>
                <a:ext uri="{FF2B5EF4-FFF2-40B4-BE49-F238E27FC236}">
                  <a16:creationId xmlns:a16="http://schemas.microsoft.com/office/drawing/2014/main" id="{FB07088E-E7D4-496E-BD41-1164C829235C}"/>
                </a:ext>
              </a:extLst>
            </p:cNvPr>
            <p:cNvSpPr/>
            <p:nvPr/>
          </p:nvSpPr>
          <p:spPr>
            <a:xfrm>
              <a:off x="10955509" y="5355572"/>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grpFill/>
            <a:ln w="25400" cap="flat">
              <a:noFill/>
              <a:prstDash val="solid"/>
              <a:miter lim="400000"/>
            </a:ln>
            <a:effectLst/>
          </p:spPr>
          <p:txBody>
            <a:bodyPr anchor="ctr"/>
            <a:lstStyle/>
            <a:p>
              <a:pPr algn="ctr"/>
              <a:endParaRPr/>
            </a:p>
          </p:txBody>
        </p:sp>
        <p:sp>
          <p:nvSpPr>
            <p:cNvPr id="138" name="îšļïḓé">
              <a:extLst>
                <a:ext uri="{FF2B5EF4-FFF2-40B4-BE49-F238E27FC236}">
                  <a16:creationId xmlns:a16="http://schemas.microsoft.com/office/drawing/2014/main" id="{FCDAD5C3-EBBA-472A-8BF9-85BF9FBECDE1}"/>
                </a:ext>
              </a:extLst>
            </p:cNvPr>
            <p:cNvSpPr/>
            <p:nvPr/>
          </p:nvSpPr>
          <p:spPr>
            <a:xfrm>
              <a:off x="10967412" y="5132660"/>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grpFill/>
            <a:ln w="25400" cap="flat">
              <a:noFill/>
              <a:prstDash val="solid"/>
              <a:miter lim="400000"/>
            </a:ln>
            <a:effectLst/>
          </p:spPr>
          <p:txBody>
            <a:bodyPr anchor="ctr"/>
            <a:lstStyle/>
            <a:p>
              <a:pPr algn="ctr"/>
              <a:endParaRPr/>
            </a:p>
          </p:txBody>
        </p:sp>
        <p:sp>
          <p:nvSpPr>
            <p:cNvPr id="139" name="ïṥļïḓe">
              <a:extLst>
                <a:ext uri="{FF2B5EF4-FFF2-40B4-BE49-F238E27FC236}">
                  <a16:creationId xmlns:a16="http://schemas.microsoft.com/office/drawing/2014/main" id="{DAF19624-4784-4D57-917A-EF03A7816A38}"/>
                </a:ext>
              </a:extLst>
            </p:cNvPr>
            <p:cNvSpPr/>
            <p:nvPr/>
          </p:nvSpPr>
          <p:spPr>
            <a:xfrm>
              <a:off x="10931870" y="4777460"/>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grpFill/>
            <a:ln w="25400" cap="flat">
              <a:noFill/>
              <a:prstDash val="solid"/>
              <a:miter lim="400000"/>
            </a:ln>
            <a:effectLst/>
          </p:spPr>
          <p:txBody>
            <a:bodyPr anchor="ctr"/>
            <a:lstStyle/>
            <a:p>
              <a:pPr algn="ctr"/>
              <a:endParaRPr/>
            </a:p>
          </p:txBody>
        </p:sp>
        <p:sp>
          <p:nvSpPr>
            <p:cNvPr id="140" name="îśľíḓê">
              <a:extLst>
                <a:ext uri="{FF2B5EF4-FFF2-40B4-BE49-F238E27FC236}">
                  <a16:creationId xmlns:a16="http://schemas.microsoft.com/office/drawing/2014/main" id="{BAC6F3FC-80B2-4F25-96A6-579BED3F725F}"/>
                </a:ext>
              </a:extLst>
            </p:cNvPr>
            <p:cNvSpPr/>
            <p:nvPr/>
          </p:nvSpPr>
          <p:spPr>
            <a:xfrm>
              <a:off x="11078753" y="4636331"/>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grpFill/>
            <a:ln w="25400" cap="flat">
              <a:noFill/>
              <a:prstDash val="solid"/>
              <a:miter lim="400000"/>
            </a:ln>
            <a:effectLst/>
          </p:spPr>
          <p:txBody>
            <a:bodyPr anchor="ctr"/>
            <a:lstStyle/>
            <a:p>
              <a:pPr algn="ctr"/>
              <a:endParaRPr/>
            </a:p>
          </p:txBody>
        </p:sp>
        <p:sp>
          <p:nvSpPr>
            <p:cNvPr id="141" name="ïšļîḑè">
              <a:extLst>
                <a:ext uri="{FF2B5EF4-FFF2-40B4-BE49-F238E27FC236}">
                  <a16:creationId xmlns:a16="http://schemas.microsoft.com/office/drawing/2014/main" id="{DA2E624A-2683-410C-844D-8CABE63121D3}"/>
                </a:ext>
              </a:extLst>
            </p:cNvPr>
            <p:cNvSpPr/>
            <p:nvPr/>
          </p:nvSpPr>
          <p:spPr>
            <a:xfrm>
              <a:off x="10694096" y="4283499"/>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grpFill/>
            <a:ln w="25400" cap="flat">
              <a:noFill/>
              <a:prstDash val="solid"/>
              <a:miter lim="400000"/>
            </a:ln>
            <a:effectLst/>
          </p:spPr>
          <p:txBody>
            <a:bodyPr anchor="ctr"/>
            <a:lstStyle/>
            <a:p>
              <a:pPr algn="ctr"/>
              <a:endParaRPr/>
            </a:p>
          </p:txBody>
        </p:sp>
        <p:sp>
          <p:nvSpPr>
            <p:cNvPr id="142" name="î$liḋê">
              <a:extLst>
                <a:ext uri="{FF2B5EF4-FFF2-40B4-BE49-F238E27FC236}">
                  <a16:creationId xmlns:a16="http://schemas.microsoft.com/office/drawing/2014/main" id="{73464FA2-EC6C-4852-8D1B-9F9917B4C4CD}"/>
                </a:ext>
              </a:extLst>
            </p:cNvPr>
            <p:cNvSpPr/>
            <p:nvPr/>
          </p:nvSpPr>
          <p:spPr>
            <a:xfrm>
              <a:off x="10754669" y="4332994"/>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grpFill/>
            <a:ln w="25400" cap="flat">
              <a:noFill/>
              <a:prstDash val="solid"/>
              <a:miter lim="400000"/>
            </a:ln>
            <a:effectLst/>
          </p:spPr>
          <p:txBody>
            <a:bodyPr anchor="ctr"/>
            <a:lstStyle/>
            <a:p>
              <a:pPr algn="ctr"/>
              <a:endParaRPr/>
            </a:p>
          </p:txBody>
        </p:sp>
        <p:sp>
          <p:nvSpPr>
            <p:cNvPr id="143" name="îṡḷîḓé">
              <a:extLst>
                <a:ext uri="{FF2B5EF4-FFF2-40B4-BE49-F238E27FC236}">
                  <a16:creationId xmlns:a16="http://schemas.microsoft.com/office/drawing/2014/main" id="{3C085453-6ADD-49FD-8A03-C592F41E927B}"/>
                </a:ext>
              </a:extLst>
            </p:cNvPr>
            <p:cNvSpPr/>
            <p:nvPr/>
          </p:nvSpPr>
          <p:spPr>
            <a:xfrm>
              <a:off x="10773772" y="4386273"/>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grpFill/>
            <a:ln w="25400" cap="flat">
              <a:noFill/>
              <a:prstDash val="solid"/>
              <a:miter lim="400000"/>
            </a:ln>
            <a:effectLst/>
          </p:spPr>
          <p:txBody>
            <a:bodyPr anchor="ctr"/>
            <a:lstStyle/>
            <a:p>
              <a:pPr algn="ctr"/>
              <a:endParaRPr/>
            </a:p>
          </p:txBody>
        </p:sp>
        <p:sp>
          <p:nvSpPr>
            <p:cNvPr id="144" name="i$ḻíḓe">
              <a:extLst>
                <a:ext uri="{FF2B5EF4-FFF2-40B4-BE49-F238E27FC236}">
                  <a16:creationId xmlns:a16="http://schemas.microsoft.com/office/drawing/2014/main" id="{27DADE61-A824-4E0E-8232-5EA485B253DB}"/>
                </a:ext>
              </a:extLst>
            </p:cNvPr>
            <p:cNvSpPr/>
            <p:nvPr/>
          </p:nvSpPr>
          <p:spPr>
            <a:xfrm>
              <a:off x="10819989" y="4368723"/>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grpFill/>
            <a:ln w="25400" cap="flat">
              <a:noFill/>
              <a:prstDash val="solid"/>
              <a:miter lim="400000"/>
            </a:ln>
            <a:effectLst/>
          </p:spPr>
          <p:txBody>
            <a:bodyPr anchor="ctr"/>
            <a:lstStyle/>
            <a:p>
              <a:pPr algn="ctr"/>
              <a:endParaRPr/>
            </a:p>
          </p:txBody>
        </p:sp>
        <p:sp>
          <p:nvSpPr>
            <p:cNvPr id="145" name="isļïḍe">
              <a:extLst>
                <a:ext uri="{FF2B5EF4-FFF2-40B4-BE49-F238E27FC236}">
                  <a16:creationId xmlns:a16="http://schemas.microsoft.com/office/drawing/2014/main" id="{46467DC1-0BF7-40EE-B23C-3FF5DD20FC37}"/>
                </a:ext>
              </a:extLst>
            </p:cNvPr>
            <p:cNvSpPr/>
            <p:nvPr/>
          </p:nvSpPr>
          <p:spPr>
            <a:xfrm>
              <a:off x="10844148" y="4433313"/>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grpFill/>
            <a:ln w="25400" cap="flat">
              <a:noFill/>
              <a:prstDash val="solid"/>
              <a:miter lim="400000"/>
            </a:ln>
            <a:effectLst/>
          </p:spPr>
          <p:txBody>
            <a:bodyPr anchor="ctr"/>
            <a:lstStyle/>
            <a:p>
              <a:pPr algn="ctr"/>
              <a:endParaRPr/>
            </a:p>
          </p:txBody>
        </p:sp>
        <p:sp>
          <p:nvSpPr>
            <p:cNvPr id="146" name="ïSḻîḑê">
              <a:extLst>
                <a:ext uri="{FF2B5EF4-FFF2-40B4-BE49-F238E27FC236}">
                  <a16:creationId xmlns:a16="http://schemas.microsoft.com/office/drawing/2014/main" id="{3C416240-FD6F-4F18-AFAB-A937FBD60CB4}"/>
                </a:ext>
              </a:extLst>
            </p:cNvPr>
            <p:cNvSpPr/>
            <p:nvPr/>
          </p:nvSpPr>
          <p:spPr>
            <a:xfrm>
              <a:off x="10888902" y="4398838"/>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grpFill/>
            <a:ln w="25400" cap="flat">
              <a:noFill/>
              <a:prstDash val="solid"/>
              <a:miter lim="400000"/>
            </a:ln>
            <a:effectLst/>
          </p:spPr>
          <p:txBody>
            <a:bodyPr anchor="ctr"/>
            <a:lstStyle/>
            <a:p>
              <a:pPr algn="ctr"/>
              <a:endParaRPr/>
            </a:p>
          </p:txBody>
        </p:sp>
        <p:sp>
          <p:nvSpPr>
            <p:cNvPr id="147" name="işlidè">
              <a:extLst>
                <a:ext uri="{FF2B5EF4-FFF2-40B4-BE49-F238E27FC236}">
                  <a16:creationId xmlns:a16="http://schemas.microsoft.com/office/drawing/2014/main" id="{2D094774-CC5C-4653-A249-CCBEDECF4BE0}"/>
                </a:ext>
              </a:extLst>
            </p:cNvPr>
            <p:cNvSpPr/>
            <p:nvPr/>
          </p:nvSpPr>
          <p:spPr>
            <a:xfrm>
              <a:off x="10903842" y="4471308"/>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grpFill/>
            <a:ln w="25400" cap="flat">
              <a:noFill/>
              <a:prstDash val="solid"/>
              <a:miter lim="400000"/>
            </a:ln>
            <a:effectLst/>
          </p:spPr>
          <p:txBody>
            <a:bodyPr anchor="ctr"/>
            <a:lstStyle/>
            <a:p>
              <a:pPr algn="ctr"/>
              <a:endParaRPr/>
            </a:p>
          </p:txBody>
        </p:sp>
        <p:sp>
          <p:nvSpPr>
            <p:cNvPr id="148" name="íṧľîḋè">
              <a:extLst>
                <a:ext uri="{FF2B5EF4-FFF2-40B4-BE49-F238E27FC236}">
                  <a16:creationId xmlns:a16="http://schemas.microsoft.com/office/drawing/2014/main" id="{DE4A207D-3323-4FA7-B0F6-440A8A46BFAB}"/>
                </a:ext>
              </a:extLst>
            </p:cNvPr>
            <p:cNvSpPr/>
            <p:nvPr/>
          </p:nvSpPr>
          <p:spPr>
            <a:xfrm>
              <a:off x="10588123" y="4181404"/>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grpFill/>
            <a:ln w="25400" cap="flat">
              <a:noFill/>
              <a:prstDash val="solid"/>
              <a:miter lim="400000"/>
            </a:ln>
            <a:effectLst/>
          </p:spPr>
          <p:txBody>
            <a:bodyPr anchor="ctr"/>
            <a:lstStyle/>
            <a:p>
              <a:pPr algn="ctr"/>
              <a:endParaRPr/>
            </a:p>
          </p:txBody>
        </p:sp>
        <p:sp>
          <p:nvSpPr>
            <p:cNvPr id="149" name="íşľîdè">
              <a:extLst>
                <a:ext uri="{FF2B5EF4-FFF2-40B4-BE49-F238E27FC236}">
                  <a16:creationId xmlns:a16="http://schemas.microsoft.com/office/drawing/2014/main" id="{144BEF0E-DDB9-4934-984D-B009BC8294F7}"/>
                </a:ext>
              </a:extLst>
            </p:cNvPr>
            <p:cNvSpPr/>
            <p:nvPr/>
          </p:nvSpPr>
          <p:spPr>
            <a:xfrm>
              <a:off x="10528896" y="4237475"/>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grpFill/>
            <a:ln w="25400" cap="flat">
              <a:noFill/>
              <a:prstDash val="solid"/>
              <a:miter lim="400000"/>
            </a:ln>
            <a:effectLst/>
          </p:spPr>
          <p:txBody>
            <a:bodyPr anchor="ctr"/>
            <a:lstStyle/>
            <a:p>
              <a:pPr algn="ctr"/>
              <a:endParaRPr/>
            </a:p>
          </p:txBody>
        </p:sp>
        <p:sp>
          <p:nvSpPr>
            <p:cNvPr id="150" name="ïṩ1îḑè">
              <a:extLst>
                <a:ext uri="{FF2B5EF4-FFF2-40B4-BE49-F238E27FC236}">
                  <a16:creationId xmlns:a16="http://schemas.microsoft.com/office/drawing/2014/main" id="{A213C38E-D089-40F0-8CD4-83AFC9BD9AA9}"/>
                </a:ext>
              </a:extLst>
            </p:cNvPr>
            <p:cNvSpPr/>
            <p:nvPr/>
          </p:nvSpPr>
          <p:spPr>
            <a:xfrm>
              <a:off x="9937920" y="4105530"/>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grpFill/>
            <a:ln w="25400" cap="flat">
              <a:noFill/>
              <a:prstDash val="solid"/>
              <a:miter lim="400000"/>
            </a:ln>
            <a:effectLst/>
          </p:spPr>
          <p:txBody>
            <a:bodyPr anchor="ctr"/>
            <a:lstStyle/>
            <a:p>
              <a:pPr algn="ctr"/>
              <a:endParaRPr/>
            </a:p>
          </p:txBody>
        </p:sp>
        <p:sp>
          <p:nvSpPr>
            <p:cNvPr id="151" name="ïṧḻiḋe">
              <a:extLst>
                <a:ext uri="{FF2B5EF4-FFF2-40B4-BE49-F238E27FC236}">
                  <a16:creationId xmlns:a16="http://schemas.microsoft.com/office/drawing/2014/main" id="{2623B5AB-2DF5-48B6-BF55-DBC9A7292467}"/>
                </a:ext>
              </a:extLst>
            </p:cNvPr>
            <p:cNvSpPr/>
            <p:nvPr/>
          </p:nvSpPr>
          <p:spPr>
            <a:xfrm>
              <a:off x="10030474" y="3790111"/>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grpFill/>
            <a:ln w="25400" cap="flat">
              <a:noFill/>
              <a:prstDash val="solid"/>
              <a:miter lim="400000"/>
            </a:ln>
            <a:effectLst/>
          </p:spPr>
          <p:txBody>
            <a:bodyPr anchor="ctr"/>
            <a:lstStyle/>
            <a:p>
              <a:pPr algn="ctr"/>
              <a:endParaRPr/>
            </a:p>
          </p:txBody>
        </p:sp>
        <p:sp>
          <p:nvSpPr>
            <p:cNvPr id="152" name="ïSḻîḑê">
              <a:extLst>
                <a:ext uri="{FF2B5EF4-FFF2-40B4-BE49-F238E27FC236}">
                  <a16:creationId xmlns:a16="http://schemas.microsoft.com/office/drawing/2014/main" id="{07598CB4-0232-4E4E-A04E-6085FDF0D242}"/>
                </a:ext>
              </a:extLst>
            </p:cNvPr>
            <p:cNvSpPr/>
            <p:nvPr/>
          </p:nvSpPr>
          <p:spPr>
            <a:xfrm>
              <a:off x="10351793" y="3476789"/>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grpFill/>
            <a:ln w="25400" cap="flat">
              <a:noFill/>
              <a:prstDash val="solid"/>
              <a:miter lim="400000"/>
            </a:ln>
            <a:effectLst/>
          </p:spPr>
          <p:txBody>
            <a:bodyPr anchor="ctr"/>
            <a:lstStyle/>
            <a:p>
              <a:pPr algn="ctr"/>
              <a:endParaRPr/>
            </a:p>
          </p:txBody>
        </p:sp>
        <p:sp>
          <p:nvSpPr>
            <p:cNvPr id="153" name="íS1íde">
              <a:extLst>
                <a:ext uri="{FF2B5EF4-FFF2-40B4-BE49-F238E27FC236}">
                  <a16:creationId xmlns:a16="http://schemas.microsoft.com/office/drawing/2014/main" id="{35E4B7F5-BF21-4078-AEDB-299810412C82}"/>
                </a:ext>
              </a:extLst>
            </p:cNvPr>
            <p:cNvSpPr/>
            <p:nvPr/>
          </p:nvSpPr>
          <p:spPr>
            <a:xfrm>
              <a:off x="10325524" y="3553174"/>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grpFill/>
            <a:ln w="25400" cap="flat">
              <a:noFill/>
              <a:prstDash val="solid"/>
              <a:miter lim="400000"/>
            </a:ln>
            <a:effectLst/>
          </p:spPr>
          <p:txBody>
            <a:bodyPr anchor="ctr"/>
            <a:lstStyle/>
            <a:p>
              <a:pPr algn="ctr"/>
              <a:endParaRPr/>
            </a:p>
          </p:txBody>
        </p:sp>
        <p:sp>
          <p:nvSpPr>
            <p:cNvPr id="154" name="îṡḻíḍè">
              <a:extLst>
                <a:ext uri="{FF2B5EF4-FFF2-40B4-BE49-F238E27FC236}">
                  <a16:creationId xmlns:a16="http://schemas.microsoft.com/office/drawing/2014/main" id="{127C7E00-0E3C-4B1A-93DA-96E8F2C6A1C8}"/>
                </a:ext>
              </a:extLst>
            </p:cNvPr>
            <p:cNvSpPr/>
            <p:nvPr/>
          </p:nvSpPr>
          <p:spPr>
            <a:xfrm>
              <a:off x="10830737" y="3809410"/>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grpFill/>
            <a:ln w="25400" cap="flat">
              <a:noFill/>
              <a:prstDash val="solid"/>
              <a:miter lim="400000"/>
            </a:ln>
            <a:effectLst/>
          </p:spPr>
          <p:txBody>
            <a:bodyPr anchor="ctr"/>
            <a:lstStyle/>
            <a:p>
              <a:pPr algn="ctr"/>
              <a:endParaRPr/>
            </a:p>
          </p:txBody>
        </p:sp>
      </p:grpSp>
      <p:sp>
        <p:nvSpPr>
          <p:cNvPr id="155" name="î$ḻíḓe">
            <a:extLst>
              <a:ext uri="{FF2B5EF4-FFF2-40B4-BE49-F238E27FC236}">
                <a16:creationId xmlns:a16="http://schemas.microsoft.com/office/drawing/2014/main" id="{C5D3DEE4-1DE6-4FE3-BF7B-737BAC3167E5}"/>
              </a:ext>
            </a:extLst>
          </p:cNvPr>
          <p:cNvSpPr/>
          <p:nvPr/>
        </p:nvSpPr>
        <p:spPr>
          <a:xfrm>
            <a:off x="1133653" y="675456"/>
            <a:ext cx="3940936" cy="672121"/>
          </a:xfrm>
          <a:prstGeom prst="rect">
            <a:avLst/>
          </a:prstGeom>
        </p:spPr>
        <p:txBody>
          <a:bodyPr wrap="square" lIns="91440" tIns="45720" rIns="91440" bIns="45720">
            <a:normAutofit/>
          </a:bodyPr>
          <a:lstStyle/>
          <a:p>
            <a:r>
              <a:rPr lang="zh-CN" altLang="en-US" sz="3200" b="1" kern="0" dirty="0">
                <a:ln w="6350">
                  <a:noFill/>
                </a:ln>
                <a:solidFill>
                  <a:schemeClr val="accent1"/>
                </a:solidFill>
                <a:cs typeface="+mn-ea"/>
                <a:sym typeface="+mn-lt"/>
              </a:rPr>
              <a:t>目录</a:t>
            </a:r>
            <a:r>
              <a:rPr lang="en-US" altLang="zh-CN" sz="3200" b="1" kern="0" dirty="0">
                <a:ln w="6350">
                  <a:noFill/>
                </a:ln>
                <a:solidFill>
                  <a:schemeClr val="accent1"/>
                </a:solidFill>
                <a:cs typeface="+mn-ea"/>
                <a:sym typeface="+mn-lt"/>
              </a:rPr>
              <a:t>/</a:t>
            </a:r>
            <a:r>
              <a:rPr lang="zh-CN" altLang="en-US" sz="3200" dirty="0">
                <a:solidFill>
                  <a:schemeClr val="accent1"/>
                </a:solidFill>
                <a:cs typeface="+mn-ea"/>
                <a:sym typeface="+mn-lt"/>
              </a:rPr>
              <a:t>Contents</a:t>
            </a:r>
          </a:p>
        </p:txBody>
      </p:sp>
      <p:grpSp>
        <p:nvGrpSpPr>
          <p:cNvPr id="10" name="组合 9">
            <a:extLst>
              <a:ext uri="{FF2B5EF4-FFF2-40B4-BE49-F238E27FC236}">
                <a16:creationId xmlns:a16="http://schemas.microsoft.com/office/drawing/2014/main" id="{2B4DFE2E-A56D-3D7F-7D48-E4C42CD86413}"/>
              </a:ext>
            </a:extLst>
          </p:cNvPr>
          <p:cNvGrpSpPr/>
          <p:nvPr/>
        </p:nvGrpSpPr>
        <p:grpSpPr>
          <a:xfrm>
            <a:off x="969891" y="1491257"/>
            <a:ext cx="5544323" cy="1112000"/>
            <a:chOff x="1093936" y="1794748"/>
            <a:chExt cx="5544323" cy="1112000"/>
          </a:xfrm>
        </p:grpSpPr>
        <p:sp>
          <p:nvSpPr>
            <p:cNvPr id="159" name="îśļiḓe">
              <a:extLst>
                <a:ext uri="{FF2B5EF4-FFF2-40B4-BE49-F238E27FC236}">
                  <a16:creationId xmlns:a16="http://schemas.microsoft.com/office/drawing/2014/main" id="{60763CFF-3EB4-43CC-97BD-05C98FD6B704}"/>
                </a:ext>
              </a:extLst>
            </p:cNvPr>
            <p:cNvSpPr>
              <a:spLocks/>
            </p:cNvSpPr>
            <p:nvPr/>
          </p:nvSpPr>
          <p:spPr bwMode="auto">
            <a:xfrm>
              <a:off x="1093936" y="1794748"/>
              <a:ext cx="5544323" cy="1112000"/>
            </a:xfrm>
            <a:custGeom>
              <a:avLst/>
              <a:gdLst>
                <a:gd name="T0" fmla="*/ 1719 w 1843"/>
                <a:gd name="T1" fmla="*/ 85 h 487"/>
                <a:gd name="T2" fmla="*/ 247 w 1843"/>
                <a:gd name="T3" fmla="*/ 85 h 487"/>
                <a:gd name="T4" fmla="*/ 228 w 1843"/>
                <a:gd name="T5" fmla="*/ 86 h 487"/>
                <a:gd name="T6" fmla="*/ 228 w 1843"/>
                <a:gd name="T7" fmla="*/ 42 h 487"/>
                <a:gd name="T8" fmla="*/ 175 w 1843"/>
                <a:gd name="T9" fmla="*/ 22 h 487"/>
                <a:gd name="T10" fmla="*/ 9 w 1843"/>
                <a:gd name="T11" fmla="*/ 225 h 487"/>
                <a:gd name="T12" fmla="*/ 9 w 1843"/>
                <a:gd name="T13" fmla="*/ 263 h 487"/>
                <a:gd name="T14" fmla="*/ 175 w 1843"/>
                <a:gd name="T15" fmla="*/ 465 h 487"/>
                <a:gd name="T16" fmla="*/ 228 w 1843"/>
                <a:gd name="T17" fmla="*/ 446 h 487"/>
                <a:gd name="T18" fmla="*/ 228 w 1843"/>
                <a:gd name="T19" fmla="*/ 401 h 487"/>
                <a:gd name="T20" fmla="*/ 247 w 1843"/>
                <a:gd name="T21" fmla="*/ 403 h 487"/>
                <a:gd name="T22" fmla="*/ 1719 w 1843"/>
                <a:gd name="T23" fmla="*/ 403 h 487"/>
                <a:gd name="T24" fmla="*/ 1843 w 1843"/>
                <a:gd name="T25" fmla="*/ 279 h 487"/>
                <a:gd name="T26" fmla="*/ 1843 w 1843"/>
                <a:gd name="T27" fmla="*/ 209 h 487"/>
                <a:gd name="T28" fmla="*/ 1719 w 1843"/>
                <a:gd name="T29" fmla="*/ 8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43" h="487">
                  <a:moveTo>
                    <a:pt x="1719" y="85"/>
                  </a:moveTo>
                  <a:cubicBezTo>
                    <a:pt x="247" y="85"/>
                    <a:pt x="247" y="85"/>
                    <a:pt x="247" y="85"/>
                  </a:cubicBezTo>
                  <a:cubicBezTo>
                    <a:pt x="241" y="85"/>
                    <a:pt x="234" y="86"/>
                    <a:pt x="228" y="86"/>
                  </a:cubicBezTo>
                  <a:cubicBezTo>
                    <a:pt x="228" y="42"/>
                    <a:pt x="228" y="42"/>
                    <a:pt x="228" y="42"/>
                  </a:cubicBezTo>
                  <a:cubicBezTo>
                    <a:pt x="228" y="13"/>
                    <a:pt x="193" y="0"/>
                    <a:pt x="175" y="22"/>
                  </a:cubicBezTo>
                  <a:cubicBezTo>
                    <a:pt x="9" y="225"/>
                    <a:pt x="9" y="225"/>
                    <a:pt x="9" y="225"/>
                  </a:cubicBezTo>
                  <a:cubicBezTo>
                    <a:pt x="0" y="236"/>
                    <a:pt x="0" y="252"/>
                    <a:pt x="9" y="263"/>
                  </a:cubicBezTo>
                  <a:cubicBezTo>
                    <a:pt x="175" y="465"/>
                    <a:pt x="175" y="465"/>
                    <a:pt x="175" y="465"/>
                  </a:cubicBezTo>
                  <a:cubicBezTo>
                    <a:pt x="193" y="487"/>
                    <a:pt x="228" y="475"/>
                    <a:pt x="228" y="446"/>
                  </a:cubicBezTo>
                  <a:cubicBezTo>
                    <a:pt x="228" y="401"/>
                    <a:pt x="228" y="401"/>
                    <a:pt x="228" y="401"/>
                  </a:cubicBezTo>
                  <a:cubicBezTo>
                    <a:pt x="234" y="402"/>
                    <a:pt x="241" y="403"/>
                    <a:pt x="247" y="403"/>
                  </a:cubicBezTo>
                  <a:cubicBezTo>
                    <a:pt x="1719" y="403"/>
                    <a:pt x="1719" y="403"/>
                    <a:pt x="1719" y="403"/>
                  </a:cubicBezTo>
                  <a:cubicBezTo>
                    <a:pt x="1787" y="403"/>
                    <a:pt x="1843" y="347"/>
                    <a:pt x="1843" y="279"/>
                  </a:cubicBezTo>
                  <a:cubicBezTo>
                    <a:pt x="1843" y="209"/>
                    <a:pt x="1843" y="209"/>
                    <a:pt x="1843" y="209"/>
                  </a:cubicBezTo>
                  <a:cubicBezTo>
                    <a:pt x="1843" y="140"/>
                    <a:pt x="1787" y="85"/>
                    <a:pt x="1719" y="85"/>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zh-CN" altLang="en-US" sz="1600"/>
            </a:p>
          </p:txBody>
        </p:sp>
        <p:sp>
          <p:nvSpPr>
            <p:cNvPr id="160" name="íŝľîḍe">
              <a:extLst>
                <a:ext uri="{FF2B5EF4-FFF2-40B4-BE49-F238E27FC236}">
                  <a16:creationId xmlns:a16="http://schemas.microsoft.com/office/drawing/2014/main" id="{A4A3C551-09CB-4C4A-90F8-DB1DDF6B3B07}"/>
                </a:ext>
              </a:extLst>
            </p:cNvPr>
            <p:cNvSpPr>
              <a:spLocks/>
            </p:cNvSpPr>
            <p:nvPr/>
          </p:nvSpPr>
          <p:spPr bwMode="auto">
            <a:xfrm>
              <a:off x="1093936" y="1794748"/>
              <a:ext cx="1459184" cy="1078038"/>
            </a:xfrm>
            <a:custGeom>
              <a:avLst/>
              <a:gdLst>
                <a:gd name="T0" fmla="*/ 485 w 485"/>
                <a:gd name="T1" fmla="*/ 85 h 472"/>
                <a:gd name="T2" fmla="*/ 247 w 485"/>
                <a:gd name="T3" fmla="*/ 85 h 472"/>
                <a:gd name="T4" fmla="*/ 228 w 485"/>
                <a:gd name="T5" fmla="*/ 86 h 472"/>
                <a:gd name="T6" fmla="*/ 228 w 485"/>
                <a:gd name="T7" fmla="*/ 42 h 472"/>
                <a:gd name="T8" fmla="*/ 175 w 485"/>
                <a:gd name="T9" fmla="*/ 22 h 472"/>
                <a:gd name="T10" fmla="*/ 9 w 485"/>
                <a:gd name="T11" fmla="*/ 225 h 472"/>
                <a:gd name="T12" fmla="*/ 9 w 485"/>
                <a:gd name="T13" fmla="*/ 263 h 472"/>
                <a:gd name="T14" fmla="*/ 175 w 485"/>
                <a:gd name="T15" fmla="*/ 465 h 472"/>
                <a:gd name="T16" fmla="*/ 182 w 485"/>
                <a:gd name="T17" fmla="*/ 472 h 472"/>
                <a:gd name="T18" fmla="*/ 485 w 485"/>
                <a:gd name="T19" fmla="*/ 85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5" h="472">
                  <a:moveTo>
                    <a:pt x="485" y="85"/>
                  </a:moveTo>
                  <a:cubicBezTo>
                    <a:pt x="247" y="85"/>
                    <a:pt x="247" y="85"/>
                    <a:pt x="247" y="85"/>
                  </a:cubicBezTo>
                  <a:cubicBezTo>
                    <a:pt x="241" y="85"/>
                    <a:pt x="234" y="86"/>
                    <a:pt x="228" y="86"/>
                  </a:cubicBezTo>
                  <a:cubicBezTo>
                    <a:pt x="228" y="42"/>
                    <a:pt x="228" y="42"/>
                    <a:pt x="228" y="42"/>
                  </a:cubicBezTo>
                  <a:cubicBezTo>
                    <a:pt x="228" y="13"/>
                    <a:pt x="193" y="0"/>
                    <a:pt x="175" y="22"/>
                  </a:cubicBezTo>
                  <a:cubicBezTo>
                    <a:pt x="9" y="225"/>
                    <a:pt x="9" y="225"/>
                    <a:pt x="9" y="225"/>
                  </a:cubicBezTo>
                  <a:cubicBezTo>
                    <a:pt x="0" y="236"/>
                    <a:pt x="0" y="252"/>
                    <a:pt x="9" y="263"/>
                  </a:cubicBezTo>
                  <a:cubicBezTo>
                    <a:pt x="175" y="465"/>
                    <a:pt x="175" y="465"/>
                    <a:pt x="175" y="465"/>
                  </a:cubicBezTo>
                  <a:cubicBezTo>
                    <a:pt x="177" y="468"/>
                    <a:pt x="179" y="470"/>
                    <a:pt x="182" y="472"/>
                  </a:cubicBezTo>
                  <a:cubicBezTo>
                    <a:pt x="221" y="334"/>
                    <a:pt x="304" y="173"/>
                    <a:pt x="485" y="85"/>
                  </a:cubicBezTo>
                  <a:close/>
                </a:path>
              </a:pathLst>
            </a:custGeom>
            <a:solidFill>
              <a:schemeClr val="accent6"/>
            </a:solidFill>
            <a:ln>
              <a:noFill/>
            </a:ln>
            <a:effectLst>
              <a:outerShdw blurRad="76200" dist="38100" algn="l" rotWithShape="0">
                <a:schemeClr val="tx2">
                  <a:alpha val="50000"/>
                </a:schemeClr>
              </a:outerShdw>
            </a:effectLst>
          </p:spPr>
          <p:txBody>
            <a:bodyPr vert="horz" wrap="square" lIns="91440" tIns="45720" rIns="91440" bIns="45720" numCol="1" anchor="t" anchorCtr="0" compatLnSpc="1">
              <a:prstTxWarp prst="textNoShape">
                <a:avLst/>
              </a:prstTxWarp>
            </a:bodyPr>
            <a:lstStyle/>
            <a:p>
              <a:endParaRPr lang="zh-CN" altLang="en-US" sz="1600"/>
            </a:p>
          </p:txBody>
        </p:sp>
        <p:sp>
          <p:nvSpPr>
            <p:cNvPr id="161" name="íṣľïďe">
              <a:extLst>
                <a:ext uri="{FF2B5EF4-FFF2-40B4-BE49-F238E27FC236}">
                  <a16:creationId xmlns:a16="http://schemas.microsoft.com/office/drawing/2014/main" id="{2C0F36B3-BFFF-4274-AAB0-1FA0296ED2DF}"/>
                </a:ext>
              </a:extLst>
            </p:cNvPr>
            <p:cNvSpPr/>
            <p:nvPr/>
          </p:nvSpPr>
          <p:spPr>
            <a:xfrm>
              <a:off x="2871363" y="2044935"/>
              <a:ext cx="2295925" cy="232232"/>
            </a:xfrm>
            <a:prstGeom prst="rect">
              <a:avLst/>
            </a:prstGeom>
            <a:noFill/>
          </p:spPr>
          <p:txBody>
            <a:bodyPr wrap="square" lIns="90000" tIns="90000" rIns="90000" bIns="90000" anchor="t" anchorCtr="0">
              <a:noAutofit/>
            </a:bodyPr>
            <a:lstStyle/>
            <a:p>
              <a:pPr>
                <a:defRPr/>
              </a:pPr>
              <a:r>
                <a:rPr lang="zh-CN" altLang="en-US" b="1" dirty="0">
                  <a:solidFill>
                    <a:schemeClr val="bg1"/>
                  </a:solidFill>
                  <a:latin typeface="Arial" panose="020B0604020202020204" pitchFamily="34" charset="0"/>
                  <a:cs typeface="Arial" panose="020B0604020202020204" pitchFamily="34" charset="0"/>
                </a:rPr>
                <a:t>自我介绍</a:t>
              </a:r>
            </a:p>
          </p:txBody>
        </p:sp>
        <p:sp>
          <p:nvSpPr>
            <p:cNvPr id="163" name="iṥlîḓe">
              <a:extLst>
                <a:ext uri="{FF2B5EF4-FFF2-40B4-BE49-F238E27FC236}">
                  <a16:creationId xmlns:a16="http://schemas.microsoft.com/office/drawing/2014/main" id="{2EC75E83-C69D-4E81-B021-1750F07EEBF2}"/>
                </a:ext>
              </a:extLst>
            </p:cNvPr>
            <p:cNvSpPr>
              <a:spLocks noChangeAspect="1"/>
            </p:cNvSpPr>
            <p:nvPr/>
          </p:nvSpPr>
          <p:spPr bwMode="auto">
            <a:xfrm>
              <a:off x="2655862" y="2156213"/>
              <a:ext cx="273406" cy="232954"/>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bg1"/>
            </a:solidFill>
            <a:ln>
              <a:noFill/>
            </a:ln>
          </p:spPr>
        </p:sp>
        <p:sp>
          <p:nvSpPr>
            <p:cNvPr id="164" name="íṣļïḓê">
              <a:extLst>
                <a:ext uri="{FF2B5EF4-FFF2-40B4-BE49-F238E27FC236}">
                  <a16:creationId xmlns:a16="http://schemas.microsoft.com/office/drawing/2014/main" id="{93E0450A-6CFE-493B-A493-E2F057AC3340}"/>
                </a:ext>
              </a:extLst>
            </p:cNvPr>
            <p:cNvSpPr/>
            <p:nvPr/>
          </p:nvSpPr>
          <p:spPr>
            <a:xfrm>
              <a:off x="1347865" y="2105016"/>
              <a:ext cx="790364" cy="235982"/>
            </a:xfrm>
            <a:prstGeom prst="rect">
              <a:avLst/>
            </a:prstGeom>
            <a:noFill/>
          </p:spPr>
          <p:txBody>
            <a:bodyPr wrap="square" lIns="90000" tIns="90000" rIns="90000" bIns="90000" anchor="t" anchorCtr="0">
              <a:noAutofit/>
            </a:bodyPr>
            <a:lstStyle/>
            <a:p>
              <a:pPr lvl="0">
                <a:defRPr/>
              </a:pPr>
              <a:r>
                <a:rPr lang="en-US" altLang="zh-CN" b="1" dirty="0">
                  <a:solidFill>
                    <a:schemeClr val="bg1"/>
                  </a:solidFill>
                  <a:latin typeface="Arial" panose="020B0604020202020204" pitchFamily="34" charset="0"/>
                  <a:cs typeface="Arial" panose="020B0604020202020204" pitchFamily="34" charset="0"/>
                </a:rPr>
                <a:t>01</a:t>
              </a:r>
            </a:p>
          </p:txBody>
        </p:sp>
      </p:grpSp>
      <p:grpSp>
        <p:nvGrpSpPr>
          <p:cNvPr id="157" name="组合 156">
            <a:extLst>
              <a:ext uri="{FF2B5EF4-FFF2-40B4-BE49-F238E27FC236}">
                <a16:creationId xmlns:a16="http://schemas.microsoft.com/office/drawing/2014/main" id="{0851D97C-F882-5806-99F1-6435BEE1AC89}"/>
              </a:ext>
            </a:extLst>
          </p:cNvPr>
          <p:cNvGrpSpPr/>
          <p:nvPr/>
        </p:nvGrpSpPr>
        <p:grpSpPr>
          <a:xfrm>
            <a:off x="969891" y="2647714"/>
            <a:ext cx="5544323" cy="1112000"/>
            <a:chOff x="1093935" y="3142715"/>
            <a:chExt cx="5544323" cy="1112000"/>
          </a:xfrm>
        </p:grpSpPr>
        <p:sp>
          <p:nvSpPr>
            <p:cNvPr id="165" name="íṡḷïḓé">
              <a:extLst>
                <a:ext uri="{FF2B5EF4-FFF2-40B4-BE49-F238E27FC236}">
                  <a16:creationId xmlns:a16="http://schemas.microsoft.com/office/drawing/2014/main" id="{A33DF621-7D20-43CD-BB6A-059186B622A4}"/>
                </a:ext>
              </a:extLst>
            </p:cNvPr>
            <p:cNvSpPr>
              <a:spLocks/>
            </p:cNvSpPr>
            <p:nvPr/>
          </p:nvSpPr>
          <p:spPr bwMode="auto">
            <a:xfrm>
              <a:off x="1093935" y="3142715"/>
              <a:ext cx="5544323" cy="1112000"/>
            </a:xfrm>
            <a:custGeom>
              <a:avLst/>
              <a:gdLst>
                <a:gd name="T0" fmla="*/ 1719 w 1843"/>
                <a:gd name="T1" fmla="*/ 85 h 487"/>
                <a:gd name="T2" fmla="*/ 247 w 1843"/>
                <a:gd name="T3" fmla="*/ 85 h 487"/>
                <a:gd name="T4" fmla="*/ 228 w 1843"/>
                <a:gd name="T5" fmla="*/ 86 h 487"/>
                <a:gd name="T6" fmla="*/ 228 w 1843"/>
                <a:gd name="T7" fmla="*/ 42 h 487"/>
                <a:gd name="T8" fmla="*/ 175 w 1843"/>
                <a:gd name="T9" fmla="*/ 22 h 487"/>
                <a:gd name="T10" fmla="*/ 9 w 1843"/>
                <a:gd name="T11" fmla="*/ 225 h 487"/>
                <a:gd name="T12" fmla="*/ 9 w 1843"/>
                <a:gd name="T13" fmla="*/ 263 h 487"/>
                <a:gd name="T14" fmla="*/ 175 w 1843"/>
                <a:gd name="T15" fmla="*/ 465 h 487"/>
                <a:gd name="T16" fmla="*/ 228 w 1843"/>
                <a:gd name="T17" fmla="*/ 446 h 487"/>
                <a:gd name="T18" fmla="*/ 228 w 1843"/>
                <a:gd name="T19" fmla="*/ 401 h 487"/>
                <a:gd name="T20" fmla="*/ 247 w 1843"/>
                <a:gd name="T21" fmla="*/ 403 h 487"/>
                <a:gd name="T22" fmla="*/ 1719 w 1843"/>
                <a:gd name="T23" fmla="*/ 403 h 487"/>
                <a:gd name="T24" fmla="*/ 1843 w 1843"/>
                <a:gd name="T25" fmla="*/ 279 h 487"/>
                <a:gd name="T26" fmla="*/ 1843 w 1843"/>
                <a:gd name="T27" fmla="*/ 209 h 487"/>
                <a:gd name="T28" fmla="*/ 1719 w 1843"/>
                <a:gd name="T29" fmla="*/ 8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43" h="487">
                  <a:moveTo>
                    <a:pt x="1719" y="85"/>
                  </a:moveTo>
                  <a:cubicBezTo>
                    <a:pt x="247" y="85"/>
                    <a:pt x="247" y="85"/>
                    <a:pt x="247" y="85"/>
                  </a:cubicBezTo>
                  <a:cubicBezTo>
                    <a:pt x="241" y="85"/>
                    <a:pt x="234" y="86"/>
                    <a:pt x="228" y="86"/>
                  </a:cubicBezTo>
                  <a:cubicBezTo>
                    <a:pt x="228" y="42"/>
                    <a:pt x="228" y="42"/>
                    <a:pt x="228" y="42"/>
                  </a:cubicBezTo>
                  <a:cubicBezTo>
                    <a:pt x="228" y="13"/>
                    <a:pt x="193" y="0"/>
                    <a:pt x="175" y="22"/>
                  </a:cubicBezTo>
                  <a:cubicBezTo>
                    <a:pt x="9" y="225"/>
                    <a:pt x="9" y="225"/>
                    <a:pt x="9" y="225"/>
                  </a:cubicBezTo>
                  <a:cubicBezTo>
                    <a:pt x="0" y="236"/>
                    <a:pt x="0" y="252"/>
                    <a:pt x="9" y="263"/>
                  </a:cubicBezTo>
                  <a:cubicBezTo>
                    <a:pt x="175" y="465"/>
                    <a:pt x="175" y="465"/>
                    <a:pt x="175" y="465"/>
                  </a:cubicBezTo>
                  <a:cubicBezTo>
                    <a:pt x="193" y="487"/>
                    <a:pt x="228" y="475"/>
                    <a:pt x="228" y="446"/>
                  </a:cubicBezTo>
                  <a:cubicBezTo>
                    <a:pt x="228" y="401"/>
                    <a:pt x="228" y="401"/>
                    <a:pt x="228" y="401"/>
                  </a:cubicBezTo>
                  <a:cubicBezTo>
                    <a:pt x="234" y="402"/>
                    <a:pt x="241" y="403"/>
                    <a:pt x="247" y="403"/>
                  </a:cubicBezTo>
                  <a:cubicBezTo>
                    <a:pt x="1719" y="403"/>
                    <a:pt x="1719" y="403"/>
                    <a:pt x="1719" y="403"/>
                  </a:cubicBezTo>
                  <a:cubicBezTo>
                    <a:pt x="1787" y="403"/>
                    <a:pt x="1843" y="347"/>
                    <a:pt x="1843" y="279"/>
                  </a:cubicBezTo>
                  <a:cubicBezTo>
                    <a:pt x="1843" y="209"/>
                    <a:pt x="1843" y="209"/>
                    <a:pt x="1843" y="209"/>
                  </a:cubicBezTo>
                  <a:cubicBezTo>
                    <a:pt x="1843" y="140"/>
                    <a:pt x="1787" y="85"/>
                    <a:pt x="1719" y="85"/>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zh-CN" altLang="en-US" sz="1600"/>
            </a:p>
          </p:txBody>
        </p:sp>
        <p:sp>
          <p:nvSpPr>
            <p:cNvPr id="166" name="iSḷïḋe">
              <a:extLst>
                <a:ext uri="{FF2B5EF4-FFF2-40B4-BE49-F238E27FC236}">
                  <a16:creationId xmlns:a16="http://schemas.microsoft.com/office/drawing/2014/main" id="{D76BC428-8E69-4F1E-A96C-65D87B1FD76F}"/>
                </a:ext>
              </a:extLst>
            </p:cNvPr>
            <p:cNvSpPr>
              <a:spLocks/>
            </p:cNvSpPr>
            <p:nvPr/>
          </p:nvSpPr>
          <p:spPr bwMode="auto">
            <a:xfrm>
              <a:off x="1093935" y="3142715"/>
              <a:ext cx="1459184" cy="1078038"/>
            </a:xfrm>
            <a:custGeom>
              <a:avLst/>
              <a:gdLst>
                <a:gd name="T0" fmla="*/ 485 w 485"/>
                <a:gd name="T1" fmla="*/ 85 h 472"/>
                <a:gd name="T2" fmla="*/ 247 w 485"/>
                <a:gd name="T3" fmla="*/ 85 h 472"/>
                <a:gd name="T4" fmla="*/ 228 w 485"/>
                <a:gd name="T5" fmla="*/ 86 h 472"/>
                <a:gd name="T6" fmla="*/ 228 w 485"/>
                <a:gd name="T7" fmla="*/ 42 h 472"/>
                <a:gd name="T8" fmla="*/ 175 w 485"/>
                <a:gd name="T9" fmla="*/ 22 h 472"/>
                <a:gd name="T10" fmla="*/ 9 w 485"/>
                <a:gd name="T11" fmla="*/ 225 h 472"/>
                <a:gd name="T12" fmla="*/ 9 w 485"/>
                <a:gd name="T13" fmla="*/ 263 h 472"/>
                <a:gd name="T14" fmla="*/ 175 w 485"/>
                <a:gd name="T15" fmla="*/ 465 h 472"/>
                <a:gd name="T16" fmla="*/ 182 w 485"/>
                <a:gd name="T17" fmla="*/ 472 h 472"/>
                <a:gd name="T18" fmla="*/ 485 w 485"/>
                <a:gd name="T19" fmla="*/ 85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5" h="472">
                  <a:moveTo>
                    <a:pt x="485" y="85"/>
                  </a:moveTo>
                  <a:cubicBezTo>
                    <a:pt x="247" y="85"/>
                    <a:pt x="247" y="85"/>
                    <a:pt x="247" y="85"/>
                  </a:cubicBezTo>
                  <a:cubicBezTo>
                    <a:pt x="241" y="85"/>
                    <a:pt x="234" y="86"/>
                    <a:pt x="228" y="86"/>
                  </a:cubicBezTo>
                  <a:cubicBezTo>
                    <a:pt x="228" y="42"/>
                    <a:pt x="228" y="42"/>
                    <a:pt x="228" y="42"/>
                  </a:cubicBezTo>
                  <a:cubicBezTo>
                    <a:pt x="228" y="13"/>
                    <a:pt x="193" y="0"/>
                    <a:pt x="175" y="22"/>
                  </a:cubicBezTo>
                  <a:cubicBezTo>
                    <a:pt x="9" y="225"/>
                    <a:pt x="9" y="225"/>
                    <a:pt x="9" y="225"/>
                  </a:cubicBezTo>
                  <a:cubicBezTo>
                    <a:pt x="0" y="236"/>
                    <a:pt x="0" y="252"/>
                    <a:pt x="9" y="263"/>
                  </a:cubicBezTo>
                  <a:cubicBezTo>
                    <a:pt x="175" y="465"/>
                    <a:pt x="175" y="465"/>
                    <a:pt x="175" y="465"/>
                  </a:cubicBezTo>
                  <a:cubicBezTo>
                    <a:pt x="177" y="468"/>
                    <a:pt x="179" y="470"/>
                    <a:pt x="182" y="472"/>
                  </a:cubicBezTo>
                  <a:cubicBezTo>
                    <a:pt x="221" y="334"/>
                    <a:pt x="304" y="173"/>
                    <a:pt x="485" y="85"/>
                  </a:cubicBezTo>
                  <a:close/>
                </a:path>
              </a:pathLst>
            </a:custGeom>
            <a:solidFill>
              <a:schemeClr val="accent1"/>
            </a:solidFill>
            <a:ln>
              <a:noFill/>
            </a:ln>
            <a:effectLst>
              <a:outerShdw blurRad="76200" dist="38100" algn="l" rotWithShape="0">
                <a:schemeClr val="tx2">
                  <a:alpha val="50000"/>
                </a:schemeClr>
              </a:outerShdw>
            </a:effectLst>
          </p:spPr>
          <p:txBody>
            <a:bodyPr vert="horz" wrap="square" lIns="91440" tIns="45720" rIns="91440" bIns="45720" numCol="1" anchor="t" anchorCtr="0" compatLnSpc="1">
              <a:prstTxWarp prst="textNoShape">
                <a:avLst/>
              </a:prstTxWarp>
            </a:bodyPr>
            <a:lstStyle/>
            <a:p>
              <a:endParaRPr lang="zh-CN" altLang="en-US" sz="1600"/>
            </a:p>
          </p:txBody>
        </p:sp>
        <p:sp>
          <p:nvSpPr>
            <p:cNvPr id="167" name="ïşľíḋê">
              <a:extLst>
                <a:ext uri="{FF2B5EF4-FFF2-40B4-BE49-F238E27FC236}">
                  <a16:creationId xmlns:a16="http://schemas.microsoft.com/office/drawing/2014/main" id="{3D2A1162-15BC-4E55-A9D0-A67EACDF5A32}"/>
                </a:ext>
              </a:extLst>
            </p:cNvPr>
            <p:cNvSpPr/>
            <p:nvPr/>
          </p:nvSpPr>
          <p:spPr>
            <a:xfrm>
              <a:off x="2871361" y="3392902"/>
              <a:ext cx="2624026" cy="256084"/>
            </a:xfrm>
            <a:prstGeom prst="rect">
              <a:avLst/>
            </a:prstGeom>
            <a:noFill/>
          </p:spPr>
          <p:txBody>
            <a:bodyPr wrap="square" lIns="90000" tIns="90000" rIns="90000" bIns="90000" anchor="t" anchorCtr="0">
              <a:noAutofit/>
            </a:bodyPr>
            <a:lstStyle/>
            <a:p>
              <a:pPr lvl="0">
                <a:defRPr/>
              </a:pPr>
              <a:r>
                <a:rPr lang="zh-CN" altLang="en-US" b="1" dirty="0">
                  <a:solidFill>
                    <a:schemeClr val="tx2"/>
                  </a:solidFill>
                  <a:latin typeface="Arial" panose="020B0604020202020204" pitchFamily="34" charset="0"/>
                  <a:cs typeface="Arial" panose="020B0604020202020204" pitchFamily="34" charset="0"/>
                </a:rPr>
                <a:t>工作经历</a:t>
              </a:r>
            </a:p>
          </p:txBody>
        </p:sp>
        <p:sp>
          <p:nvSpPr>
            <p:cNvPr id="169" name="ïṧḻiḋé">
              <a:extLst>
                <a:ext uri="{FF2B5EF4-FFF2-40B4-BE49-F238E27FC236}">
                  <a16:creationId xmlns:a16="http://schemas.microsoft.com/office/drawing/2014/main" id="{96021895-B137-449E-9D8D-F6E7D6F1F3EC}"/>
                </a:ext>
              </a:extLst>
            </p:cNvPr>
            <p:cNvSpPr>
              <a:spLocks noChangeAspect="1"/>
            </p:cNvSpPr>
            <p:nvPr/>
          </p:nvSpPr>
          <p:spPr bwMode="auto">
            <a:xfrm>
              <a:off x="2655861" y="3504180"/>
              <a:ext cx="273406" cy="232954"/>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2"/>
            </a:solidFill>
            <a:ln>
              <a:noFill/>
            </a:ln>
          </p:spPr>
        </p:sp>
        <p:sp>
          <p:nvSpPr>
            <p:cNvPr id="170" name="íṩḻîḑé">
              <a:extLst>
                <a:ext uri="{FF2B5EF4-FFF2-40B4-BE49-F238E27FC236}">
                  <a16:creationId xmlns:a16="http://schemas.microsoft.com/office/drawing/2014/main" id="{16F252E9-7B75-4511-B5D5-04B2660C8C5F}"/>
                </a:ext>
              </a:extLst>
            </p:cNvPr>
            <p:cNvSpPr/>
            <p:nvPr/>
          </p:nvSpPr>
          <p:spPr>
            <a:xfrm>
              <a:off x="1347864" y="3452983"/>
              <a:ext cx="790364" cy="235982"/>
            </a:xfrm>
            <a:prstGeom prst="rect">
              <a:avLst/>
            </a:prstGeom>
            <a:noFill/>
          </p:spPr>
          <p:txBody>
            <a:bodyPr wrap="square" lIns="90000" tIns="90000" rIns="90000" bIns="90000" anchor="t" anchorCtr="0">
              <a:noAutofit/>
            </a:bodyPr>
            <a:lstStyle/>
            <a:p>
              <a:pPr lvl="0">
                <a:defRPr/>
              </a:pPr>
              <a:r>
                <a:rPr lang="en-US" altLang="zh-CN" b="1" dirty="0">
                  <a:solidFill>
                    <a:schemeClr val="bg1"/>
                  </a:solidFill>
                  <a:latin typeface="Arial" panose="020B0604020202020204" pitchFamily="34" charset="0"/>
                  <a:cs typeface="Arial" panose="020B0604020202020204" pitchFamily="34" charset="0"/>
                </a:rPr>
                <a:t>02</a:t>
              </a:r>
            </a:p>
          </p:txBody>
        </p:sp>
      </p:grpSp>
      <p:grpSp>
        <p:nvGrpSpPr>
          <p:cNvPr id="158" name="组合 157">
            <a:extLst>
              <a:ext uri="{FF2B5EF4-FFF2-40B4-BE49-F238E27FC236}">
                <a16:creationId xmlns:a16="http://schemas.microsoft.com/office/drawing/2014/main" id="{5C6E7F07-0C7D-5280-54E2-98FA82D25BCB}"/>
              </a:ext>
            </a:extLst>
          </p:cNvPr>
          <p:cNvGrpSpPr/>
          <p:nvPr/>
        </p:nvGrpSpPr>
        <p:grpSpPr>
          <a:xfrm>
            <a:off x="969891" y="3804171"/>
            <a:ext cx="5544323" cy="1112000"/>
            <a:chOff x="1093936" y="4634099"/>
            <a:chExt cx="5544323" cy="1112000"/>
          </a:xfrm>
        </p:grpSpPr>
        <p:sp>
          <p:nvSpPr>
            <p:cNvPr id="183" name="ïṧļíḑe">
              <a:extLst>
                <a:ext uri="{FF2B5EF4-FFF2-40B4-BE49-F238E27FC236}">
                  <a16:creationId xmlns:a16="http://schemas.microsoft.com/office/drawing/2014/main" id="{4F8628CB-8971-4772-B836-FDC292E3083D}"/>
                </a:ext>
              </a:extLst>
            </p:cNvPr>
            <p:cNvSpPr>
              <a:spLocks/>
            </p:cNvSpPr>
            <p:nvPr/>
          </p:nvSpPr>
          <p:spPr bwMode="auto">
            <a:xfrm>
              <a:off x="1093936" y="4634099"/>
              <a:ext cx="5544323" cy="1112000"/>
            </a:xfrm>
            <a:custGeom>
              <a:avLst/>
              <a:gdLst>
                <a:gd name="T0" fmla="*/ 1719 w 1843"/>
                <a:gd name="T1" fmla="*/ 85 h 487"/>
                <a:gd name="T2" fmla="*/ 247 w 1843"/>
                <a:gd name="T3" fmla="*/ 85 h 487"/>
                <a:gd name="T4" fmla="*/ 228 w 1843"/>
                <a:gd name="T5" fmla="*/ 86 h 487"/>
                <a:gd name="T6" fmla="*/ 228 w 1843"/>
                <a:gd name="T7" fmla="*/ 42 h 487"/>
                <a:gd name="T8" fmla="*/ 175 w 1843"/>
                <a:gd name="T9" fmla="*/ 22 h 487"/>
                <a:gd name="T10" fmla="*/ 9 w 1843"/>
                <a:gd name="T11" fmla="*/ 225 h 487"/>
                <a:gd name="T12" fmla="*/ 9 w 1843"/>
                <a:gd name="T13" fmla="*/ 263 h 487"/>
                <a:gd name="T14" fmla="*/ 175 w 1843"/>
                <a:gd name="T15" fmla="*/ 465 h 487"/>
                <a:gd name="T16" fmla="*/ 228 w 1843"/>
                <a:gd name="T17" fmla="*/ 446 h 487"/>
                <a:gd name="T18" fmla="*/ 228 w 1843"/>
                <a:gd name="T19" fmla="*/ 401 h 487"/>
                <a:gd name="T20" fmla="*/ 247 w 1843"/>
                <a:gd name="T21" fmla="*/ 403 h 487"/>
                <a:gd name="T22" fmla="*/ 1719 w 1843"/>
                <a:gd name="T23" fmla="*/ 403 h 487"/>
                <a:gd name="T24" fmla="*/ 1843 w 1843"/>
                <a:gd name="T25" fmla="*/ 279 h 487"/>
                <a:gd name="T26" fmla="*/ 1843 w 1843"/>
                <a:gd name="T27" fmla="*/ 209 h 487"/>
                <a:gd name="T28" fmla="*/ 1719 w 1843"/>
                <a:gd name="T29" fmla="*/ 8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43" h="487">
                  <a:moveTo>
                    <a:pt x="1719" y="85"/>
                  </a:moveTo>
                  <a:cubicBezTo>
                    <a:pt x="247" y="85"/>
                    <a:pt x="247" y="85"/>
                    <a:pt x="247" y="85"/>
                  </a:cubicBezTo>
                  <a:cubicBezTo>
                    <a:pt x="241" y="85"/>
                    <a:pt x="234" y="86"/>
                    <a:pt x="228" y="86"/>
                  </a:cubicBezTo>
                  <a:cubicBezTo>
                    <a:pt x="228" y="42"/>
                    <a:pt x="228" y="42"/>
                    <a:pt x="228" y="42"/>
                  </a:cubicBezTo>
                  <a:cubicBezTo>
                    <a:pt x="228" y="13"/>
                    <a:pt x="193" y="0"/>
                    <a:pt x="175" y="22"/>
                  </a:cubicBezTo>
                  <a:cubicBezTo>
                    <a:pt x="9" y="225"/>
                    <a:pt x="9" y="225"/>
                    <a:pt x="9" y="225"/>
                  </a:cubicBezTo>
                  <a:cubicBezTo>
                    <a:pt x="0" y="236"/>
                    <a:pt x="0" y="252"/>
                    <a:pt x="9" y="263"/>
                  </a:cubicBezTo>
                  <a:cubicBezTo>
                    <a:pt x="175" y="465"/>
                    <a:pt x="175" y="465"/>
                    <a:pt x="175" y="465"/>
                  </a:cubicBezTo>
                  <a:cubicBezTo>
                    <a:pt x="193" y="487"/>
                    <a:pt x="228" y="475"/>
                    <a:pt x="228" y="446"/>
                  </a:cubicBezTo>
                  <a:cubicBezTo>
                    <a:pt x="228" y="401"/>
                    <a:pt x="228" y="401"/>
                    <a:pt x="228" y="401"/>
                  </a:cubicBezTo>
                  <a:cubicBezTo>
                    <a:pt x="234" y="402"/>
                    <a:pt x="241" y="403"/>
                    <a:pt x="247" y="403"/>
                  </a:cubicBezTo>
                  <a:cubicBezTo>
                    <a:pt x="1719" y="403"/>
                    <a:pt x="1719" y="403"/>
                    <a:pt x="1719" y="403"/>
                  </a:cubicBezTo>
                  <a:cubicBezTo>
                    <a:pt x="1787" y="403"/>
                    <a:pt x="1843" y="347"/>
                    <a:pt x="1843" y="279"/>
                  </a:cubicBezTo>
                  <a:cubicBezTo>
                    <a:pt x="1843" y="209"/>
                    <a:pt x="1843" y="209"/>
                    <a:pt x="1843" y="209"/>
                  </a:cubicBezTo>
                  <a:cubicBezTo>
                    <a:pt x="1843" y="140"/>
                    <a:pt x="1787" y="85"/>
                    <a:pt x="1719" y="85"/>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zh-CN" altLang="en-US" sz="1600"/>
            </a:p>
          </p:txBody>
        </p:sp>
        <p:sp>
          <p:nvSpPr>
            <p:cNvPr id="184" name="iṣļíḓê">
              <a:extLst>
                <a:ext uri="{FF2B5EF4-FFF2-40B4-BE49-F238E27FC236}">
                  <a16:creationId xmlns:a16="http://schemas.microsoft.com/office/drawing/2014/main" id="{8DA10763-CEBC-4965-886A-F8255588C265}"/>
                </a:ext>
              </a:extLst>
            </p:cNvPr>
            <p:cNvSpPr>
              <a:spLocks/>
            </p:cNvSpPr>
            <p:nvPr/>
          </p:nvSpPr>
          <p:spPr bwMode="auto">
            <a:xfrm>
              <a:off x="1093936" y="4634099"/>
              <a:ext cx="1459184" cy="1078038"/>
            </a:xfrm>
            <a:custGeom>
              <a:avLst/>
              <a:gdLst>
                <a:gd name="T0" fmla="*/ 485 w 485"/>
                <a:gd name="T1" fmla="*/ 85 h 472"/>
                <a:gd name="T2" fmla="*/ 247 w 485"/>
                <a:gd name="T3" fmla="*/ 85 h 472"/>
                <a:gd name="T4" fmla="*/ 228 w 485"/>
                <a:gd name="T5" fmla="*/ 86 h 472"/>
                <a:gd name="T6" fmla="*/ 228 w 485"/>
                <a:gd name="T7" fmla="*/ 42 h 472"/>
                <a:gd name="T8" fmla="*/ 175 w 485"/>
                <a:gd name="T9" fmla="*/ 22 h 472"/>
                <a:gd name="T10" fmla="*/ 9 w 485"/>
                <a:gd name="T11" fmla="*/ 225 h 472"/>
                <a:gd name="T12" fmla="*/ 9 w 485"/>
                <a:gd name="T13" fmla="*/ 263 h 472"/>
                <a:gd name="T14" fmla="*/ 175 w 485"/>
                <a:gd name="T15" fmla="*/ 465 h 472"/>
                <a:gd name="T16" fmla="*/ 182 w 485"/>
                <a:gd name="T17" fmla="*/ 472 h 472"/>
                <a:gd name="T18" fmla="*/ 485 w 485"/>
                <a:gd name="T19" fmla="*/ 85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5" h="472">
                  <a:moveTo>
                    <a:pt x="485" y="85"/>
                  </a:moveTo>
                  <a:cubicBezTo>
                    <a:pt x="247" y="85"/>
                    <a:pt x="247" y="85"/>
                    <a:pt x="247" y="85"/>
                  </a:cubicBezTo>
                  <a:cubicBezTo>
                    <a:pt x="241" y="85"/>
                    <a:pt x="234" y="86"/>
                    <a:pt x="228" y="86"/>
                  </a:cubicBezTo>
                  <a:cubicBezTo>
                    <a:pt x="228" y="42"/>
                    <a:pt x="228" y="42"/>
                    <a:pt x="228" y="42"/>
                  </a:cubicBezTo>
                  <a:cubicBezTo>
                    <a:pt x="228" y="13"/>
                    <a:pt x="193" y="0"/>
                    <a:pt x="175" y="22"/>
                  </a:cubicBezTo>
                  <a:cubicBezTo>
                    <a:pt x="9" y="225"/>
                    <a:pt x="9" y="225"/>
                    <a:pt x="9" y="225"/>
                  </a:cubicBezTo>
                  <a:cubicBezTo>
                    <a:pt x="0" y="236"/>
                    <a:pt x="0" y="252"/>
                    <a:pt x="9" y="263"/>
                  </a:cubicBezTo>
                  <a:cubicBezTo>
                    <a:pt x="175" y="465"/>
                    <a:pt x="175" y="465"/>
                    <a:pt x="175" y="465"/>
                  </a:cubicBezTo>
                  <a:cubicBezTo>
                    <a:pt x="177" y="468"/>
                    <a:pt x="179" y="470"/>
                    <a:pt x="182" y="472"/>
                  </a:cubicBezTo>
                  <a:cubicBezTo>
                    <a:pt x="221" y="334"/>
                    <a:pt x="304" y="173"/>
                    <a:pt x="485" y="85"/>
                  </a:cubicBezTo>
                  <a:close/>
                </a:path>
              </a:pathLst>
            </a:custGeom>
            <a:solidFill>
              <a:schemeClr val="accent6"/>
            </a:solidFill>
            <a:ln>
              <a:noFill/>
            </a:ln>
            <a:effectLst>
              <a:outerShdw blurRad="76200" dist="38100" algn="l" rotWithShape="0">
                <a:schemeClr val="tx2">
                  <a:alpha val="50000"/>
                </a:schemeClr>
              </a:outerShdw>
            </a:effectLst>
          </p:spPr>
          <p:txBody>
            <a:bodyPr vert="horz" wrap="square" lIns="91440" tIns="45720" rIns="91440" bIns="45720" numCol="1" anchor="t" anchorCtr="0" compatLnSpc="1">
              <a:prstTxWarp prst="textNoShape">
                <a:avLst/>
              </a:prstTxWarp>
            </a:bodyPr>
            <a:lstStyle/>
            <a:p>
              <a:endParaRPr lang="zh-CN" altLang="en-US" sz="1600"/>
            </a:p>
          </p:txBody>
        </p:sp>
        <p:sp>
          <p:nvSpPr>
            <p:cNvPr id="185" name="iSḷîḑe">
              <a:extLst>
                <a:ext uri="{FF2B5EF4-FFF2-40B4-BE49-F238E27FC236}">
                  <a16:creationId xmlns:a16="http://schemas.microsoft.com/office/drawing/2014/main" id="{34CE3A26-D281-4A87-B716-898E16E66DF7}"/>
                </a:ext>
              </a:extLst>
            </p:cNvPr>
            <p:cNvSpPr/>
            <p:nvPr/>
          </p:nvSpPr>
          <p:spPr>
            <a:xfrm>
              <a:off x="2871362" y="4884286"/>
              <a:ext cx="2295926" cy="256084"/>
            </a:xfrm>
            <a:prstGeom prst="rect">
              <a:avLst/>
            </a:prstGeom>
            <a:noFill/>
          </p:spPr>
          <p:txBody>
            <a:bodyPr wrap="square" lIns="90000" tIns="90000" rIns="90000" bIns="90000" anchor="t" anchorCtr="0">
              <a:noAutofit/>
            </a:bodyPr>
            <a:lstStyle/>
            <a:p>
              <a:pPr lvl="0">
                <a:defRPr/>
              </a:pPr>
              <a:r>
                <a:rPr lang="zh-CN" altLang="en-US" b="1" dirty="0">
                  <a:solidFill>
                    <a:schemeClr val="bg1"/>
                  </a:solidFill>
                  <a:latin typeface="Arial" panose="020B0604020202020204" pitchFamily="34" charset="0"/>
                  <a:cs typeface="Arial" panose="020B0604020202020204" pitchFamily="34" charset="0"/>
                </a:rPr>
                <a:t>未来展望</a:t>
              </a:r>
            </a:p>
          </p:txBody>
        </p:sp>
        <p:sp>
          <p:nvSpPr>
            <p:cNvPr id="187" name="iśḻiḓè">
              <a:extLst>
                <a:ext uri="{FF2B5EF4-FFF2-40B4-BE49-F238E27FC236}">
                  <a16:creationId xmlns:a16="http://schemas.microsoft.com/office/drawing/2014/main" id="{13E61086-1DD6-4BC5-91C6-00E63C7998D8}"/>
                </a:ext>
              </a:extLst>
            </p:cNvPr>
            <p:cNvSpPr>
              <a:spLocks noChangeAspect="1"/>
            </p:cNvSpPr>
            <p:nvPr/>
          </p:nvSpPr>
          <p:spPr bwMode="auto">
            <a:xfrm>
              <a:off x="2655862" y="4995564"/>
              <a:ext cx="273406" cy="232954"/>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bg1"/>
            </a:solidFill>
            <a:ln>
              <a:noFill/>
            </a:ln>
          </p:spPr>
        </p:sp>
        <p:sp>
          <p:nvSpPr>
            <p:cNvPr id="188" name="íṩḻiḍé">
              <a:extLst>
                <a:ext uri="{FF2B5EF4-FFF2-40B4-BE49-F238E27FC236}">
                  <a16:creationId xmlns:a16="http://schemas.microsoft.com/office/drawing/2014/main" id="{5FDAA360-C736-4886-A745-B094B91577E8}"/>
                </a:ext>
              </a:extLst>
            </p:cNvPr>
            <p:cNvSpPr/>
            <p:nvPr/>
          </p:nvSpPr>
          <p:spPr>
            <a:xfrm>
              <a:off x="1347865" y="4944367"/>
              <a:ext cx="790364" cy="235982"/>
            </a:xfrm>
            <a:prstGeom prst="rect">
              <a:avLst/>
            </a:prstGeom>
            <a:noFill/>
          </p:spPr>
          <p:txBody>
            <a:bodyPr wrap="square" lIns="90000" tIns="90000" rIns="90000" bIns="90000" anchor="t" anchorCtr="0">
              <a:noAutofit/>
            </a:bodyPr>
            <a:lstStyle/>
            <a:p>
              <a:pPr lvl="0">
                <a:defRPr/>
              </a:pPr>
              <a:r>
                <a:rPr lang="en-US" altLang="zh-CN" b="1" dirty="0">
                  <a:solidFill>
                    <a:schemeClr val="bg1"/>
                  </a:solidFill>
                  <a:latin typeface="Arial" panose="020B0604020202020204" pitchFamily="34" charset="0"/>
                  <a:cs typeface="Arial" panose="020B0604020202020204" pitchFamily="34" charset="0"/>
                </a:rPr>
                <a:t>03</a:t>
              </a:r>
            </a:p>
          </p:txBody>
        </p:sp>
      </p:grpSp>
      <p:cxnSp>
        <p:nvCxnSpPr>
          <p:cNvPr id="195" name="ïşļîďê">
            <a:extLst>
              <a:ext uri="{FF2B5EF4-FFF2-40B4-BE49-F238E27FC236}">
                <a16:creationId xmlns:a16="http://schemas.microsoft.com/office/drawing/2014/main" id="{D12E89DF-13BF-4D14-ACDE-43A8193700D0}"/>
              </a:ext>
            </a:extLst>
          </p:cNvPr>
          <p:cNvCxnSpPr>
            <a:cxnSpLocks/>
          </p:cNvCxnSpPr>
          <p:nvPr/>
        </p:nvCxnSpPr>
        <p:spPr>
          <a:xfrm>
            <a:off x="3578544" y="978947"/>
            <a:ext cx="582080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96" name="ïsḻiḍe">
            <a:extLst>
              <a:ext uri="{FF2B5EF4-FFF2-40B4-BE49-F238E27FC236}">
                <a16:creationId xmlns:a16="http://schemas.microsoft.com/office/drawing/2014/main" id="{865C5EA5-CCDF-4DF0-ACE0-BCC72AA8A7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88710" y="760254"/>
            <a:ext cx="1879390" cy="374335"/>
          </a:xfrm>
          <a:prstGeom prst="rect">
            <a:avLst/>
          </a:prstGeom>
        </p:spPr>
      </p:pic>
      <p:grpSp>
        <p:nvGrpSpPr>
          <p:cNvPr id="203" name="组合 202">
            <a:extLst>
              <a:ext uri="{FF2B5EF4-FFF2-40B4-BE49-F238E27FC236}">
                <a16:creationId xmlns:a16="http://schemas.microsoft.com/office/drawing/2014/main" id="{E3806630-4C42-A784-8D18-016D9941CDD5}"/>
              </a:ext>
            </a:extLst>
          </p:cNvPr>
          <p:cNvGrpSpPr/>
          <p:nvPr/>
        </p:nvGrpSpPr>
        <p:grpSpPr>
          <a:xfrm>
            <a:off x="969891" y="4960629"/>
            <a:ext cx="5544323" cy="1112000"/>
            <a:chOff x="1093935" y="3142715"/>
            <a:chExt cx="5544323" cy="1112000"/>
          </a:xfrm>
        </p:grpSpPr>
        <p:sp>
          <p:nvSpPr>
            <p:cNvPr id="204" name="íṡḷïḓé">
              <a:extLst>
                <a:ext uri="{FF2B5EF4-FFF2-40B4-BE49-F238E27FC236}">
                  <a16:creationId xmlns:a16="http://schemas.microsoft.com/office/drawing/2014/main" id="{8EB5A2A2-E13A-847F-9060-08B8652BF341}"/>
                </a:ext>
              </a:extLst>
            </p:cNvPr>
            <p:cNvSpPr>
              <a:spLocks/>
            </p:cNvSpPr>
            <p:nvPr/>
          </p:nvSpPr>
          <p:spPr bwMode="auto">
            <a:xfrm>
              <a:off x="1093935" y="3142715"/>
              <a:ext cx="5544323" cy="1112000"/>
            </a:xfrm>
            <a:custGeom>
              <a:avLst/>
              <a:gdLst>
                <a:gd name="T0" fmla="*/ 1719 w 1843"/>
                <a:gd name="T1" fmla="*/ 85 h 487"/>
                <a:gd name="T2" fmla="*/ 247 w 1843"/>
                <a:gd name="T3" fmla="*/ 85 h 487"/>
                <a:gd name="T4" fmla="*/ 228 w 1843"/>
                <a:gd name="T5" fmla="*/ 86 h 487"/>
                <a:gd name="T6" fmla="*/ 228 w 1843"/>
                <a:gd name="T7" fmla="*/ 42 h 487"/>
                <a:gd name="T8" fmla="*/ 175 w 1843"/>
                <a:gd name="T9" fmla="*/ 22 h 487"/>
                <a:gd name="T10" fmla="*/ 9 w 1843"/>
                <a:gd name="T11" fmla="*/ 225 h 487"/>
                <a:gd name="T12" fmla="*/ 9 w 1843"/>
                <a:gd name="T13" fmla="*/ 263 h 487"/>
                <a:gd name="T14" fmla="*/ 175 w 1843"/>
                <a:gd name="T15" fmla="*/ 465 h 487"/>
                <a:gd name="T16" fmla="*/ 228 w 1843"/>
                <a:gd name="T17" fmla="*/ 446 h 487"/>
                <a:gd name="T18" fmla="*/ 228 w 1843"/>
                <a:gd name="T19" fmla="*/ 401 h 487"/>
                <a:gd name="T20" fmla="*/ 247 w 1843"/>
                <a:gd name="T21" fmla="*/ 403 h 487"/>
                <a:gd name="T22" fmla="*/ 1719 w 1843"/>
                <a:gd name="T23" fmla="*/ 403 h 487"/>
                <a:gd name="T24" fmla="*/ 1843 w 1843"/>
                <a:gd name="T25" fmla="*/ 279 h 487"/>
                <a:gd name="T26" fmla="*/ 1843 w 1843"/>
                <a:gd name="T27" fmla="*/ 209 h 487"/>
                <a:gd name="T28" fmla="*/ 1719 w 1843"/>
                <a:gd name="T29" fmla="*/ 8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43" h="487">
                  <a:moveTo>
                    <a:pt x="1719" y="85"/>
                  </a:moveTo>
                  <a:cubicBezTo>
                    <a:pt x="247" y="85"/>
                    <a:pt x="247" y="85"/>
                    <a:pt x="247" y="85"/>
                  </a:cubicBezTo>
                  <a:cubicBezTo>
                    <a:pt x="241" y="85"/>
                    <a:pt x="234" y="86"/>
                    <a:pt x="228" y="86"/>
                  </a:cubicBezTo>
                  <a:cubicBezTo>
                    <a:pt x="228" y="42"/>
                    <a:pt x="228" y="42"/>
                    <a:pt x="228" y="42"/>
                  </a:cubicBezTo>
                  <a:cubicBezTo>
                    <a:pt x="228" y="13"/>
                    <a:pt x="193" y="0"/>
                    <a:pt x="175" y="22"/>
                  </a:cubicBezTo>
                  <a:cubicBezTo>
                    <a:pt x="9" y="225"/>
                    <a:pt x="9" y="225"/>
                    <a:pt x="9" y="225"/>
                  </a:cubicBezTo>
                  <a:cubicBezTo>
                    <a:pt x="0" y="236"/>
                    <a:pt x="0" y="252"/>
                    <a:pt x="9" y="263"/>
                  </a:cubicBezTo>
                  <a:cubicBezTo>
                    <a:pt x="175" y="465"/>
                    <a:pt x="175" y="465"/>
                    <a:pt x="175" y="465"/>
                  </a:cubicBezTo>
                  <a:cubicBezTo>
                    <a:pt x="193" y="487"/>
                    <a:pt x="228" y="475"/>
                    <a:pt x="228" y="446"/>
                  </a:cubicBezTo>
                  <a:cubicBezTo>
                    <a:pt x="228" y="401"/>
                    <a:pt x="228" y="401"/>
                    <a:pt x="228" y="401"/>
                  </a:cubicBezTo>
                  <a:cubicBezTo>
                    <a:pt x="234" y="402"/>
                    <a:pt x="241" y="403"/>
                    <a:pt x="247" y="403"/>
                  </a:cubicBezTo>
                  <a:cubicBezTo>
                    <a:pt x="1719" y="403"/>
                    <a:pt x="1719" y="403"/>
                    <a:pt x="1719" y="403"/>
                  </a:cubicBezTo>
                  <a:cubicBezTo>
                    <a:pt x="1787" y="403"/>
                    <a:pt x="1843" y="347"/>
                    <a:pt x="1843" y="279"/>
                  </a:cubicBezTo>
                  <a:cubicBezTo>
                    <a:pt x="1843" y="209"/>
                    <a:pt x="1843" y="209"/>
                    <a:pt x="1843" y="209"/>
                  </a:cubicBezTo>
                  <a:cubicBezTo>
                    <a:pt x="1843" y="140"/>
                    <a:pt x="1787" y="85"/>
                    <a:pt x="1719" y="85"/>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endParaRPr lang="zh-CN" altLang="en-US" sz="1600"/>
            </a:p>
          </p:txBody>
        </p:sp>
        <p:sp>
          <p:nvSpPr>
            <p:cNvPr id="205" name="iSḷïḋe">
              <a:extLst>
                <a:ext uri="{FF2B5EF4-FFF2-40B4-BE49-F238E27FC236}">
                  <a16:creationId xmlns:a16="http://schemas.microsoft.com/office/drawing/2014/main" id="{A28904EC-F4D4-A52A-45AA-4D9133AEFA5B}"/>
                </a:ext>
              </a:extLst>
            </p:cNvPr>
            <p:cNvSpPr>
              <a:spLocks/>
            </p:cNvSpPr>
            <p:nvPr/>
          </p:nvSpPr>
          <p:spPr bwMode="auto">
            <a:xfrm>
              <a:off x="1093935" y="3142715"/>
              <a:ext cx="1459184" cy="1078038"/>
            </a:xfrm>
            <a:custGeom>
              <a:avLst/>
              <a:gdLst>
                <a:gd name="T0" fmla="*/ 485 w 485"/>
                <a:gd name="T1" fmla="*/ 85 h 472"/>
                <a:gd name="T2" fmla="*/ 247 w 485"/>
                <a:gd name="T3" fmla="*/ 85 h 472"/>
                <a:gd name="T4" fmla="*/ 228 w 485"/>
                <a:gd name="T5" fmla="*/ 86 h 472"/>
                <a:gd name="T6" fmla="*/ 228 w 485"/>
                <a:gd name="T7" fmla="*/ 42 h 472"/>
                <a:gd name="T8" fmla="*/ 175 w 485"/>
                <a:gd name="T9" fmla="*/ 22 h 472"/>
                <a:gd name="T10" fmla="*/ 9 w 485"/>
                <a:gd name="T11" fmla="*/ 225 h 472"/>
                <a:gd name="T12" fmla="*/ 9 w 485"/>
                <a:gd name="T13" fmla="*/ 263 h 472"/>
                <a:gd name="T14" fmla="*/ 175 w 485"/>
                <a:gd name="T15" fmla="*/ 465 h 472"/>
                <a:gd name="T16" fmla="*/ 182 w 485"/>
                <a:gd name="T17" fmla="*/ 472 h 472"/>
                <a:gd name="T18" fmla="*/ 485 w 485"/>
                <a:gd name="T19" fmla="*/ 85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5" h="472">
                  <a:moveTo>
                    <a:pt x="485" y="85"/>
                  </a:moveTo>
                  <a:cubicBezTo>
                    <a:pt x="247" y="85"/>
                    <a:pt x="247" y="85"/>
                    <a:pt x="247" y="85"/>
                  </a:cubicBezTo>
                  <a:cubicBezTo>
                    <a:pt x="241" y="85"/>
                    <a:pt x="234" y="86"/>
                    <a:pt x="228" y="86"/>
                  </a:cubicBezTo>
                  <a:cubicBezTo>
                    <a:pt x="228" y="42"/>
                    <a:pt x="228" y="42"/>
                    <a:pt x="228" y="42"/>
                  </a:cubicBezTo>
                  <a:cubicBezTo>
                    <a:pt x="228" y="13"/>
                    <a:pt x="193" y="0"/>
                    <a:pt x="175" y="22"/>
                  </a:cubicBezTo>
                  <a:cubicBezTo>
                    <a:pt x="9" y="225"/>
                    <a:pt x="9" y="225"/>
                    <a:pt x="9" y="225"/>
                  </a:cubicBezTo>
                  <a:cubicBezTo>
                    <a:pt x="0" y="236"/>
                    <a:pt x="0" y="252"/>
                    <a:pt x="9" y="263"/>
                  </a:cubicBezTo>
                  <a:cubicBezTo>
                    <a:pt x="175" y="465"/>
                    <a:pt x="175" y="465"/>
                    <a:pt x="175" y="465"/>
                  </a:cubicBezTo>
                  <a:cubicBezTo>
                    <a:pt x="177" y="468"/>
                    <a:pt x="179" y="470"/>
                    <a:pt x="182" y="472"/>
                  </a:cubicBezTo>
                  <a:cubicBezTo>
                    <a:pt x="221" y="334"/>
                    <a:pt x="304" y="173"/>
                    <a:pt x="485" y="85"/>
                  </a:cubicBezTo>
                  <a:close/>
                </a:path>
              </a:pathLst>
            </a:custGeom>
            <a:solidFill>
              <a:schemeClr val="accent1"/>
            </a:solidFill>
            <a:ln>
              <a:noFill/>
            </a:ln>
            <a:effectLst>
              <a:outerShdw blurRad="76200" dist="38100" algn="l" rotWithShape="0">
                <a:schemeClr val="tx2">
                  <a:alpha val="50000"/>
                </a:schemeClr>
              </a:outerShdw>
            </a:effectLst>
          </p:spPr>
          <p:txBody>
            <a:bodyPr vert="horz" wrap="square" lIns="91440" tIns="45720" rIns="91440" bIns="45720" numCol="1" anchor="t" anchorCtr="0" compatLnSpc="1">
              <a:prstTxWarp prst="textNoShape">
                <a:avLst/>
              </a:prstTxWarp>
            </a:bodyPr>
            <a:lstStyle/>
            <a:p>
              <a:endParaRPr lang="zh-CN" altLang="en-US" sz="1600"/>
            </a:p>
          </p:txBody>
        </p:sp>
        <p:sp>
          <p:nvSpPr>
            <p:cNvPr id="206" name="ïşľíḋê">
              <a:extLst>
                <a:ext uri="{FF2B5EF4-FFF2-40B4-BE49-F238E27FC236}">
                  <a16:creationId xmlns:a16="http://schemas.microsoft.com/office/drawing/2014/main" id="{5BFD1E1C-836D-2A27-BD19-8B262EB661E6}"/>
                </a:ext>
              </a:extLst>
            </p:cNvPr>
            <p:cNvSpPr/>
            <p:nvPr/>
          </p:nvSpPr>
          <p:spPr>
            <a:xfrm>
              <a:off x="2871361" y="3392902"/>
              <a:ext cx="2295926" cy="256084"/>
            </a:xfrm>
            <a:prstGeom prst="rect">
              <a:avLst/>
            </a:prstGeom>
            <a:noFill/>
          </p:spPr>
          <p:txBody>
            <a:bodyPr wrap="square" lIns="90000" tIns="90000" rIns="90000" bIns="90000" anchor="t" anchorCtr="0">
              <a:noAutofit/>
            </a:bodyPr>
            <a:lstStyle/>
            <a:p>
              <a:pPr lvl="0">
                <a:defRPr/>
              </a:pPr>
              <a:r>
                <a:rPr lang="zh-CN" altLang="en-US" b="1" dirty="0">
                  <a:solidFill>
                    <a:schemeClr val="tx2"/>
                  </a:solidFill>
                  <a:latin typeface="Arial" panose="020B0604020202020204" pitchFamily="34" charset="0"/>
                  <a:cs typeface="Arial" panose="020B0604020202020204" pitchFamily="34" charset="0"/>
                </a:rPr>
                <a:t>结语</a:t>
              </a:r>
            </a:p>
          </p:txBody>
        </p:sp>
        <p:sp>
          <p:nvSpPr>
            <p:cNvPr id="207" name="ïṧḻiḋé">
              <a:extLst>
                <a:ext uri="{FF2B5EF4-FFF2-40B4-BE49-F238E27FC236}">
                  <a16:creationId xmlns:a16="http://schemas.microsoft.com/office/drawing/2014/main" id="{08B2C377-12B6-87FB-8B9E-D7556E678F2E}"/>
                </a:ext>
              </a:extLst>
            </p:cNvPr>
            <p:cNvSpPr>
              <a:spLocks noChangeAspect="1"/>
            </p:cNvSpPr>
            <p:nvPr/>
          </p:nvSpPr>
          <p:spPr bwMode="auto">
            <a:xfrm>
              <a:off x="2655861" y="3504180"/>
              <a:ext cx="273406" cy="232954"/>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tx2"/>
            </a:solidFill>
            <a:ln>
              <a:noFill/>
            </a:ln>
          </p:spPr>
        </p:sp>
        <p:sp>
          <p:nvSpPr>
            <p:cNvPr id="208" name="íṩḻîḑé">
              <a:extLst>
                <a:ext uri="{FF2B5EF4-FFF2-40B4-BE49-F238E27FC236}">
                  <a16:creationId xmlns:a16="http://schemas.microsoft.com/office/drawing/2014/main" id="{AC16F2E5-33D5-CF25-C7AD-70E148C54723}"/>
                </a:ext>
              </a:extLst>
            </p:cNvPr>
            <p:cNvSpPr/>
            <p:nvPr/>
          </p:nvSpPr>
          <p:spPr>
            <a:xfrm>
              <a:off x="1347864" y="3452983"/>
              <a:ext cx="790364" cy="235982"/>
            </a:xfrm>
            <a:prstGeom prst="rect">
              <a:avLst/>
            </a:prstGeom>
            <a:noFill/>
          </p:spPr>
          <p:txBody>
            <a:bodyPr wrap="square" lIns="90000" tIns="90000" rIns="90000" bIns="90000" anchor="t" anchorCtr="0">
              <a:noAutofit/>
            </a:bodyPr>
            <a:lstStyle/>
            <a:p>
              <a:pPr lvl="0">
                <a:defRPr/>
              </a:pPr>
              <a:r>
                <a:rPr lang="en-US" altLang="zh-CN" b="1" dirty="0">
                  <a:solidFill>
                    <a:schemeClr val="bg1"/>
                  </a:solidFill>
                  <a:latin typeface="Arial" panose="020B0604020202020204" pitchFamily="34" charset="0"/>
                  <a:cs typeface="Arial" panose="020B0604020202020204" pitchFamily="34" charset="0"/>
                </a:rPr>
                <a:t>04</a:t>
              </a:r>
            </a:p>
          </p:txBody>
        </p:sp>
      </p:grpSp>
      <p:pic>
        <p:nvPicPr>
          <p:cNvPr id="211" name="图形 210">
            <a:extLst>
              <a:ext uri="{FF2B5EF4-FFF2-40B4-BE49-F238E27FC236}">
                <a16:creationId xmlns:a16="http://schemas.microsoft.com/office/drawing/2014/main" id="{14ECE4A5-4B70-0CEE-8658-5FA847CC59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388206">
            <a:off x="9575905" y="1432242"/>
            <a:ext cx="1905000" cy="1905000"/>
          </a:xfrm>
          <a:prstGeom prst="rect">
            <a:avLst/>
          </a:prstGeom>
        </p:spPr>
      </p:pic>
      <p:pic>
        <p:nvPicPr>
          <p:cNvPr id="215" name="图形 214">
            <a:extLst>
              <a:ext uri="{FF2B5EF4-FFF2-40B4-BE49-F238E27FC236}">
                <a16:creationId xmlns:a16="http://schemas.microsoft.com/office/drawing/2014/main" id="{B73011EC-23C2-291A-B7A7-D260FD35D44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694990">
            <a:off x="8981417" y="4262497"/>
            <a:ext cx="1905000" cy="1905000"/>
          </a:xfrm>
          <a:prstGeom prst="rect">
            <a:avLst/>
          </a:prstGeom>
        </p:spPr>
      </p:pic>
      <p:pic>
        <p:nvPicPr>
          <p:cNvPr id="2" name="图片 1">
            <a:extLst>
              <a:ext uri="{FF2B5EF4-FFF2-40B4-BE49-F238E27FC236}">
                <a16:creationId xmlns:a16="http://schemas.microsoft.com/office/drawing/2014/main" id="{74705FCA-F4D2-9562-19EB-95EC32A1E395}"/>
              </a:ext>
            </a:extLst>
          </p:cNvPr>
          <p:cNvPicPr>
            <a:picLocks noChangeAspect="1"/>
          </p:cNvPicPr>
          <p:nvPr/>
        </p:nvPicPr>
        <p:blipFill>
          <a:blip r:embed="rId11"/>
          <a:stretch>
            <a:fillRect/>
          </a:stretch>
        </p:blipFill>
        <p:spPr>
          <a:xfrm rot="20244787">
            <a:off x="7747133" y="2570498"/>
            <a:ext cx="1207113" cy="1201016"/>
          </a:xfrm>
          <a:prstGeom prst="rect">
            <a:avLst/>
          </a:prstGeom>
        </p:spPr>
      </p:pic>
    </p:spTree>
    <p:extLst>
      <p:ext uri="{BB962C8B-B14F-4D97-AF65-F5344CB8AC3E}">
        <p14:creationId xmlns:p14="http://schemas.microsoft.com/office/powerpoint/2010/main" val="911933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ïṥlîḍé"/>
        <p:cNvGrpSpPr/>
        <p:nvPr/>
      </p:nvGrpSpPr>
      <p:grpSpPr>
        <a:xfrm>
          <a:off x="0" y="0"/>
          <a:ext cx="0" cy="0"/>
          <a:chOff x="0" y="0"/>
          <a:chExt cx="0" cy="0"/>
        </a:xfrm>
      </p:grpSpPr>
      <p:sp>
        <p:nvSpPr>
          <p:cNvPr id="5" name="íṧļïḍê"/>
          <p:cNvSpPr>
            <a:spLocks noGrp="1"/>
          </p:cNvSpPr>
          <p:nvPr>
            <p:ph type="title"/>
          </p:nvPr>
        </p:nvSpPr>
        <p:spPr>
          <a:xfrm>
            <a:off x="2141119" y="3139369"/>
            <a:ext cx="5419185" cy="895350"/>
          </a:xfrm>
        </p:spPr>
        <p:txBody>
          <a:bodyPr>
            <a:normAutofit/>
          </a:bodyPr>
          <a:lstStyle/>
          <a:p>
            <a:r>
              <a:rPr lang="zh-CN" altLang="en-US" sz="3200" dirty="0"/>
              <a:t>自我介绍</a:t>
            </a:r>
          </a:p>
        </p:txBody>
      </p:sp>
      <p:sp>
        <p:nvSpPr>
          <p:cNvPr id="9" name="iŝ1ïdè">
            <a:extLst>
              <a:ext uri="{FF2B5EF4-FFF2-40B4-BE49-F238E27FC236}">
                <a16:creationId xmlns:a16="http://schemas.microsoft.com/office/drawing/2014/main" id="{04F69230-F3A6-4586-9371-A858F4763E9F}"/>
              </a:ext>
            </a:extLst>
          </p:cNvPr>
          <p:cNvSpPr txBox="1"/>
          <p:nvPr/>
        </p:nvSpPr>
        <p:spPr>
          <a:xfrm>
            <a:off x="990884" y="3507599"/>
            <a:ext cx="901523" cy="814030"/>
          </a:xfrm>
          <a:prstGeom prst="rect">
            <a:avLst/>
          </a:prstGeom>
          <a:noFill/>
          <a:ln w="117475">
            <a:noFill/>
          </a:ln>
        </p:spPr>
        <p:txBody>
          <a:bodyPr wrap="none" rtlCol="0">
            <a:prstTxWarp prst="textPlain">
              <a:avLst/>
            </a:prstTxWarp>
            <a:spAutoFit/>
          </a:bodyPr>
          <a:lstStyle/>
          <a:p>
            <a:r>
              <a:rPr lang="en-US" altLang="zh-CN" b="1" spc="-150" dirty="0">
                <a:solidFill>
                  <a:schemeClr val="accent1"/>
                </a:solidFill>
                <a:latin typeface="+mj-ea"/>
                <a:ea typeface="+mj-ea"/>
                <a:cs typeface="Arial" panose="020B0604020202020204" pitchFamily="34" charset="0"/>
              </a:rPr>
              <a:t>01</a:t>
            </a:r>
            <a:endParaRPr lang="zh-CN" altLang="en-US" b="1" spc="-150" dirty="0">
              <a:solidFill>
                <a:schemeClr val="accent1"/>
              </a:solidFill>
              <a:latin typeface="+mj-ea"/>
              <a:ea typeface="+mj-ea"/>
              <a:cs typeface="Arial" panose="020B0604020202020204" pitchFamily="34" charset="0"/>
            </a:endParaRPr>
          </a:p>
        </p:txBody>
      </p:sp>
    </p:spTree>
    <p:extLst>
      <p:ext uri="{BB962C8B-B14F-4D97-AF65-F5344CB8AC3E}">
        <p14:creationId xmlns:p14="http://schemas.microsoft.com/office/powerpoint/2010/main" val="2371597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ïṩḷïḋe">
          <a:extLst>
            <a:ext uri="{FF2B5EF4-FFF2-40B4-BE49-F238E27FC236}">
              <a16:creationId xmlns:a16="http://schemas.microsoft.com/office/drawing/2014/main" id="{797A93B5-88FD-9F1F-9733-7B22109EB811}"/>
            </a:ext>
          </a:extLst>
        </p:cNvPr>
        <p:cNvGrpSpPr/>
        <p:nvPr/>
      </p:nvGrpSpPr>
      <p:grpSpPr>
        <a:xfrm>
          <a:off x="0" y="0"/>
          <a:ext cx="0" cy="0"/>
          <a:chOff x="0" y="0"/>
          <a:chExt cx="0" cy="0"/>
        </a:xfrm>
      </p:grpSpPr>
      <p:sp>
        <p:nvSpPr>
          <p:cNvPr id="2" name="ísļíḋe">
            <a:extLst>
              <a:ext uri="{FF2B5EF4-FFF2-40B4-BE49-F238E27FC236}">
                <a16:creationId xmlns:a16="http://schemas.microsoft.com/office/drawing/2014/main" id="{67532638-EE54-DF61-2AA6-FA567B6BFCE4}"/>
              </a:ext>
            </a:extLst>
          </p:cNvPr>
          <p:cNvSpPr>
            <a:spLocks noGrp="1"/>
          </p:cNvSpPr>
          <p:nvPr>
            <p:ph type="title"/>
          </p:nvPr>
        </p:nvSpPr>
        <p:spPr/>
        <p:txBody>
          <a:bodyPr/>
          <a:lstStyle/>
          <a:p>
            <a:r>
              <a:rPr lang="zh-CN" altLang="en-US" dirty="0"/>
              <a:t>自我介绍</a:t>
            </a:r>
          </a:p>
        </p:txBody>
      </p:sp>
      <p:sp>
        <p:nvSpPr>
          <p:cNvPr id="4" name="iṥḷîḓè">
            <a:extLst>
              <a:ext uri="{FF2B5EF4-FFF2-40B4-BE49-F238E27FC236}">
                <a16:creationId xmlns:a16="http://schemas.microsoft.com/office/drawing/2014/main" id="{0516E8EA-920A-AD9A-2A43-BD48557B23FE}"/>
              </a:ext>
            </a:extLst>
          </p:cNvPr>
          <p:cNvSpPr>
            <a:spLocks noGrp="1"/>
          </p:cNvSpPr>
          <p:nvPr>
            <p:ph type="sldNum" sz="quarter" idx="12"/>
          </p:nvPr>
        </p:nvSpPr>
        <p:spPr/>
        <p:txBody>
          <a:bodyPr/>
          <a:lstStyle/>
          <a:p>
            <a:fld id="{5DD3DB80-B894-403A-B48E-6FDC1A72010E}" type="slidenum">
              <a:rPr lang="zh-CN" altLang="en-US" smtClean="0"/>
              <a:pPr/>
              <a:t>4</a:t>
            </a:fld>
            <a:endParaRPr lang="zh-CN" altLang="en-US"/>
          </a:p>
        </p:txBody>
      </p:sp>
      <p:grpSp>
        <p:nvGrpSpPr>
          <p:cNvPr id="117" name="ïsḷîḓ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3AB31E69-5D4F-2B26-BEEB-16B7C45F435E}"/>
              </a:ext>
            </a:extLst>
          </p:cNvPr>
          <p:cNvGrpSpPr>
            <a:grpSpLocks noChangeAspect="1"/>
          </p:cNvGrpSpPr>
          <p:nvPr/>
        </p:nvGrpSpPr>
        <p:grpSpPr>
          <a:xfrm>
            <a:off x="669926" y="1476165"/>
            <a:ext cx="10850561" cy="4650532"/>
            <a:chOff x="669925" y="1124938"/>
            <a:chExt cx="10850561" cy="4650532"/>
          </a:xfrm>
        </p:grpSpPr>
        <p:sp>
          <p:nvSpPr>
            <p:cNvPr id="118" name="iṥľiḓè">
              <a:extLst>
                <a:ext uri="{FF2B5EF4-FFF2-40B4-BE49-F238E27FC236}">
                  <a16:creationId xmlns:a16="http://schemas.microsoft.com/office/drawing/2014/main" id="{E5D94A39-CD04-8722-6039-B194C860B1BD}"/>
                </a:ext>
              </a:extLst>
            </p:cNvPr>
            <p:cNvSpPr/>
            <p:nvPr/>
          </p:nvSpPr>
          <p:spPr>
            <a:xfrm rot="16200000">
              <a:off x="4390527" y="1286718"/>
              <a:ext cx="1867253" cy="154369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9" name="îŝḷiḍe">
              <a:extLst>
                <a:ext uri="{FF2B5EF4-FFF2-40B4-BE49-F238E27FC236}">
                  <a16:creationId xmlns:a16="http://schemas.microsoft.com/office/drawing/2014/main" id="{9122C62B-4ED0-F5B8-55A0-8487B86A709F}"/>
                </a:ext>
              </a:extLst>
            </p:cNvPr>
            <p:cNvSpPr/>
            <p:nvPr/>
          </p:nvSpPr>
          <p:spPr>
            <a:xfrm rot="16200000">
              <a:off x="4390527" y="3514052"/>
              <a:ext cx="1867253" cy="154369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3" name="îṣlïḓe">
              <a:extLst>
                <a:ext uri="{FF2B5EF4-FFF2-40B4-BE49-F238E27FC236}">
                  <a16:creationId xmlns:a16="http://schemas.microsoft.com/office/drawing/2014/main" id="{D4CFA3D8-E228-29E0-AC5E-DD02E0BDB513}"/>
                </a:ext>
              </a:extLst>
            </p:cNvPr>
            <p:cNvSpPr/>
            <p:nvPr/>
          </p:nvSpPr>
          <p:spPr>
            <a:xfrm rot="5400000" flipH="1">
              <a:off x="5934220" y="2221335"/>
              <a:ext cx="1867253" cy="1543693"/>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25" name="išľíḍé">
              <a:extLst>
                <a:ext uri="{FF2B5EF4-FFF2-40B4-BE49-F238E27FC236}">
                  <a16:creationId xmlns:a16="http://schemas.microsoft.com/office/drawing/2014/main" id="{834DCCB0-3C90-E62F-3B8A-47BC05116CF0}"/>
                </a:ext>
              </a:extLst>
            </p:cNvPr>
            <p:cNvGrpSpPr/>
            <p:nvPr/>
          </p:nvGrpSpPr>
          <p:grpSpPr>
            <a:xfrm>
              <a:off x="669925" y="3729954"/>
              <a:ext cx="3285153" cy="1111889"/>
              <a:chOff x="669926" y="4886849"/>
              <a:chExt cx="3131158" cy="1111889"/>
            </a:xfrm>
          </p:grpSpPr>
          <p:sp>
            <p:nvSpPr>
              <p:cNvPr id="141" name="îṧļidê">
                <a:extLst>
                  <a:ext uri="{FF2B5EF4-FFF2-40B4-BE49-F238E27FC236}">
                    <a16:creationId xmlns:a16="http://schemas.microsoft.com/office/drawing/2014/main" id="{A29B48D3-5C20-435A-38BC-BB073334A2AF}"/>
                  </a:ext>
                </a:extLst>
              </p:cNvPr>
              <p:cNvSpPr/>
              <p:nvPr/>
            </p:nvSpPr>
            <p:spPr bwMode="auto">
              <a:xfrm>
                <a:off x="669926" y="5274447"/>
                <a:ext cx="3131158"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r">
                  <a:lnSpc>
                    <a:spcPct val="120000"/>
                  </a:lnSpc>
                  <a:buFont typeface="Arial" panose="020B0604020202020204" pitchFamily="34" charset="0"/>
                  <a:buChar char="•"/>
                </a:pPr>
                <a:r>
                  <a:rPr lang="zh-CN" altLang="en-US" dirty="0"/>
                  <a:t>参与湖北咸宁鹿门铺支教</a:t>
                </a:r>
                <a:endParaRPr lang="en-US" altLang="zh-CN" dirty="0"/>
              </a:p>
              <a:p>
                <a:pPr marL="171450" indent="-171450" algn="r">
                  <a:lnSpc>
                    <a:spcPct val="120000"/>
                  </a:lnSpc>
                  <a:buFont typeface="Arial" panose="020B0604020202020204" pitchFamily="34" charset="0"/>
                  <a:buChar char="•"/>
                </a:pPr>
                <a:endParaRPr lang="en-US" altLang="zh-CN" dirty="0"/>
              </a:p>
            </p:txBody>
          </p:sp>
          <p:sp>
            <p:nvSpPr>
              <p:cNvPr id="142" name="işlïḋê">
                <a:extLst>
                  <a:ext uri="{FF2B5EF4-FFF2-40B4-BE49-F238E27FC236}">
                    <a16:creationId xmlns:a16="http://schemas.microsoft.com/office/drawing/2014/main" id="{95778617-3CD8-A799-740C-1A218DDB920D}"/>
                  </a:ext>
                </a:extLst>
              </p:cNvPr>
              <p:cNvSpPr txBox="1"/>
              <p:nvPr/>
            </p:nvSpPr>
            <p:spPr bwMode="auto">
              <a:xfrm>
                <a:off x="669926" y="4886849"/>
                <a:ext cx="3131158"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1" hangingPunct="1">
                  <a:lnSpc>
                    <a:spcPct val="100000"/>
                  </a:lnSpc>
                  <a:spcBef>
                    <a:spcPct val="0"/>
                  </a:spcBef>
                  <a:buFontTx/>
                  <a:buNone/>
                </a:pPr>
                <a:r>
                  <a:rPr lang="zh-CN" altLang="en-US" sz="2000" b="1" dirty="0"/>
                  <a:t>其他</a:t>
                </a:r>
                <a:endParaRPr lang="en-US" altLang="zh-CN" sz="2000" b="1" dirty="0"/>
              </a:p>
            </p:txBody>
          </p:sp>
        </p:grpSp>
        <p:grpSp>
          <p:nvGrpSpPr>
            <p:cNvPr id="126" name="îṡ1ïḓe">
              <a:extLst>
                <a:ext uri="{FF2B5EF4-FFF2-40B4-BE49-F238E27FC236}">
                  <a16:creationId xmlns:a16="http://schemas.microsoft.com/office/drawing/2014/main" id="{E7524445-23C5-0041-8A8D-5802F927B546}"/>
                </a:ext>
              </a:extLst>
            </p:cNvPr>
            <p:cNvGrpSpPr/>
            <p:nvPr/>
          </p:nvGrpSpPr>
          <p:grpSpPr>
            <a:xfrm>
              <a:off x="673571" y="1502620"/>
              <a:ext cx="3285153" cy="1111889"/>
              <a:chOff x="669926" y="4886849"/>
              <a:chExt cx="3131158" cy="1111889"/>
            </a:xfrm>
          </p:grpSpPr>
          <p:sp>
            <p:nvSpPr>
              <p:cNvPr id="139" name="ïsḷídè">
                <a:extLst>
                  <a:ext uri="{FF2B5EF4-FFF2-40B4-BE49-F238E27FC236}">
                    <a16:creationId xmlns:a16="http://schemas.microsoft.com/office/drawing/2014/main" id="{C0FF4FE8-9730-6A5E-D9B2-8BE849ED5974}"/>
                  </a:ext>
                </a:extLst>
              </p:cNvPr>
              <p:cNvSpPr/>
              <p:nvPr/>
            </p:nvSpPr>
            <p:spPr bwMode="auto">
              <a:xfrm>
                <a:off x="669926" y="5274447"/>
                <a:ext cx="3131158"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r">
                  <a:lnSpc>
                    <a:spcPct val="120000"/>
                  </a:lnSpc>
                  <a:buFont typeface="Arial" panose="020B0604020202020204" pitchFamily="34" charset="0"/>
                  <a:buChar char="•"/>
                </a:pPr>
                <a:r>
                  <a:rPr lang="zh-CN" altLang="en-US" dirty="0"/>
                  <a:t>来自山东青岛</a:t>
                </a:r>
                <a:endParaRPr lang="en-US" altLang="zh-CN" dirty="0"/>
              </a:p>
              <a:p>
                <a:pPr marL="171450" indent="-171450" algn="r">
                  <a:lnSpc>
                    <a:spcPct val="120000"/>
                  </a:lnSpc>
                  <a:buFont typeface="Arial" panose="020B0604020202020204" pitchFamily="34" charset="0"/>
                  <a:buChar char="•"/>
                </a:pPr>
                <a:r>
                  <a:rPr lang="zh-CN" altLang="en-US" dirty="0"/>
                  <a:t>自动化</a:t>
                </a:r>
                <a:r>
                  <a:rPr lang="en-US" altLang="zh-CN" dirty="0"/>
                  <a:t>2406</a:t>
                </a:r>
                <a:r>
                  <a:rPr lang="zh-CN" altLang="en-US" dirty="0"/>
                  <a:t>班学习委员</a:t>
                </a:r>
                <a:endParaRPr lang="en-US" altLang="zh-CN" dirty="0"/>
              </a:p>
            </p:txBody>
          </p:sp>
          <p:sp>
            <p:nvSpPr>
              <p:cNvPr id="140" name="îṡḻîdè">
                <a:extLst>
                  <a:ext uri="{FF2B5EF4-FFF2-40B4-BE49-F238E27FC236}">
                    <a16:creationId xmlns:a16="http://schemas.microsoft.com/office/drawing/2014/main" id="{19A22D46-9076-2C0A-6DC1-66E1207FD35C}"/>
                  </a:ext>
                </a:extLst>
              </p:cNvPr>
              <p:cNvSpPr txBox="1"/>
              <p:nvPr/>
            </p:nvSpPr>
            <p:spPr bwMode="auto">
              <a:xfrm>
                <a:off x="669926" y="4886849"/>
                <a:ext cx="3131158"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1" hangingPunct="1">
                  <a:lnSpc>
                    <a:spcPct val="100000"/>
                  </a:lnSpc>
                  <a:spcBef>
                    <a:spcPct val="0"/>
                  </a:spcBef>
                  <a:buFontTx/>
                  <a:buNone/>
                </a:pPr>
                <a:r>
                  <a:rPr lang="zh-CN" altLang="en-US" sz="2000" b="1" dirty="0"/>
                  <a:t>迟泰炎</a:t>
                </a:r>
                <a:endParaRPr lang="en-US" altLang="zh-CN" sz="2000" b="1" dirty="0"/>
              </a:p>
            </p:txBody>
          </p:sp>
        </p:grpSp>
        <p:cxnSp>
          <p:nvCxnSpPr>
            <p:cNvPr id="127" name="îsľíďè">
              <a:extLst>
                <a:ext uri="{FF2B5EF4-FFF2-40B4-BE49-F238E27FC236}">
                  <a16:creationId xmlns:a16="http://schemas.microsoft.com/office/drawing/2014/main" id="{FEA76306-D668-BF7C-350F-DAF196EEE45E}"/>
                </a:ext>
              </a:extLst>
            </p:cNvPr>
            <p:cNvCxnSpPr/>
            <p:nvPr/>
          </p:nvCxnSpPr>
          <p:spPr>
            <a:xfrm>
              <a:off x="669925" y="3193734"/>
              <a:ext cx="3423067"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7" name="ïślïďè">
              <a:extLst>
                <a:ext uri="{FF2B5EF4-FFF2-40B4-BE49-F238E27FC236}">
                  <a16:creationId xmlns:a16="http://schemas.microsoft.com/office/drawing/2014/main" id="{50576820-883D-3E5D-3294-A23E6E33254A}"/>
                </a:ext>
              </a:extLst>
            </p:cNvPr>
            <p:cNvSpPr/>
            <p:nvPr/>
          </p:nvSpPr>
          <p:spPr bwMode="auto">
            <a:xfrm>
              <a:off x="8210606" y="5051179"/>
              <a:ext cx="3309878"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20000"/>
                </a:lnSpc>
                <a:buFont typeface="Arial" panose="020B0604020202020204" pitchFamily="34" charset="0"/>
                <a:buChar char="•"/>
              </a:pPr>
              <a:endParaRPr lang="en-US" altLang="zh-CN" sz="1400" dirty="0"/>
            </a:p>
          </p:txBody>
        </p:sp>
        <p:grpSp>
          <p:nvGrpSpPr>
            <p:cNvPr id="129" name="ïṡḷiḍê">
              <a:extLst>
                <a:ext uri="{FF2B5EF4-FFF2-40B4-BE49-F238E27FC236}">
                  <a16:creationId xmlns:a16="http://schemas.microsoft.com/office/drawing/2014/main" id="{73D7C0A5-CC55-B0E1-BA93-AB561274F0E8}"/>
                </a:ext>
              </a:extLst>
            </p:cNvPr>
            <p:cNvGrpSpPr/>
            <p:nvPr/>
          </p:nvGrpSpPr>
          <p:grpSpPr>
            <a:xfrm>
              <a:off x="8210606" y="2691039"/>
              <a:ext cx="3309880" cy="1111889"/>
              <a:chOff x="666450" y="5141641"/>
              <a:chExt cx="3262608" cy="1111889"/>
            </a:xfrm>
          </p:grpSpPr>
          <p:sp>
            <p:nvSpPr>
              <p:cNvPr id="135" name="ïṥḻîde">
                <a:extLst>
                  <a:ext uri="{FF2B5EF4-FFF2-40B4-BE49-F238E27FC236}">
                    <a16:creationId xmlns:a16="http://schemas.microsoft.com/office/drawing/2014/main" id="{BA26DB7E-73EC-8B18-A0F8-4D93088C2A0B}"/>
                  </a:ext>
                </a:extLst>
              </p:cNvPr>
              <p:cNvSpPr/>
              <p:nvPr/>
            </p:nvSpPr>
            <p:spPr bwMode="auto">
              <a:xfrm>
                <a:off x="666450" y="5529239"/>
                <a:ext cx="3262606"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20000"/>
                  </a:lnSpc>
                  <a:buFont typeface="Arial" panose="020B0604020202020204" pitchFamily="34" charset="0"/>
                  <a:buChar char="•"/>
                </a:pPr>
                <a:r>
                  <a:rPr lang="zh-CN" altLang="en-US" dirty="0"/>
                  <a:t>担任“智信医电”特色团日宣传运营部部长，负责公众号运营与推文审核</a:t>
                </a:r>
                <a:endParaRPr lang="en-US" altLang="zh-CN" dirty="0"/>
              </a:p>
              <a:p>
                <a:pPr marL="171450" indent="-171450">
                  <a:lnSpc>
                    <a:spcPct val="120000"/>
                  </a:lnSpc>
                  <a:buFont typeface="Arial" panose="020B0604020202020204" pitchFamily="34" charset="0"/>
                  <a:buChar char="•"/>
                </a:pPr>
                <a:r>
                  <a:rPr lang="zh-CN" altLang="en-US" dirty="0"/>
                  <a:t>担任校书画协会宣传部部长，运营协会官方“书小协”账号和推文排版投稿</a:t>
                </a:r>
                <a:endParaRPr lang="en-US" altLang="zh-CN" dirty="0"/>
              </a:p>
            </p:txBody>
          </p:sp>
          <p:sp>
            <p:nvSpPr>
              <p:cNvPr id="136" name="îśľîḑe">
                <a:extLst>
                  <a:ext uri="{FF2B5EF4-FFF2-40B4-BE49-F238E27FC236}">
                    <a16:creationId xmlns:a16="http://schemas.microsoft.com/office/drawing/2014/main" id="{E94DD825-3EEE-ACDC-1F0F-7538A6F6DC35}"/>
                  </a:ext>
                </a:extLst>
              </p:cNvPr>
              <p:cNvSpPr txBox="1"/>
              <p:nvPr/>
            </p:nvSpPr>
            <p:spPr bwMode="auto">
              <a:xfrm>
                <a:off x="666451" y="5141641"/>
                <a:ext cx="3262607"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00000"/>
                  </a:lnSpc>
                  <a:spcBef>
                    <a:spcPct val="0"/>
                  </a:spcBef>
                  <a:buFontTx/>
                  <a:buNone/>
                </a:pPr>
                <a:r>
                  <a:rPr lang="zh-CN" altLang="en-US" sz="2000" b="1" dirty="0"/>
                  <a:t>相关经验</a:t>
                </a:r>
                <a:endParaRPr lang="en-US" altLang="zh-CN" sz="2000" b="1" dirty="0"/>
              </a:p>
            </p:txBody>
          </p:sp>
        </p:grpSp>
        <p:sp>
          <p:nvSpPr>
            <p:cNvPr id="131" name="iṣľíḍé">
              <a:extLst>
                <a:ext uri="{FF2B5EF4-FFF2-40B4-BE49-F238E27FC236}">
                  <a16:creationId xmlns:a16="http://schemas.microsoft.com/office/drawing/2014/main" id="{6D7E74F0-BC8B-E0A2-746A-EF667AE5A29A}"/>
                </a:ext>
              </a:extLst>
            </p:cNvPr>
            <p:cNvSpPr/>
            <p:nvPr/>
          </p:nvSpPr>
          <p:spPr>
            <a:xfrm>
              <a:off x="4040289" y="1742899"/>
              <a:ext cx="631332" cy="631332"/>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b" anchorCtr="0">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b="1" dirty="0">
                  <a:solidFill>
                    <a:schemeClr val="tx1"/>
                  </a:solidFill>
                </a:rPr>
                <a:t>1</a:t>
              </a:r>
              <a:endParaRPr sz="2800" b="1" dirty="0">
                <a:solidFill>
                  <a:schemeClr val="tx1"/>
                </a:solidFill>
              </a:endParaRPr>
            </a:p>
          </p:txBody>
        </p:sp>
        <p:sp>
          <p:nvSpPr>
            <p:cNvPr id="132" name="íṡļiḍé">
              <a:extLst>
                <a:ext uri="{FF2B5EF4-FFF2-40B4-BE49-F238E27FC236}">
                  <a16:creationId xmlns:a16="http://schemas.microsoft.com/office/drawing/2014/main" id="{270528F8-81DF-2E9F-8B42-07E6AD9CFC84}"/>
                </a:ext>
              </a:extLst>
            </p:cNvPr>
            <p:cNvSpPr/>
            <p:nvPr/>
          </p:nvSpPr>
          <p:spPr>
            <a:xfrm>
              <a:off x="4040289" y="3970232"/>
              <a:ext cx="631332" cy="631332"/>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b" anchorCtr="0">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b="1" dirty="0">
                  <a:solidFill>
                    <a:schemeClr val="tx1"/>
                  </a:solidFill>
                </a:rPr>
                <a:t>3</a:t>
              </a:r>
            </a:p>
          </p:txBody>
        </p:sp>
        <p:sp>
          <p:nvSpPr>
            <p:cNvPr id="133" name="î$lîḑe">
              <a:extLst>
                <a:ext uri="{FF2B5EF4-FFF2-40B4-BE49-F238E27FC236}">
                  <a16:creationId xmlns:a16="http://schemas.microsoft.com/office/drawing/2014/main" id="{40809C5F-41CF-9C01-12A0-DAD51D69B81D}"/>
                </a:ext>
              </a:extLst>
            </p:cNvPr>
            <p:cNvSpPr/>
            <p:nvPr/>
          </p:nvSpPr>
          <p:spPr>
            <a:xfrm>
              <a:off x="7528090" y="2676525"/>
              <a:ext cx="631332" cy="631332"/>
            </a:xfrm>
            <a:prstGeom prst="ellipse">
              <a:avLst/>
            </a:pr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b" anchorCtr="0">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b="1" dirty="0">
                  <a:solidFill>
                    <a:schemeClr val="tx1"/>
                  </a:solidFill>
                </a:rPr>
                <a:t>2</a:t>
              </a:r>
            </a:p>
          </p:txBody>
        </p:sp>
      </p:grpSp>
    </p:spTree>
    <p:custDataLst>
      <p:tags r:id="rId2"/>
    </p:custDataLst>
    <p:extLst>
      <p:ext uri="{BB962C8B-B14F-4D97-AF65-F5344CB8AC3E}">
        <p14:creationId xmlns:p14="http://schemas.microsoft.com/office/powerpoint/2010/main" val="228350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ïṥlîḍé">
          <a:extLst>
            <a:ext uri="{FF2B5EF4-FFF2-40B4-BE49-F238E27FC236}">
              <a16:creationId xmlns:a16="http://schemas.microsoft.com/office/drawing/2014/main" id="{643CC46B-1443-4421-1D59-1D3C731D2581}"/>
            </a:ext>
          </a:extLst>
        </p:cNvPr>
        <p:cNvGrpSpPr/>
        <p:nvPr/>
      </p:nvGrpSpPr>
      <p:grpSpPr>
        <a:xfrm>
          <a:off x="0" y="0"/>
          <a:ext cx="0" cy="0"/>
          <a:chOff x="0" y="0"/>
          <a:chExt cx="0" cy="0"/>
        </a:xfrm>
      </p:grpSpPr>
      <p:sp>
        <p:nvSpPr>
          <p:cNvPr id="5" name="íṧļïḍê">
            <a:extLst>
              <a:ext uri="{FF2B5EF4-FFF2-40B4-BE49-F238E27FC236}">
                <a16:creationId xmlns:a16="http://schemas.microsoft.com/office/drawing/2014/main" id="{EE0CE097-7362-83E1-5638-2D3039CDAD1C}"/>
              </a:ext>
            </a:extLst>
          </p:cNvPr>
          <p:cNvSpPr>
            <a:spLocks noGrp="1"/>
          </p:cNvSpPr>
          <p:nvPr>
            <p:ph type="title"/>
          </p:nvPr>
        </p:nvSpPr>
        <p:spPr>
          <a:xfrm>
            <a:off x="2141119" y="3139369"/>
            <a:ext cx="5419185" cy="895350"/>
          </a:xfrm>
        </p:spPr>
        <p:txBody>
          <a:bodyPr>
            <a:normAutofit/>
          </a:bodyPr>
          <a:lstStyle/>
          <a:p>
            <a:r>
              <a:rPr lang="zh-CN" altLang="en-US" sz="3200" dirty="0"/>
              <a:t>工作经历</a:t>
            </a:r>
          </a:p>
        </p:txBody>
      </p:sp>
      <p:sp>
        <p:nvSpPr>
          <p:cNvPr id="9" name="iŝ1ïdè">
            <a:extLst>
              <a:ext uri="{FF2B5EF4-FFF2-40B4-BE49-F238E27FC236}">
                <a16:creationId xmlns:a16="http://schemas.microsoft.com/office/drawing/2014/main" id="{8EE9891F-EE0E-DFCC-0863-5C2E53FA0945}"/>
              </a:ext>
            </a:extLst>
          </p:cNvPr>
          <p:cNvSpPr txBox="1"/>
          <p:nvPr/>
        </p:nvSpPr>
        <p:spPr>
          <a:xfrm>
            <a:off x="990884" y="3507599"/>
            <a:ext cx="901523" cy="814030"/>
          </a:xfrm>
          <a:prstGeom prst="rect">
            <a:avLst/>
          </a:prstGeom>
          <a:noFill/>
          <a:ln w="117475">
            <a:noFill/>
          </a:ln>
        </p:spPr>
        <p:txBody>
          <a:bodyPr wrap="none" rtlCol="0">
            <a:prstTxWarp prst="textPlain">
              <a:avLst/>
            </a:prstTxWarp>
            <a:spAutoFit/>
          </a:bodyPr>
          <a:lstStyle/>
          <a:p>
            <a:r>
              <a:rPr lang="en-US" altLang="zh-CN" b="1" spc="-150" dirty="0">
                <a:solidFill>
                  <a:schemeClr val="accent1"/>
                </a:solidFill>
                <a:latin typeface="+mj-ea"/>
                <a:ea typeface="+mj-ea"/>
                <a:cs typeface="Arial" panose="020B0604020202020204" pitchFamily="34" charset="0"/>
              </a:rPr>
              <a:t>02</a:t>
            </a:r>
            <a:endParaRPr lang="zh-CN" altLang="en-US" b="1" spc="-150" dirty="0">
              <a:solidFill>
                <a:schemeClr val="accent1"/>
              </a:solidFill>
              <a:latin typeface="+mj-ea"/>
              <a:ea typeface="+mj-ea"/>
              <a:cs typeface="Arial" panose="020B0604020202020204" pitchFamily="34" charset="0"/>
            </a:endParaRPr>
          </a:p>
        </p:txBody>
      </p:sp>
    </p:spTree>
    <p:extLst>
      <p:ext uri="{BB962C8B-B14F-4D97-AF65-F5344CB8AC3E}">
        <p14:creationId xmlns:p14="http://schemas.microsoft.com/office/powerpoint/2010/main" val="30350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išḷídê">
          <a:extLst>
            <a:ext uri="{FF2B5EF4-FFF2-40B4-BE49-F238E27FC236}">
              <a16:creationId xmlns:a16="http://schemas.microsoft.com/office/drawing/2014/main" id="{93ABF037-C36B-FA28-BB1A-14F3222ED738}"/>
            </a:ext>
          </a:extLst>
        </p:cNvPr>
        <p:cNvGrpSpPr/>
        <p:nvPr/>
      </p:nvGrpSpPr>
      <p:grpSpPr>
        <a:xfrm>
          <a:off x="0" y="0"/>
          <a:ext cx="0" cy="0"/>
          <a:chOff x="0" y="0"/>
          <a:chExt cx="0" cy="0"/>
        </a:xfrm>
      </p:grpSpPr>
      <p:grpSp>
        <p:nvGrpSpPr>
          <p:cNvPr id="11" name="íṥlîd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22A54D45-9722-6958-1BBF-E5FBD9F71182}"/>
              </a:ext>
            </a:extLst>
          </p:cNvPr>
          <p:cNvGrpSpPr>
            <a:grpSpLocks noChangeAspect="1"/>
          </p:cNvGrpSpPr>
          <p:nvPr>
            <p:custDataLst>
              <p:tags r:id="rId1"/>
            </p:custDataLst>
          </p:nvPr>
        </p:nvGrpSpPr>
        <p:grpSpPr>
          <a:xfrm>
            <a:off x="664866" y="1046801"/>
            <a:ext cx="10491592" cy="5050945"/>
            <a:chOff x="1071716" y="1247323"/>
            <a:chExt cx="10048568" cy="4837661"/>
          </a:xfrm>
          <a:solidFill>
            <a:schemeClr val="bg2">
              <a:alpha val="33000"/>
            </a:schemeClr>
          </a:solidFill>
        </p:grpSpPr>
        <p:sp>
          <p:nvSpPr>
            <p:cNvPr id="12" name="iṧ1ide">
              <a:extLst>
                <a:ext uri="{FF2B5EF4-FFF2-40B4-BE49-F238E27FC236}">
                  <a16:creationId xmlns:a16="http://schemas.microsoft.com/office/drawing/2014/main" id="{294D4B2E-2411-F348-0D04-8592FF3DB486}"/>
                </a:ext>
              </a:extLst>
            </p:cNvPr>
            <p:cNvSpPr/>
            <p:nvPr/>
          </p:nvSpPr>
          <p:spPr>
            <a:xfrm>
              <a:off x="1071716" y="1560254"/>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grpFill/>
            <a:ln w="25400" cap="flat">
              <a:noFill/>
              <a:prstDash val="solid"/>
              <a:miter lim="400000"/>
            </a:ln>
            <a:effectLst/>
          </p:spPr>
          <p:txBody>
            <a:bodyPr anchor="ctr"/>
            <a:lstStyle/>
            <a:p>
              <a:pPr algn="ctr"/>
              <a:endParaRPr/>
            </a:p>
          </p:txBody>
        </p:sp>
        <p:sp>
          <p:nvSpPr>
            <p:cNvPr id="13" name="iṡlîdè">
              <a:extLst>
                <a:ext uri="{FF2B5EF4-FFF2-40B4-BE49-F238E27FC236}">
                  <a16:creationId xmlns:a16="http://schemas.microsoft.com/office/drawing/2014/main" id="{1ABAB3CD-1203-85E4-620B-DF732F5907CC}"/>
                </a:ext>
              </a:extLst>
            </p:cNvPr>
            <p:cNvSpPr/>
            <p:nvPr/>
          </p:nvSpPr>
          <p:spPr>
            <a:xfrm>
              <a:off x="2659645" y="1473576"/>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grpFill/>
            <a:ln w="25400" cap="flat">
              <a:noFill/>
              <a:prstDash val="solid"/>
              <a:miter lim="400000"/>
            </a:ln>
            <a:effectLst/>
          </p:spPr>
          <p:txBody>
            <a:bodyPr anchor="ctr"/>
            <a:lstStyle/>
            <a:p>
              <a:pPr algn="ctr"/>
              <a:endParaRPr/>
            </a:p>
          </p:txBody>
        </p:sp>
        <p:sp>
          <p:nvSpPr>
            <p:cNvPr id="14" name="íşḷídé">
              <a:extLst>
                <a:ext uri="{FF2B5EF4-FFF2-40B4-BE49-F238E27FC236}">
                  <a16:creationId xmlns:a16="http://schemas.microsoft.com/office/drawing/2014/main" id="{6447300C-4A18-EA2E-5CE2-BD17F40ED85C}"/>
                </a:ext>
              </a:extLst>
            </p:cNvPr>
            <p:cNvSpPr/>
            <p:nvPr/>
          </p:nvSpPr>
          <p:spPr>
            <a:xfrm>
              <a:off x="3184375" y="1615331"/>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grpFill/>
            <a:ln w="25400" cap="flat">
              <a:noFill/>
              <a:prstDash val="solid"/>
              <a:miter lim="400000"/>
            </a:ln>
            <a:effectLst/>
          </p:spPr>
          <p:txBody>
            <a:bodyPr anchor="ctr"/>
            <a:lstStyle/>
            <a:p>
              <a:pPr algn="ctr"/>
              <a:endParaRPr/>
            </a:p>
          </p:txBody>
        </p:sp>
        <p:sp>
          <p:nvSpPr>
            <p:cNvPr id="15" name="í$ľïdê">
              <a:extLst>
                <a:ext uri="{FF2B5EF4-FFF2-40B4-BE49-F238E27FC236}">
                  <a16:creationId xmlns:a16="http://schemas.microsoft.com/office/drawing/2014/main" id="{6B6A4E30-652B-DEF8-6876-019E0E55B477}"/>
                </a:ext>
              </a:extLst>
            </p:cNvPr>
            <p:cNvSpPr/>
            <p:nvPr/>
          </p:nvSpPr>
          <p:spPr>
            <a:xfrm>
              <a:off x="3215588" y="1484505"/>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grpFill/>
            <a:ln w="25400" cap="flat">
              <a:noFill/>
              <a:prstDash val="solid"/>
              <a:miter lim="400000"/>
            </a:ln>
            <a:effectLst/>
          </p:spPr>
          <p:txBody>
            <a:bodyPr anchor="ctr"/>
            <a:lstStyle/>
            <a:p>
              <a:pPr algn="ctr"/>
              <a:endParaRPr/>
            </a:p>
          </p:txBody>
        </p:sp>
        <p:sp>
          <p:nvSpPr>
            <p:cNvPr id="16" name="íṣļîḑe">
              <a:extLst>
                <a:ext uri="{FF2B5EF4-FFF2-40B4-BE49-F238E27FC236}">
                  <a16:creationId xmlns:a16="http://schemas.microsoft.com/office/drawing/2014/main" id="{93ADFE1D-5340-C6F9-F8A0-F92649E41E72}"/>
                </a:ext>
              </a:extLst>
            </p:cNvPr>
            <p:cNvSpPr/>
            <p:nvPr/>
          </p:nvSpPr>
          <p:spPr>
            <a:xfrm>
              <a:off x="3377772" y="1484037"/>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grpFill/>
            <a:ln w="25400" cap="flat">
              <a:noFill/>
              <a:prstDash val="solid"/>
              <a:miter lim="400000"/>
            </a:ln>
            <a:effectLst/>
          </p:spPr>
          <p:txBody>
            <a:bodyPr anchor="ctr"/>
            <a:lstStyle/>
            <a:p>
              <a:pPr algn="ctr"/>
              <a:endParaRPr/>
            </a:p>
          </p:txBody>
        </p:sp>
        <p:sp>
          <p:nvSpPr>
            <p:cNvPr id="17" name="ïṥ1ïḑé">
              <a:extLst>
                <a:ext uri="{FF2B5EF4-FFF2-40B4-BE49-F238E27FC236}">
                  <a16:creationId xmlns:a16="http://schemas.microsoft.com/office/drawing/2014/main" id="{C1756619-3852-1126-43F4-C746F7E6510D}"/>
                </a:ext>
              </a:extLst>
            </p:cNvPr>
            <p:cNvSpPr/>
            <p:nvPr/>
          </p:nvSpPr>
          <p:spPr>
            <a:xfrm>
              <a:off x="3537340" y="1418200"/>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grpFill/>
            <a:ln w="25400" cap="flat">
              <a:noFill/>
              <a:prstDash val="solid"/>
              <a:miter lim="400000"/>
            </a:ln>
            <a:effectLst/>
          </p:spPr>
          <p:txBody>
            <a:bodyPr anchor="ctr"/>
            <a:lstStyle/>
            <a:p>
              <a:pPr algn="ctr"/>
              <a:endParaRPr/>
            </a:p>
          </p:txBody>
        </p:sp>
        <p:sp>
          <p:nvSpPr>
            <p:cNvPr id="18" name="îşḻiḑe">
              <a:extLst>
                <a:ext uri="{FF2B5EF4-FFF2-40B4-BE49-F238E27FC236}">
                  <a16:creationId xmlns:a16="http://schemas.microsoft.com/office/drawing/2014/main" id="{A6048351-E703-1BDF-824E-55429236FC73}"/>
                </a:ext>
              </a:extLst>
            </p:cNvPr>
            <p:cNvSpPr/>
            <p:nvPr/>
          </p:nvSpPr>
          <p:spPr>
            <a:xfrm>
              <a:off x="3672980" y="1247323"/>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grpFill/>
            <a:ln w="25400" cap="flat">
              <a:noFill/>
              <a:prstDash val="solid"/>
              <a:miter lim="400000"/>
            </a:ln>
            <a:effectLst/>
          </p:spPr>
          <p:txBody>
            <a:bodyPr anchor="ctr"/>
            <a:lstStyle/>
            <a:p>
              <a:pPr algn="ctr"/>
              <a:endParaRPr/>
            </a:p>
          </p:txBody>
        </p:sp>
        <p:sp>
          <p:nvSpPr>
            <p:cNvPr id="19" name="îṥḻíďe">
              <a:extLst>
                <a:ext uri="{FF2B5EF4-FFF2-40B4-BE49-F238E27FC236}">
                  <a16:creationId xmlns:a16="http://schemas.microsoft.com/office/drawing/2014/main" id="{C952A1AD-E125-A7C5-42FB-04FD75025719}"/>
                </a:ext>
              </a:extLst>
            </p:cNvPr>
            <p:cNvSpPr/>
            <p:nvPr/>
          </p:nvSpPr>
          <p:spPr>
            <a:xfrm>
              <a:off x="4072085" y="1252852"/>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grpFill/>
            <a:ln w="25400" cap="flat">
              <a:noFill/>
              <a:prstDash val="solid"/>
              <a:miter lim="400000"/>
            </a:ln>
            <a:effectLst/>
          </p:spPr>
          <p:txBody>
            <a:bodyPr anchor="ctr"/>
            <a:lstStyle/>
            <a:p>
              <a:pPr algn="ctr"/>
              <a:endParaRPr/>
            </a:p>
          </p:txBody>
        </p:sp>
        <p:sp>
          <p:nvSpPr>
            <p:cNvPr id="20" name="işľîḋê">
              <a:extLst>
                <a:ext uri="{FF2B5EF4-FFF2-40B4-BE49-F238E27FC236}">
                  <a16:creationId xmlns:a16="http://schemas.microsoft.com/office/drawing/2014/main" id="{98833FD7-B927-0C48-53D2-35862C690A48}"/>
                </a:ext>
              </a:extLst>
            </p:cNvPr>
            <p:cNvSpPr/>
            <p:nvPr/>
          </p:nvSpPr>
          <p:spPr>
            <a:xfrm>
              <a:off x="3479660" y="1494826"/>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grpFill/>
            <a:ln w="25400" cap="flat">
              <a:noFill/>
              <a:prstDash val="solid"/>
              <a:miter lim="400000"/>
            </a:ln>
            <a:effectLst/>
          </p:spPr>
          <p:txBody>
            <a:bodyPr anchor="ctr"/>
            <a:lstStyle/>
            <a:p>
              <a:pPr algn="ctr"/>
              <a:endParaRPr/>
            </a:p>
          </p:txBody>
        </p:sp>
        <p:sp>
          <p:nvSpPr>
            <p:cNvPr id="21" name="îśḷíďè">
              <a:extLst>
                <a:ext uri="{FF2B5EF4-FFF2-40B4-BE49-F238E27FC236}">
                  <a16:creationId xmlns:a16="http://schemas.microsoft.com/office/drawing/2014/main" id="{2A1F04D5-DAAF-F9EC-AA76-1912323A9A0B}"/>
                </a:ext>
              </a:extLst>
            </p:cNvPr>
            <p:cNvSpPr/>
            <p:nvPr/>
          </p:nvSpPr>
          <p:spPr>
            <a:xfrm>
              <a:off x="3367978" y="1754955"/>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grpFill/>
            <a:ln w="25400" cap="flat">
              <a:noFill/>
              <a:prstDash val="solid"/>
              <a:miter lim="400000"/>
            </a:ln>
            <a:effectLst/>
          </p:spPr>
          <p:txBody>
            <a:bodyPr anchor="ctr"/>
            <a:lstStyle/>
            <a:p>
              <a:pPr algn="ctr"/>
              <a:endParaRPr/>
            </a:p>
          </p:txBody>
        </p:sp>
        <p:sp>
          <p:nvSpPr>
            <p:cNvPr id="22" name="îṥḷiḓè">
              <a:extLst>
                <a:ext uri="{FF2B5EF4-FFF2-40B4-BE49-F238E27FC236}">
                  <a16:creationId xmlns:a16="http://schemas.microsoft.com/office/drawing/2014/main" id="{F310B1FD-82BF-9B0A-431D-1D10E188CC2D}"/>
                </a:ext>
              </a:extLst>
            </p:cNvPr>
            <p:cNvSpPr/>
            <p:nvPr/>
          </p:nvSpPr>
          <p:spPr>
            <a:xfrm>
              <a:off x="3798219" y="2232769"/>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grpFill/>
            <a:ln w="25400" cap="flat">
              <a:noFill/>
              <a:prstDash val="solid"/>
              <a:miter lim="400000"/>
            </a:ln>
            <a:effectLst/>
          </p:spPr>
          <p:txBody>
            <a:bodyPr anchor="ctr"/>
            <a:lstStyle/>
            <a:p>
              <a:pPr algn="ctr"/>
              <a:endParaRPr/>
            </a:p>
          </p:txBody>
        </p:sp>
        <p:sp>
          <p:nvSpPr>
            <p:cNvPr id="23" name="iṥliďe">
              <a:extLst>
                <a:ext uri="{FF2B5EF4-FFF2-40B4-BE49-F238E27FC236}">
                  <a16:creationId xmlns:a16="http://schemas.microsoft.com/office/drawing/2014/main" id="{B5CFF700-17D5-E9A9-F558-3860D766C913}"/>
                </a:ext>
              </a:extLst>
            </p:cNvPr>
            <p:cNvSpPr/>
            <p:nvPr/>
          </p:nvSpPr>
          <p:spPr>
            <a:xfrm>
              <a:off x="3443720" y="2870076"/>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grpFill/>
            <a:ln w="25400" cap="flat">
              <a:noFill/>
              <a:prstDash val="solid"/>
              <a:miter lim="400000"/>
            </a:ln>
            <a:effectLst/>
          </p:spPr>
          <p:txBody>
            <a:bodyPr anchor="ctr"/>
            <a:lstStyle/>
            <a:p>
              <a:pPr algn="ctr"/>
              <a:endParaRPr/>
            </a:p>
          </p:txBody>
        </p:sp>
        <p:sp>
          <p:nvSpPr>
            <p:cNvPr id="24" name="î$ļídé">
              <a:extLst>
                <a:ext uri="{FF2B5EF4-FFF2-40B4-BE49-F238E27FC236}">
                  <a16:creationId xmlns:a16="http://schemas.microsoft.com/office/drawing/2014/main" id="{553E15B6-4B97-2493-7B73-8B3A4C0FAD53}"/>
                </a:ext>
              </a:extLst>
            </p:cNvPr>
            <p:cNvSpPr/>
            <p:nvPr/>
          </p:nvSpPr>
          <p:spPr>
            <a:xfrm>
              <a:off x="2721842" y="3238975"/>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grpFill/>
            <a:ln w="25400" cap="flat">
              <a:noFill/>
              <a:prstDash val="solid"/>
              <a:miter lim="400000"/>
            </a:ln>
            <a:effectLst/>
          </p:spPr>
          <p:txBody>
            <a:bodyPr anchor="ctr"/>
            <a:lstStyle/>
            <a:p>
              <a:pPr algn="ctr"/>
              <a:endParaRPr/>
            </a:p>
          </p:txBody>
        </p:sp>
        <p:sp>
          <p:nvSpPr>
            <p:cNvPr id="25" name="ïşļíḍé">
              <a:extLst>
                <a:ext uri="{FF2B5EF4-FFF2-40B4-BE49-F238E27FC236}">
                  <a16:creationId xmlns:a16="http://schemas.microsoft.com/office/drawing/2014/main" id="{AEF77600-DDC9-F372-EA0E-CC1D5BA8FDD1}"/>
                </a:ext>
              </a:extLst>
            </p:cNvPr>
            <p:cNvSpPr/>
            <p:nvPr/>
          </p:nvSpPr>
          <p:spPr>
            <a:xfrm>
              <a:off x="3014633" y="3360630"/>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grpFill/>
            <a:ln w="25400" cap="flat">
              <a:noFill/>
              <a:prstDash val="solid"/>
              <a:miter lim="400000"/>
            </a:ln>
            <a:effectLst/>
          </p:spPr>
          <p:txBody>
            <a:bodyPr anchor="ctr"/>
            <a:lstStyle/>
            <a:p>
              <a:pPr algn="ctr"/>
              <a:endParaRPr/>
            </a:p>
          </p:txBody>
        </p:sp>
        <p:sp>
          <p:nvSpPr>
            <p:cNvPr id="26" name="î$líḋè">
              <a:extLst>
                <a:ext uri="{FF2B5EF4-FFF2-40B4-BE49-F238E27FC236}">
                  <a16:creationId xmlns:a16="http://schemas.microsoft.com/office/drawing/2014/main" id="{42718521-3A27-13DB-3F7A-4CD4198E8AEC}"/>
                </a:ext>
              </a:extLst>
            </p:cNvPr>
            <p:cNvSpPr/>
            <p:nvPr/>
          </p:nvSpPr>
          <p:spPr>
            <a:xfrm>
              <a:off x="2895033" y="3401778"/>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grpFill/>
            <a:ln w="25400" cap="flat">
              <a:noFill/>
              <a:prstDash val="solid"/>
              <a:miter lim="400000"/>
            </a:ln>
            <a:effectLst/>
          </p:spPr>
          <p:txBody>
            <a:bodyPr anchor="ctr"/>
            <a:lstStyle/>
            <a:p>
              <a:pPr algn="ctr"/>
              <a:endParaRPr/>
            </a:p>
          </p:txBody>
        </p:sp>
        <p:sp>
          <p:nvSpPr>
            <p:cNvPr id="27" name="ï$1îḑe">
              <a:extLst>
                <a:ext uri="{FF2B5EF4-FFF2-40B4-BE49-F238E27FC236}">
                  <a16:creationId xmlns:a16="http://schemas.microsoft.com/office/drawing/2014/main" id="{1A35A729-15C8-C573-1FAB-ADA36743A949}"/>
                </a:ext>
              </a:extLst>
            </p:cNvPr>
            <p:cNvSpPr/>
            <p:nvPr/>
          </p:nvSpPr>
          <p:spPr>
            <a:xfrm>
              <a:off x="3271035" y="3400703"/>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grpFill/>
            <a:ln w="25400" cap="flat">
              <a:noFill/>
              <a:prstDash val="solid"/>
              <a:miter lim="400000"/>
            </a:ln>
            <a:effectLst/>
          </p:spPr>
          <p:txBody>
            <a:bodyPr anchor="ctr"/>
            <a:lstStyle/>
            <a:p>
              <a:pPr algn="ctr"/>
              <a:endParaRPr/>
            </a:p>
          </p:txBody>
        </p:sp>
        <p:sp>
          <p:nvSpPr>
            <p:cNvPr id="28" name="iṥḻíḋè">
              <a:extLst>
                <a:ext uri="{FF2B5EF4-FFF2-40B4-BE49-F238E27FC236}">
                  <a16:creationId xmlns:a16="http://schemas.microsoft.com/office/drawing/2014/main" id="{11D2AF6A-2AA1-F860-6F88-363EE926A9F3}"/>
                </a:ext>
              </a:extLst>
            </p:cNvPr>
            <p:cNvSpPr/>
            <p:nvPr/>
          </p:nvSpPr>
          <p:spPr>
            <a:xfrm>
              <a:off x="3099915" y="3243765"/>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grpFill/>
            <a:ln w="25400" cap="flat">
              <a:noFill/>
              <a:prstDash val="solid"/>
              <a:miter lim="400000"/>
            </a:ln>
            <a:effectLst/>
          </p:spPr>
          <p:txBody>
            <a:bodyPr anchor="ctr"/>
            <a:lstStyle/>
            <a:p>
              <a:pPr algn="ctr"/>
              <a:endParaRPr/>
            </a:p>
          </p:txBody>
        </p:sp>
        <p:sp>
          <p:nvSpPr>
            <p:cNvPr id="29" name="ïš1íde">
              <a:extLst>
                <a:ext uri="{FF2B5EF4-FFF2-40B4-BE49-F238E27FC236}">
                  <a16:creationId xmlns:a16="http://schemas.microsoft.com/office/drawing/2014/main" id="{07AA4828-EE87-0860-0B58-16537A9F4012}"/>
                </a:ext>
              </a:extLst>
            </p:cNvPr>
            <p:cNvSpPr/>
            <p:nvPr/>
          </p:nvSpPr>
          <p:spPr>
            <a:xfrm>
              <a:off x="3040202" y="3273501"/>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grpFill/>
            <a:ln w="25400" cap="flat">
              <a:noFill/>
              <a:prstDash val="solid"/>
              <a:miter lim="400000"/>
            </a:ln>
            <a:effectLst/>
          </p:spPr>
          <p:txBody>
            <a:bodyPr anchor="ctr"/>
            <a:lstStyle/>
            <a:p>
              <a:pPr algn="ctr"/>
              <a:endParaRPr/>
            </a:p>
          </p:txBody>
        </p:sp>
        <p:sp>
          <p:nvSpPr>
            <p:cNvPr id="30" name="isliḋê">
              <a:extLst>
                <a:ext uri="{FF2B5EF4-FFF2-40B4-BE49-F238E27FC236}">
                  <a16:creationId xmlns:a16="http://schemas.microsoft.com/office/drawing/2014/main" id="{2C811B4C-05A3-FD70-7CD9-DD72CF737B5B}"/>
                </a:ext>
              </a:extLst>
            </p:cNvPr>
            <p:cNvSpPr/>
            <p:nvPr/>
          </p:nvSpPr>
          <p:spPr>
            <a:xfrm>
              <a:off x="2935381" y="3141153"/>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grpFill/>
            <a:ln w="25400" cap="flat">
              <a:noFill/>
              <a:prstDash val="solid"/>
              <a:miter lim="400000"/>
            </a:ln>
            <a:effectLst/>
          </p:spPr>
          <p:txBody>
            <a:bodyPr anchor="ctr"/>
            <a:lstStyle/>
            <a:p>
              <a:pPr algn="ctr"/>
              <a:endParaRPr/>
            </a:p>
          </p:txBody>
        </p:sp>
        <p:sp>
          <p:nvSpPr>
            <p:cNvPr id="31" name="îs1iḍè">
              <a:extLst>
                <a:ext uri="{FF2B5EF4-FFF2-40B4-BE49-F238E27FC236}">
                  <a16:creationId xmlns:a16="http://schemas.microsoft.com/office/drawing/2014/main" id="{2260E1F4-7138-0589-F7E8-2CFC26C82D2C}"/>
                </a:ext>
              </a:extLst>
            </p:cNvPr>
            <p:cNvSpPr/>
            <p:nvPr/>
          </p:nvSpPr>
          <p:spPr>
            <a:xfrm>
              <a:off x="2937717" y="3092070"/>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grpFill/>
            <a:ln w="25400" cap="flat">
              <a:noFill/>
              <a:prstDash val="solid"/>
              <a:miter lim="400000"/>
            </a:ln>
            <a:effectLst/>
          </p:spPr>
          <p:txBody>
            <a:bodyPr anchor="ctr"/>
            <a:lstStyle/>
            <a:p>
              <a:pPr algn="ctr"/>
              <a:endParaRPr/>
            </a:p>
          </p:txBody>
        </p:sp>
        <p:sp>
          <p:nvSpPr>
            <p:cNvPr id="32" name="iṧlïḍé">
              <a:extLst>
                <a:ext uri="{FF2B5EF4-FFF2-40B4-BE49-F238E27FC236}">
                  <a16:creationId xmlns:a16="http://schemas.microsoft.com/office/drawing/2014/main" id="{B9B194C2-2F35-5D2F-130C-900D0079EB2A}"/>
                </a:ext>
              </a:extLst>
            </p:cNvPr>
            <p:cNvSpPr/>
            <p:nvPr/>
          </p:nvSpPr>
          <p:spPr>
            <a:xfrm>
              <a:off x="2983567" y="3093648"/>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grpFill/>
            <a:ln w="25400" cap="flat">
              <a:noFill/>
              <a:prstDash val="solid"/>
              <a:miter lim="400000"/>
            </a:ln>
            <a:effectLst/>
          </p:spPr>
          <p:txBody>
            <a:bodyPr anchor="ctr"/>
            <a:lstStyle/>
            <a:p>
              <a:pPr algn="ctr"/>
              <a:endParaRPr/>
            </a:p>
          </p:txBody>
        </p:sp>
        <p:sp>
          <p:nvSpPr>
            <p:cNvPr id="33" name="iSļîḋé">
              <a:extLst>
                <a:ext uri="{FF2B5EF4-FFF2-40B4-BE49-F238E27FC236}">
                  <a16:creationId xmlns:a16="http://schemas.microsoft.com/office/drawing/2014/main" id="{E95F3F30-D0EC-82F5-D51D-AB619644CA75}"/>
                </a:ext>
              </a:extLst>
            </p:cNvPr>
            <p:cNvSpPr/>
            <p:nvPr/>
          </p:nvSpPr>
          <p:spPr>
            <a:xfrm>
              <a:off x="2959952" y="3134535"/>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grpFill/>
            <a:ln w="25400" cap="flat">
              <a:noFill/>
              <a:prstDash val="solid"/>
              <a:miter lim="400000"/>
            </a:ln>
            <a:effectLst/>
          </p:spPr>
          <p:txBody>
            <a:bodyPr anchor="ctr"/>
            <a:lstStyle/>
            <a:p>
              <a:pPr algn="ctr"/>
              <a:endParaRPr/>
            </a:p>
          </p:txBody>
        </p:sp>
        <p:sp>
          <p:nvSpPr>
            <p:cNvPr id="34" name="îṥḷíḑé">
              <a:extLst>
                <a:ext uri="{FF2B5EF4-FFF2-40B4-BE49-F238E27FC236}">
                  <a16:creationId xmlns:a16="http://schemas.microsoft.com/office/drawing/2014/main" id="{E6DB54DA-00A7-C5D3-55AE-94B5B8D93E91}"/>
                </a:ext>
              </a:extLst>
            </p:cNvPr>
            <p:cNvSpPr/>
            <p:nvPr/>
          </p:nvSpPr>
          <p:spPr>
            <a:xfrm>
              <a:off x="3029817" y="3184357"/>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grpFill/>
            <a:ln w="25400" cap="flat">
              <a:noFill/>
              <a:prstDash val="solid"/>
              <a:miter lim="400000"/>
            </a:ln>
            <a:effectLst/>
          </p:spPr>
          <p:txBody>
            <a:bodyPr anchor="ctr"/>
            <a:lstStyle/>
            <a:p>
              <a:pPr algn="ctr"/>
              <a:endParaRPr/>
            </a:p>
          </p:txBody>
        </p:sp>
        <p:sp>
          <p:nvSpPr>
            <p:cNvPr id="35" name="íṡ1ide">
              <a:extLst>
                <a:ext uri="{FF2B5EF4-FFF2-40B4-BE49-F238E27FC236}">
                  <a16:creationId xmlns:a16="http://schemas.microsoft.com/office/drawing/2014/main" id="{152C1384-530D-B424-994F-7F22184C57C8}"/>
                </a:ext>
              </a:extLst>
            </p:cNvPr>
            <p:cNvSpPr/>
            <p:nvPr/>
          </p:nvSpPr>
          <p:spPr>
            <a:xfrm>
              <a:off x="3034154" y="3223970"/>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grpFill/>
            <a:ln w="25400" cap="flat">
              <a:noFill/>
              <a:prstDash val="solid"/>
              <a:miter lim="400000"/>
            </a:ln>
            <a:effectLst/>
          </p:spPr>
          <p:txBody>
            <a:bodyPr anchor="ctr"/>
            <a:lstStyle/>
            <a:p>
              <a:pPr algn="ctr"/>
              <a:endParaRPr/>
            </a:p>
          </p:txBody>
        </p:sp>
        <p:sp>
          <p:nvSpPr>
            <p:cNvPr id="36" name="iŝḻíḓé">
              <a:extLst>
                <a:ext uri="{FF2B5EF4-FFF2-40B4-BE49-F238E27FC236}">
                  <a16:creationId xmlns:a16="http://schemas.microsoft.com/office/drawing/2014/main" id="{FEF5FCE6-AB75-4092-2B2D-9D40E58FFDE4}"/>
                </a:ext>
              </a:extLst>
            </p:cNvPr>
            <p:cNvSpPr/>
            <p:nvPr/>
          </p:nvSpPr>
          <p:spPr>
            <a:xfrm>
              <a:off x="2785378" y="3359199"/>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grpFill/>
            <a:ln w="25400" cap="flat">
              <a:noFill/>
              <a:prstDash val="solid"/>
              <a:miter lim="400000"/>
            </a:ln>
            <a:effectLst/>
          </p:spPr>
          <p:txBody>
            <a:bodyPr anchor="ctr"/>
            <a:lstStyle/>
            <a:p>
              <a:pPr algn="ctr"/>
              <a:endParaRPr/>
            </a:p>
          </p:txBody>
        </p:sp>
        <p:sp>
          <p:nvSpPr>
            <p:cNvPr id="37" name="ïS1íḋè">
              <a:extLst>
                <a:ext uri="{FF2B5EF4-FFF2-40B4-BE49-F238E27FC236}">
                  <a16:creationId xmlns:a16="http://schemas.microsoft.com/office/drawing/2014/main" id="{638CD3BC-2D7D-87AB-1F03-C65B1A172243}"/>
                </a:ext>
              </a:extLst>
            </p:cNvPr>
            <p:cNvSpPr/>
            <p:nvPr/>
          </p:nvSpPr>
          <p:spPr>
            <a:xfrm>
              <a:off x="3344267" y="3394292"/>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grpFill/>
            <a:ln w="25400" cap="flat">
              <a:noFill/>
              <a:prstDash val="solid"/>
              <a:miter lim="400000"/>
            </a:ln>
            <a:effectLst/>
          </p:spPr>
          <p:txBody>
            <a:bodyPr anchor="ctr"/>
            <a:lstStyle/>
            <a:p>
              <a:pPr algn="ctr"/>
              <a:endParaRPr/>
            </a:p>
          </p:txBody>
        </p:sp>
        <p:sp>
          <p:nvSpPr>
            <p:cNvPr id="38" name="işļíḋê">
              <a:extLst>
                <a:ext uri="{FF2B5EF4-FFF2-40B4-BE49-F238E27FC236}">
                  <a16:creationId xmlns:a16="http://schemas.microsoft.com/office/drawing/2014/main" id="{164AE80B-CACE-003E-11E5-FB058FBA1B85}"/>
                </a:ext>
              </a:extLst>
            </p:cNvPr>
            <p:cNvSpPr/>
            <p:nvPr/>
          </p:nvSpPr>
          <p:spPr>
            <a:xfrm>
              <a:off x="3331641" y="3425859"/>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grpFill/>
            <a:ln w="25400" cap="flat">
              <a:noFill/>
              <a:prstDash val="solid"/>
              <a:miter lim="400000"/>
            </a:ln>
            <a:effectLst/>
          </p:spPr>
          <p:txBody>
            <a:bodyPr anchor="ctr"/>
            <a:lstStyle/>
            <a:p>
              <a:pPr algn="ctr"/>
              <a:endParaRPr/>
            </a:p>
          </p:txBody>
        </p:sp>
        <p:sp>
          <p:nvSpPr>
            <p:cNvPr id="39" name="îṥḻîḍê">
              <a:extLst>
                <a:ext uri="{FF2B5EF4-FFF2-40B4-BE49-F238E27FC236}">
                  <a16:creationId xmlns:a16="http://schemas.microsoft.com/office/drawing/2014/main" id="{211B02EA-3D4C-3703-C2DC-B6D87BC27C2D}"/>
                </a:ext>
              </a:extLst>
            </p:cNvPr>
            <p:cNvSpPr/>
            <p:nvPr/>
          </p:nvSpPr>
          <p:spPr>
            <a:xfrm>
              <a:off x="3393321" y="3447981"/>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grpFill/>
            <a:ln w="25400" cap="flat">
              <a:noFill/>
              <a:prstDash val="solid"/>
              <a:miter lim="400000"/>
            </a:ln>
            <a:effectLst/>
          </p:spPr>
          <p:txBody>
            <a:bodyPr anchor="ctr"/>
            <a:lstStyle/>
            <a:p>
              <a:pPr algn="ctr"/>
              <a:endParaRPr/>
            </a:p>
          </p:txBody>
        </p:sp>
        <p:sp>
          <p:nvSpPr>
            <p:cNvPr id="40" name="iṩļíḓe">
              <a:extLst>
                <a:ext uri="{FF2B5EF4-FFF2-40B4-BE49-F238E27FC236}">
                  <a16:creationId xmlns:a16="http://schemas.microsoft.com/office/drawing/2014/main" id="{607377A3-774A-B40D-D8EF-B10F6405D7FD}"/>
                </a:ext>
              </a:extLst>
            </p:cNvPr>
            <p:cNvSpPr/>
            <p:nvPr/>
          </p:nvSpPr>
          <p:spPr>
            <a:xfrm>
              <a:off x="3434240" y="3430336"/>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grpFill/>
            <a:ln w="25400" cap="flat">
              <a:noFill/>
              <a:prstDash val="solid"/>
              <a:miter lim="400000"/>
            </a:ln>
            <a:effectLst/>
          </p:spPr>
          <p:txBody>
            <a:bodyPr anchor="ctr"/>
            <a:lstStyle/>
            <a:p>
              <a:pPr algn="ctr"/>
              <a:endParaRPr/>
            </a:p>
          </p:txBody>
        </p:sp>
        <p:sp>
          <p:nvSpPr>
            <p:cNvPr id="41" name="íşḷiḓé">
              <a:extLst>
                <a:ext uri="{FF2B5EF4-FFF2-40B4-BE49-F238E27FC236}">
                  <a16:creationId xmlns:a16="http://schemas.microsoft.com/office/drawing/2014/main" id="{D73CBDEB-FB86-23F6-7560-B3BD894BCA05}"/>
                </a:ext>
              </a:extLst>
            </p:cNvPr>
            <p:cNvSpPr/>
            <p:nvPr/>
          </p:nvSpPr>
          <p:spPr>
            <a:xfrm>
              <a:off x="3386807" y="340124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grpFill/>
            <a:ln w="25400" cap="flat">
              <a:noFill/>
              <a:prstDash val="solid"/>
              <a:miter lim="400000"/>
            </a:ln>
            <a:effectLst/>
          </p:spPr>
          <p:txBody>
            <a:bodyPr anchor="ctr"/>
            <a:lstStyle/>
            <a:p>
              <a:pPr algn="ctr"/>
              <a:endParaRPr/>
            </a:p>
          </p:txBody>
        </p:sp>
        <p:sp>
          <p:nvSpPr>
            <p:cNvPr id="42" name="ïŝliḑe">
              <a:extLst>
                <a:ext uri="{FF2B5EF4-FFF2-40B4-BE49-F238E27FC236}">
                  <a16:creationId xmlns:a16="http://schemas.microsoft.com/office/drawing/2014/main" id="{6FEB7EB1-9EE2-EBEC-CAEB-2B91C44DFBAD}"/>
                </a:ext>
              </a:extLst>
            </p:cNvPr>
            <p:cNvSpPr/>
            <p:nvPr/>
          </p:nvSpPr>
          <p:spPr>
            <a:xfrm>
              <a:off x="3471329" y="3432447"/>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grpFill/>
            <a:ln w="25400" cap="flat">
              <a:noFill/>
              <a:prstDash val="solid"/>
              <a:miter lim="400000"/>
            </a:ln>
            <a:effectLst/>
          </p:spPr>
          <p:txBody>
            <a:bodyPr anchor="ctr"/>
            <a:lstStyle/>
            <a:p>
              <a:pPr algn="ctr"/>
              <a:endParaRPr/>
            </a:p>
          </p:txBody>
        </p:sp>
        <p:sp>
          <p:nvSpPr>
            <p:cNvPr id="43" name="îṡlídé">
              <a:extLst>
                <a:ext uri="{FF2B5EF4-FFF2-40B4-BE49-F238E27FC236}">
                  <a16:creationId xmlns:a16="http://schemas.microsoft.com/office/drawing/2014/main" id="{12C234B7-C965-2724-675C-40B12B3E804F}"/>
                </a:ext>
              </a:extLst>
            </p:cNvPr>
            <p:cNvSpPr/>
            <p:nvPr/>
          </p:nvSpPr>
          <p:spPr>
            <a:xfrm>
              <a:off x="3444546" y="347094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grpFill/>
            <a:ln w="25400" cap="flat">
              <a:noFill/>
              <a:prstDash val="solid"/>
              <a:miter lim="400000"/>
            </a:ln>
            <a:effectLst/>
          </p:spPr>
          <p:txBody>
            <a:bodyPr anchor="ctr"/>
            <a:lstStyle/>
            <a:p>
              <a:pPr algn="ctr"/>
              <a:endParaRPr/>
            </a:p>
          </p:txBody>
        </p:sp>
        <p:sp>
          <p:nvSpPr>
            <p:cNvPr id="44" name="iS1iḓé">
              <a:extLst>
                <a:ext uri="{FF2B5EF4-FFF2-40B4-BE49-F238E27FC236}">
                  <a16:creationId xmlns:a16="http://schemas.microsoft.com/office/drawing/2014/main" id="{EFFEA808-A647-27BF-C233-F49543A3EC1E}"/>
                </a:ext>
              </a:extLst>
            </p:cNvPr>
            <p:cNvSpPr/>
            <p:nvPr/>
          </p:nvSpPr>
          <p:spPr>
            <a:xfrm>
              <a:off x="3474836" y="3472701"/>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grpFill/>
            <a:ln w="25400" cap="flat">
              <a:noFill/>
              <a:prstDash val="solid"/>
              <a:miter lim="400000"/>
            </a:ln>
            <a:effectLst/>
          </p:spPr>
          <p:txBody>
            <a:bodyPr anchor="ctr"/>
            <a:lstStyle/>
            <a:p>
              <a:pPr algn="ctr"/>
              <a:endParaRPr/>
            </a:p>
          </p:txBody>
        </p:sp>
        <p:sp>
          <p:nvSpPr>
            <p:cNvPr id="45" name="iṥlidè">
              <a:extLst>
                <a:ext uri="{FF2B5EF4-FFF2-40B4-BE49-F238E27FC236}">
                  <a16:creationId xmlns:a16="http://schemas.microsoft.com/office/drawing/2014/main" id="{F3AD270A-0C4D-3E3E-EC0A-463FD10C35CA}"/>
                </a:ext>
              </a:extLst>
            </p:cNvPr>
            <p:cNvSpPr/>
            <p:nvPr/>
          </p:nvSpPr>
          <p:spPr>
            <a:xfrm>
              <a:off x="3486460" y="3511833"/>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grpFill/>
            <a:ln w="25400" cap="flat">
              <a:noFill/>
              <a:prstDash val="solid"/>
              <a:miter lim="400000"/>
            </a:ln>
            <a:effectLst/>
          </p:spPr>
          <p:txBody>
            <a:bodyPr anchor="ctr"/>
            <a:lstStyle/>
            <a:p>
              <a:pPr algn="ctr"/>
              <a:endParaRPr/>
            </a:p>
          </p:txBody>
        </p:sp>
        <p:sp>
          <p:nvSpPr>
            <p:cNvPr id="46" name="ïṥlïdè">
              <a:extLst>
                <a:ext uri="{FF2B5EF4-FFF2-40B4-BE49-F238E27FC236}">
                  <a16:creationId xmlns:a16="http://schemas.microsoft.com/office/drawing/2014/main" id="{4E3ED901-2098-D899-7A60-22B36157DF33}"/>
                </a:ext>
              </a:extLst>
            </p:cNvPr>
            <p:cNvSpPr/>
            <p:nvPr/>
          </p:nvSpPr>
          <p:spPr>
            <a:xfrm>
              <a:off x="3201743" y="3611230"/>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grpFill/>
            <a:ln w="25400" cap="flat">
              <a:noFill/>
              <a:prstDash val="solid"/>
              <a:miter lim="400000"/>
            </a:ln>
            <a:effectLst/>
          </p:spPr>
          <p:txBody>
            <a:bodyPr anchor="ctr"/>
            <a:lstStyle/>
            <a:p>
              <a:pPr algn="ctr"/>
              <a:endParaRPr/>
            </a:p>
          </p:txBody>
        </p:sp>
        <p:sp>
          <p:nvSpPr>
            <p:cNvPr id="47" name="ïşlïḓé">
              <a:extLst>
                <a:ext uri="{FF2B5EF4-FFF2-40B4-BE49-F238E27FC236}">
                  <a16:creationId xmlns:a16="http://schemas.microsoft.com/office/drawing/2014/main" id="{B8C1CE90-523B-FAAA-83A8-EAB71FC21A77}"/>
                </a:ext>
              </a:extLst>
            </p:cNvPr>
            <p:cNvSpPr/>
            <p:nvPr/>
          </p:nvSpPr>
          <p:spPr>
            <a:xfrm>
              <a:off x="3163762" y="3609243"/>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grpFill/>
            <a:ln w="25400" cap="flat">
              <a:noFill/>
              <a:prstDash val="solid"/>
              <a:miter lim="400000"/>
            </a:ln>
            <a:effectLst/>
          </p:spPr>
          <p:txBody>
            <a:bodyPr anchor="ctr"/>
            <a:lstStyle/>
            <a:p>
              <a:pPr algn="ctr"/>
              <a:endParaRPr/>
            </a:p>
          </p:txBody>
        </p:sp>
        <p:sp>
          <p:nvSpPr>
            <p:cNvPr id="48" name="ïṥḻïde">
              <a:extLst>
                <a:ext uri="{FF2B5EF4-FFF2-40B4-BE49-F238E27FC236}">
                  <a16:creationId xmlns:a16="http://schemas.microsoft.com/office/drawing/2014/main" id="{285C9F46-9EFB-E760-7651-50380FC19524}"/>
                </a:ext>
              </a:extLst>
            </p:cNvPr>
            <p:cNvSpPr/>
            <p:nvPr/>
          </p:nvSpPr>
          <p:spPr>
            <a:xfrm>
              <a:off x="3499270" y="3543405"/>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grpFill/>
            <a:ln w="25400" cap="flat">
              <a:noFill/>
              <a:prstDash val="solid"/>
              <a:miter lim="400000"/>
            </a:ln>
            <a:effectLst/>
          </p:spPr>
          <p:txBody>
            <a:bodyPr anchor="ctr"/>
            <a:lstStyle/>
            <a:p>
              <a:pPr algn="ctr"/>
              <a:endParaRPr/>
            </a:p>
          </p:txBody>
        </p:sp>
        <p:sp>
          <p:nvSpPr>
            <p:cNvPr id="49" name="íšľiḍé">
              <a:extLst>
                <a:ext uri="{FF2B5EF4-FFF2-40B4-BE49-F238E27FC236}">
                  <a16:creationId xmlns:a16="http://schemas.microsoft.com/office/drawing/2014/main" id="{A1153B49-4652-C24D-B0AB-132D6FB0352A}"/>
                </a:ext>
              </a:extLst>
            </p:cNvPr>
            <p:cNvSpPr/>
            <p:nvPr/>
          </p:nvSpPr>
          <p:spPr>
            <a:xfrm>
              <a:off x="3477190" y="3573359"/>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grpFill/>
            <a:ln w="25400" cap="flat">
              <a:noFill/>
              <a:prstDash val="solid"/>
              <a:miter lim="400000"/>
            </a:ln>
            <a:effectLst/>
          </p:spPr>
          <p:txBody>
            <a:bodyPr anchor="ctr"/>
            <a:lstStyle/>
            <a:p>
              <a:pPr algn="ctr"/>
              <a:endParaRPr/>
            </a:p>
          </p:txBody>
        </p:sp>
        <p:sp>
          <p:nvSpPr>
            <p:cNvPr id="50" name="i$liďe">
              <a:extLst>
                <a:ext uri="{FF2B5EF4-FFF2-40B4-BE49-F238E27FC236}">
                  <a16:creationId xmlns:a16="http://schemas.microsoft.com/office/drawing/2014/main" id="{428EE15C-CA00-7F37-112E-367E708E83ED}"/>
                </a:ext>
              </a:extLst>
            </p:cNvPr>
            <p:cNvSpPr/>
            <p:nvPr/>
          </p:nvSpPr>
          <p:spPr>
            <a:xfrm>
              <a:off x="3463227" y="3603633"/>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grpFill/>
            <a:ln w="25400" cap="flat">
              <a:noFill/>
              <a:prstDash val="solid"/>
              <a:miter lim="400000"/>
            </a:ln>
            <a:effectLst/>
          </p:spPr>
          <p:txBody>
            <a:bodyPr anchor="ctr"/>
            <a:lstStyle/>
            <a:p>
              <a:pPr algn="ctr"/>
              <a:endParaRPr/>
            </a:p>
          </p:txBody>
        </p:sp>
        <p:sp>
          <p:nvSpPr>
            <p:cNvPr id="51" name="íṣļïde">
              <a:extLst>
                <a:ext uri="{FF2B5EF4-FFF2-40B4-BE49-F238E27FC236}">
                  <a16:creationId xmlns:a16="http://schemas.microsoft.com/office/drawing/2014/main" id="{6C513916-DE8A-073E-44D9-956C85E6E403}"/>
                </a:ext>
              </a:extLst>
            </p:cNvPr>
            <p:cNvSpPr/>
            <p:nvPr/>
          </p:nvSpPr>
          <p:spPr>
            <a:xfrm>
              <a:off x="3443086" y="3638761"/>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grpFill/>
            <a:ln w="25400" cap="flat">
              <a:noFill/>
              <a:prstDash val="solid"/>
              <a:miter lim="400000"/>
            </a:ln>
            <a:effectLst/>
          </p:spPr>
          <p:txBody>
            <a:bodyPr anchor="ctr"/>
            <a:lstStyle/>
            <a:p>
              <a:pPr algn="ctr"/>
              <a:endParaRPr/>
            </a:p>
          </p:txBody>
        </p:sp>
        <p:sp>
          <p:nvSpPr>
            <p:cNvPr id="52" name="ïŝlïḍe">
              <a:extLst>
                <a:ext uri="{FF2B5EF4-FFF2-40B4-BE49-F238E27FC236}">
                  <a16:creationId xmlns:a16="http://schemas.microsoft.com/office/drawing/2014/main" id="{FFDCC9DB-1388-6796-B956-752AF2BAE761}"/>
                </a:ext>
              </a:extLst>
            </p:cNvPr>
            <p:cNvSpPr/>
            <p:nvPr/>
          </p:nvSpPr>
          <p:spPr>
            <a:xfrm>
              <a:off x="3429659" y="3689387"/>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grpFill/>
            <a:ln w="25400" cap="flat">
              <a:noFill/>
              <a:prstDash val="solid"/>
              <a:miter lim="400000"/>
            </a:ln>
            <a:effectLst/>
          </p:spPr>
          <p:txBody>
            <a:bodyPr anchor="ctr"/>
            <a:lstStyle/>
            <a:p>
              <a:pPr algn="ctr"/>
              <a:endParaRPr/>
            </a:p>
          </p:txBody>
        </p:sp>
        <p:sp>
          <p:nvSpPr>
            <p:cNvPr id="53" name="íśľíḍe">
              <a:extLst>
                <a:ext uri="{FF2B5EF4-FFF2-40B4-BE49-F238E27FC236}">
                  <a16:creationId xmlns:a16="http://schemas.microsoft.com/office/drawing/2014/main" id="{403E8680-DAD9-4EAF-8D32-44CE1E403CE3}"/>
                </a:ext>
              </a:extLst>
            </p:cNvPr>
            <p:cNvSpPr/>
            <p:nvPr/>
          </p:nvSpPr>
          <p:spPr>
            <a:xfrm>
              <a:off x="3541688" y="3591732"/>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grpFill/>
            <a:ln w="25400" cap="flat">
              <a:noFill/>
              <a:prstDash val="solid"/>
              <a:miter lim="400000"/>
            </a:ln>
            <a:effectLst/>
          </p:spPr>
          <p:txBody>
            <a:bodyPr anchor="ctr"/>
            <a:lstStyle/>
            <a:p>
              <a:pPr algn="ctr"/>
              <a:endParaRPr/>
            </a:p>
          </p:txBody>
        </p:sp>
        <p:sp>
          <p:nvSpPr>
            <p:cNvPr id="54" name="îṡļiḑè">
              <a:extLst>
                <a:ext uri="{FF2B5EF4-FFF2-40B4-BE49-F238E27FC236}">
                  <a16:creationId xmlns:a16="http://schemas.microsoft.com/office/drawing/2014/main" id="{41425321-59D4-A285-723B-00433924AB43}"/>
                </a:ext>
              </a:extLst>
            </p:cNvPr>
            <p:cNvSpPr/>
            <p:nvPr/>
          </p:nvSpPr>
          <p:spPr>
            <a:xfrm>
              <a:off x="3470588" y="3663018"/>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grpFill/>
            <a:ln w="25400" cap="flat">
              <a:noFill/>
              <a:prstDash val="solid"/>
              <a:miter lim="400000"/>
            </a:ln>
            <a:effectLst/>
          </p:spPr>
          <p:txBody>
            <a:bodyPr anchor="ctr"/>
            <a:lstStyle/>
            <a:p>
              <a:pPr algn="ctr"/>
              <a:endParaRPr/>
            </a:p>
          </p:txBody>
        </p:sp>
        <p:sp>
          <p:nvSpPr>
            <p:cNvPr id="55" name="iş1îďê">
              <a:extLst>
                <a:ext uri="{FF2B5EF4-FFF2-40B4-BE49-F238E27FC236}">
                  <a16:creationId xmlns:a16="http://schemas.microsoft.com/office/drawing/2014/main" id="{A539650D-7892-E7D5-9D43-DED0AB270C8C}"/>
                </a:ext>
              </a:extLst>
            </p:cNvPr>
            <p:cNvSpPr/>
            <p:nvPr/>
          </p:nvSpPr>
          <p:spPr>
            <a:xfrm>
              <a:off x="1825926" y="2244407"/>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grpFill/>
            <a:ln w="25400" cap="flat">
              <a:noFill/>
              <a:prstDash val="solid"/>
              <a:miter lim="400000"/>
            </a:ln>
            <a:effectLst/>
          </p:spPr>
          <p:txBody>
            <a:bodyPr anchor="ctr"/>
            <a:lstStyle/>
            <a:p>
              <a:pPr algn="ctr"/>
              <a:endParaRPr/>
            </a:p>
          </p:txBody>
        </p:sp>
        <p:sp>
          <p:nvSpPr>
            <p:cNvPr id="56" name="iṣḻïḍe">
              <a:extLst>
                <a:ext uri="{FF2B5EF4-FFF2-40B4-BE49-F238E27FC236}">
                  <a16:creationId xmlns:a16="http://schemas.microsoft.com/office/drawing/2014/main" id="{36A14577-7613-E04E-E688-A2E585849B29}"/>
                </a:ext>
              </a:extLst>
            </p:cNvPr>
            <p:cNvSpPr/>
            <p:nvPr/>
          </p:nvSpPr>
          <p:spPr>
            <a:xfrm>
              <a:off x="1823323" y="2056804"/>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grpFill/>
            <a:ln w="25400" cap="flat">
              <a:noFill/>
              <a:prstDash val="solid"/>
              <a:miter lim="400000"/>
            </a:ln>
            <a:effectLst/>
          </p:spPr>
          <p:txBody>
            <a:bodyPr anchor="ctr"/>
            <a:lstStyle/>
            <a:p>
              <a:pPr algn="ctr"/>
              <a:endParaRPr/>
            </a:p>
          </p:txBody>
        </p:sp>
        <p:sp>
          <p:nvSpPr>
            <p:cNvPr id="57" name="išľïďè">
              <a:extLst>
                <a:ext uri="{FF2B5EF4-FFF2-40B4-BE49-F238E27FC236}">
                  <a16:creationId xmlns:a16="http://schemas.microsoft.com/office/drawing/2014/main" id="{73D1B785-E68A-ADFD-C36D-B553B58A10E8}"/>
                </a:ext>
              </a:extLst>
            </p:cNvPr>
            <p:cNvSpPr/>
            <p:nvPr/>
          </p:nvSpPr>
          <p:spPr>
            <a:xfrm>
              <a:off x="1819244" y="2000935"/>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grpFill/>
            <a:ln w="25400" cap="flat">
              <a:noFill/>
              <a:prstDash val="solid"/>
              <a:miter lim="400000"/>
            </a:ln>
            <a:effectLst/>
          </p:spPr>
          <p:txBody>
            <a:bodyPr anchor="ctr"/>
            <a:lstStyle/>
            <a:p>
              <a:pPr algn="ctr"/>
              <a:endParaRPr/>
            </a:p>
          </p:txBody>
        </p:sp>
        <p:sp>
          <p:nvSpPr>
            <p:cNvPr id="58" name="îṥľiḑe">
              <a:extLst>
                <a:ext uri="{FF2B5EF4-FFF2-40B4-BE49-F238E27FC236}">
                  <a16:creationId xmlns:a16="http://schemas.microsoft.com/office/drawing/2014/main" id="{9DA6D67A-0394-99DF-ED2F-A21D9865C437}"/>
                </a:ext>
              </a:extLst>
            </p:cNvPr>
            <p:cNvSpPr/>
            <p:nvPr/>
          </p:nvSpPr>
          <p:spPr>
            <a:xfrm>
              <a:off x="1856174" y="2020886"/>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grpFill/>
            <a:ln w="25400" cap="flat">
              <a:noFill/>
              <a:prstDash val="solid"/>
              <a:miter lim="400000"/>
            </a:ln>
            <a:effectLst/>
          </p:spPr>
          <p:txBody>
            <a:bodyPr anchor="ctr"/>
            <a:lstStyle/>
            <a:p>
              <a:pPr algn="ctr"/>
              <a:endParaRPr/>
            </a:p>
          </p:txBody>
        </p:sp>
        <p:sp>
          <p:nvSpPr>
            <p:cNvPr id="59" name="íṥḷiḑé">
              <a:extLst>
                <a:ext uri="{FF2B5EF4-FFF2-40B4-BE49-F238E27FC236}">
                  <a16:creationId xmlns:a16="http://schemas.microsoft.com/office/drawing/2014/main" id="{0144189C-F4B6-41BF-5C06-B8F7A1ADCA13}"/>
                </a:ext>
              </a:extLst>
            </p:cNvPr>
            <p:cNvSpPr/>
            <p:nvPr/>
          </p:nvSpPr>
          <p:spPr>
            <a:xfrm>
              <a:off x="1296107" y="1987859"/>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grpFill/>
            <a:ln w="25400" cap="flat">
              <a:noFill/>
              <a:prstDash val="solid"/>
              <a:miter lim="400000"/>
            </a:ln>
            <a:effectLst/>
          </p:spPr>
          <p:txBody>
            <a:bodyPr anchor="ctr"/>
            <a:lstStyle/>
            <a:p>
              <a:pPr algn="ctr"/>
              <a:endParaRPr/>
            </a:p>
          </p:txBody>
        </p:sp>
        <p:sp>
          <p:nvSpPr>
            <p:cNvPr id="60" name="î$1íďe">
              <a:extLst>
                <a:ext uri="{FF2B5EF4-FFF2-40B4-BE49-F238E27FC236}">
                  <a16:creationId xmlns:a16="http://schemas.microsoft.com/office/drawing/2014/main" id="{1B46AAD5-F438-9847-40D5-F2695541D99A}"/>
                </a:ext>
              </a:extLst>
            </p:cNvPr>
            <p:cNvSpPr/>
            <p:nvPr/>
          </p:nvSpPr>
          <p:spPr>
            <a:xfrm>
              <a:off x="2777576" y="3634434"/>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grpFill/>
            <a:ln w="25400" cap="flat">
              <a:noFill/>
              <a:prstDash val="solid"/>
              <a:miter lim="400000"/>
            </a:ln>
            <a:effectLst/>
          </p:spPr>
          <p:txBody>
            <a:bodyPr anchor="ctr"/>
            <a:lstStyle/>
            <a:p>
              <a:pPr algn="ctr"/>
              <a:endParaRPr/>
            </a:p>
          </p:txBody>
        </p:sp>
        <p:sp>
          <p:nvSpPr>
            <p:cNvPr id="61" name="i$ḷíḓê">
              <a:extLst>
                <a:ext uri="{FF2B5EF4-FFF2-40B4-BE49-F238E27FC236}">
                  <a16:creationId xmlns:a16="http://schemas.microsoft.com/office/drawing/2014/main" id="{4B9F252C-B0C7-1E6D-31CC-D7647BE022CC}"/>
                </a:ext>
              </a:extLst>
            </p:cNvPr>
            <p:cNvSpPr/>
            <p:nvPr/>
          </p:nvSpPr>
          <p:spPr>
            <a:xfrm>
              <a:off x="3559421" y="5995142"/>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grpFill/>
            <a:ln w="25400" cap="flat">
              <a:noFill/>
              <a:prstDash val="solid"/>
              <a:miter lim="400000"/>
            </a:ln>
            <a:effectLst/>
          </p:spPr>
          <p:txBody>
            <a:bodyPr anchor="ctr"/>
            <a:lstStyle/>
            <a:p>
              <a:pPr algn="ctr"/>
              <a:endParaRPr/>
            </a:p>
          </p:txBody>
        </p:sp>
        <p:sp>
          <p:nvSpPr>
            <p:cNvPr id="62" name="iṡḻíḍè">
              <a:extLst>
                <a:ext uri="{FF2B5EF4-FFF2-40B4-BE49-F238E27FC236}">
                  <a16:creationId xmlns:a16="http://schemas.microsoft.com/office/drawing/2014/main" id="{7C84DE76-77CD-C84D-C78F-ADDEB10BC8CE}"/>
                </a:ext>
              </a:extLst>
            </p:cNvPr>
            <p:cNvSpPr/>
            <p:nvPr/>
          </p:nvSpPr>
          <p:spPr>
            <a:xfrm>
              <a:off x="3768642" y="5937250"/>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grpFill/>
            <a:ln w="25400" cap="flat">
              <a:noFill/>
              <a:prstDash val="solid"/>
              <a:miter lim="400000"/>
            </a:ln>
            <a:effectLst/>
          </p:spPr>
          <p:txBody>
            <a:bodyPr anchor="ctr"/>
            <a:lstStyle/>
            <a:p>
              <a:pPr algn="ctr"/>
              <a:endParaRPr/>
            </a:p>
          </p:txBody>
        </p:sp>
        <p:sp>
          <p:nvSpPr>
            <p:cNvPr id="63" name="îŝľiḑe">
              <a:extLst>
                <a:ext uri="{FF2B5EF4-FFF2-40B4-BE49-F238E27FC236}">
                  <a16:creationId xmlns:a16="http://schemas.microsoft.com/office/drawing/2014/main" id="{1FD83832-7562-1994-7147-AAA9569FFE34}"/>
                </a:ext>
              </a:extLst>
            </p:cNvPr>
            <p:cNvSpPr/>
            <p:nvPr/>
          </p:nvSpPr>
          <p:spPr>
            <a:xfrm>
              <a:off x="4951705" y="2729160"/>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grpFill/>
            <a:ln w="25400" cap="flat">
              <a:noFill/>
              <a:prstDash val="solid"/>
              <a:miter lim="400000"/>
            </a:ln>
            <a:effectLst/>
          </p:spPr>
          <p:txBody>
            <a:bodyPr anchor="ctr"/>
            <a:lstStyle/>
            <a:p>
              <a:pPr algn="ctr"/>
              <a:endParaRPr/>
            </a:p>
          </p:txBody>
        </p:sp>
        <p:sp>
          <p:nvSpPr>
            <p:cNvPr id="64" name="ïṧľïḍè">
              <a:extLst>
                <a:ext uri="{FF2B5EF4-FFF2-40B4-BE49-F238E27FC236}">
                  <a16:creationId xmlns:a16="http://schemas.microsoft.com/office/drawing/2014/main" id="{AB0269C4-FDBA-FD37-68EE-879BB26A90B7}"/>
                </a:ext>
              </a:extLst>
            </p:cNvPr>
            <p:cNvSpPr/>
            <p:nvPr/>
          </p:nvSpPr>
          <p:spPr>
            <a:xfrm>
              <a:off x="7392962" y="4263491"/>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grpFill/>
            <a:ln w="25400" cap="flat">
              <a:noFill/>
              <a:prstDash val="solid"/>
              <a:miter lim="400000"/>
            </a:ln>
            <a:effectLst/>
          </p:spPr>
          <p:txBody>
            <a:bodyPr anchor="ctr"/>
            <a:lstStyle/>
            <a:p>
              <a:pPr algn="ctr"/>
              <a:endParaRPr/>
            </a:p>
          </p:txBody>
        </p:sp>
        <p:sp>
          <p:nvSpPr>
            <p:cNvPr id="65" name="is1íḋe">
              <a:extLst>
                <a:ext uri="{FF2B5EF4-FFF2-40B4-BE49-F238E27FC236}">
                  <a16:creationId xmlns:a16="http://schemas.microsoft.com/office/drawing/2014/main" id="{D55E7084-05E2-1565-A1EC-5F95B532FA5C}"/>
                </a:ext>
              </a:extLst>
            </p:cNvPr>
            <p:cNvSpPr/>
            <p:nvPr/>
          </p:nvSpPr>
          <p:spPr>
            <a:xfrm>
              <a:off x="6950702" y="4538501"/>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grpFill/>
            <a:ln w="25400" cap="flat">
              <a:noFill/>
              <a:prstDash val="solid"/>
              <a:miter lim="400000"/>
            </a:ln>
            <a:effectLst/>
          </p:spPr>
          <p:txBody>
            <a:bodyPr anchor="ctr"/>
            <a:lstStyle/>
            <a:p>
              <a:pPr algn="ctr"/>
              <a:endParaRPr/>
            </a:p>
          </p:txBody>
        </p:sp>
        <p:sp>
          <p:nvSpPr>
            <p:cNvPr id="66" name="ïṧ1íḓé">
              <a:extLst>
                <a:ext uri="{FF2B5EF4-FFF2-40B4-BE49-F238E27FC236}">
                  <a16:creationId xmlns:a16="http://schemas.microsoft.com/office/drawing/2014/main" id="{58E2BD71-964E-0E15-9233-F5BFB58AB59B}"/>
                </a:ext>
              </a:extLst>
            </p:cNvPr>
            <p:cNvSpPr/>
            <p:nvPr/>
          </p:nvSpPr>
          <p:spPr>
            <a:xfrm>
              <a:off x="7015877" y="4582107"/>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grpFill/>
            <a:ln w="25400" cap="flat">
              <a:noFill/>
              <a:prstDash val="solid"/>
              <a:miter lim="400000"/>
            </a:ln>
            <a:effectLst/>
          </p:spPr>
          <p:txBody>
            <a:bodyPr anchor="ctr"/>
            <a:lstStyle/>
            <a:p>
              <a:pPr algn="ctr"/>
              <a:endParaRPr/>
            </a:p>
          </p:txBody>
        </p:sp>
        <p:sp>
          <p:nvSpPr>
            <p:cNvPr id="67" name="î$ḷîde">
              <a:extLst>
                <a:ext uri="{FF2B5EF4-FFF2-40B4-BE49-F238E27FC236}">
                  <a16:creationId xmlns:a16="http://schemas.microsoft.com/office/drawing/2014/main" id="{CD24E227-E9B7-7B39-D1D4-8C165816557E}"/>
                </a:ext>
              </a:extLst>
            </p:cNvPr>
            <p:cNvSpPr/>
            <p:nvPr/>
          </p:nvSpPr>
          <p:spPr>
            <a:xfrm>
              <a:off x="6990181" y="4542570"/>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grpFill/>
            <a:ln w="25400" cap="flat">
              <a:noFill/>
              <a:prstDash val="solid"/>
              <a:miter lim="400000"/>
            </a:ln>
            <a:effectLst/>
          </p:spPr>
          <p:txBody>
            <a:bodyPr anchor="ctr"/>
            <a:lstStyle/>
            <a:p>
              <a:pPr algn="ctr"/>
              <a:endParaRPr/>
            </a:p>
          </p:txBody>
        </p:sp>
        <p:sp>
          <p:nvSpPr>
            <p:cNvPr id="68" name="íš1íḋê">
              <a:extLst>
                <a:ext uri="{FF2B5EF4-FFF2-40B4-BE49-F238E27FC236}">
                  <a16:creationId xmlns:a16="http://schemas.microsoft.com/office/drawing/2014/main" id="{F83F0E96-4B36-3E53-2313-C4DA353B8B26}"/>
                </a:ext>
              </a:extLst>
            </p:cNvPr>
            <p:cNvSpPr/>
            <p:nvPr/>
          </p:nvSpPr>
          <p:spPr>
            <a:xfrm>
              <a:off x="6964606" y="4555580"/>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grpFill/>
            <a:ln w="25400" cap="flat">
              <a:noFill/>
              <a:prstDash val="solid"/>
              <a:miter lim="400000"/>
            </a:ln>
            <a:effectLst/>
          </p:spPr>
          <p:txBody>
            <a:bodyPr anchor="ctr"/>
            <a:lstStyle/>
            <a:p>
              <a:pPr algn="ctr"/>
              <a:endParaRPr/>
            </a:p>
          </p:txBody>
        </p:sp>
        <p:sp>
          <p:nvSpPr>
            <p:cNvPr id="69" name="iṩļïḍe">
              <a:extLst>
                <a:ext uri="{FF2B5EF4-FFF2-40B4-BE49-F238E27FC236}">
                  <a16:creationId xmlns:a16="http://schemas.microsoft.com/office/drawing/2014/main" id="{364A7FA9-241C-627D-5A84-F62B2099AA69}"/>
                </a:ext>
              </a:extLst>
            </p:cNvPr>
            <p:cNvSpPr/>
            <p:nvPr/>
          </p:nvSpPr>
          <p:spPr>
            <a:xfrm>
              <a:off x="6946134" y="4515244"/>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grpFill/>
            <a:ln w="25400" cap="flat">
              <a:noFill/>
              <a:prstDash val="solid"/>
              <a:miter lim="400000"/>
            </a:ln>
            <a:effectLst/>
          </p:spPr>
          <p:txBody>
            <a:bodyPr anchor="ctr"/>
            <a:lstStyle/>
            <a:p>
              <a:pPr algn="ctr"/>
              <a:endParaRPr/>
            </a:p>
          </p:txBody>
        </p:sp>
        <p:sp>
          <p:nvSpPr>
            <p:cNvPr id="70" name="îSḻîḍé">
              <a:extLst>
                <a:ext uri="{FF2B5EF4-FFF2-40B4-BE49-F238E27FC236}">
                  <a16:creationId xmlns:a16="http://schemas.microsoft.com/office/drawing/2014/main" id="{E64C4EE4-790C-40D6-84C0-D12BFB1F517B}"/>
                </a:ext>
              </a:extLst>
            </p:cNvPr>
            <p:cNvSpPr/>
            <p:nvPr/>
          </p:nvSpPr>
          <p:spPr>
            <a:xfrm>
              <a:off x="7355849" y="4831107"/>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grpFill/>
            <a:ln w="25400" cap="flat">
              <a:noFill/>
              <a:prstDash val="solid"/>
              <a:miter lim="400000"/>
            </a:ln>
            <a:effectLst/>
          </p:spPr>
          <p:txBody>
            <a:bodyPr anchor="ctr"/>
            <a:lstStyle/>
            <a:p>
              <a:pPr algn="ctr"/>
              <a:endParaRPr/>
            </a:p>
          </p:txBody>
        </p:sp>
        <p:sp>
          <p:nvSpPr>
            <p:cNvPr id="71" name="ïṧ1îḍé">
              <a:extLst>
                <a:ext uri="{FF2B5EF4-FFF2-40B4-BE49-F238E27FC236}">
                  <a16:creationId xmlns:a16="http://schemas.microsoft.com/office/drawing/2014/main" id="{0530F611-AB75-323A-11F2-9C748E4566DD}"/>
                </a:ext>
              </a:extLst>
            </p:cNvPr>
            <p:cNvSpPr/>
            <p:nvPr/>
          </p:nvSpPr>
          <p:spPr>
            <a:xfrm>
              <a:off x="7418815" y="4803555"/>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grpFill/>
            <a:ln w="25400" cap="flat">
              <a:noFill/>
              <a:prstDash val="solid"/>
              <a:miter lim="400000"/>
            </a:ln>
            <a:effectLst/>
          </p:spPr>
          <p:txBody>
            <a:bodyPr anchor="ctr"/>
            <a:lstStyle/>
            <a:p>
              <a:pPr algn="ctr"/>
              <a:endParaRPr/>
            </a:p>
          </p:txBody>
        </p:sp>
        <p:sp>
          <p:nvSpPr>
            <p:cNvPr id="72" name="íśḻîḓè">
              <a:extLst>
                <a:ext uri="{FF2B5EF4-FFF2-40B4-BE49-F238E27FC236}">
                  <a16:creationId xmlns:a16="http://schemas.microsoft.com/office/drawing/2014/main" id="{5627F42E-836C-2112-CE82-426B003A12F2}"/>
                </a:ext>
              </a:extLst>
            </p:cNvPr>
            <p:cNvSpPr/>
            <p:nvPr/>
          </p:nvSpPr>
          <p:spPr>
            <a:xfrm>
              <a:off x="5322768" y="4656828"/>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grpFill/>
            <a:ln w="25400" cap="flat">
              <a:noFill/>
              <a:prstDash val="solid"/>
              <a:miter lim="400000"/>
            </a:ln>
            <a:effectLst/>
          </p:spPr>
          <p:txBody>
            <a:bodyPr anchor="ctr"/>
            <a:lstStyle/>
            <a:p>
              <a:pPr algn="ctr"/>
              <a:endParaRPr/>
            </a:p>
          </p:txBody>
        </p:sp>
        <p:sp>
          <p:nvSpPr>
            <p:cNvPr id="73" name="íṡḷiḓè">
              <a:extLst>
                <a:ext uri="{FF2B5EF4-FFF2-40B4-BE49-F238E27FC236}">
                  <a16:creationId xmlns:a16="http://schemas.microsoft.com/office/drawing/2014/main" id="{656314DC-FF25-944C-5273-A749AA580695}"/>
                </a:ext>
              </a:extLst>
            </p:cNvPr>
            <p:cNvSpPr/>
            <p:nvPr/>
          </p:nvSpPr>
          <p:spPr>
            <a:xfrm>
              <a:off x="5724659" y="4042992"/>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grpFill/>
            <a:ln w="25400" cap="flat">
              <a:noFill/>
              <a:prstDash val="solid"/>
              <a:miter lim="400000"/>
            </a:ln>
            <a:effectLst/>
          </p:spPr>
          <p:txBody>
            <a:bodyPr anchor="ctr"/>
            <a:lstStyle/>
            <a:p>
              <a:pPr algn="ctr"/>
              <a:endParaRPr/>
            </a:p>
          </p:txBody>
        </p:sp>
        <p:sp>
          <p:nvSpPr>
            <p:cNvPr id="74" name="iṧḷídê">
              <a:extLst>
                <a:ext uri="{FF2B5EF4-FFF2-40B4-BE49-F238E27FC236}">
                  <a16:creationId xmlns:a16="http://schemas.microsoft.com/office/drawing/2014/main" id="{E744EC24-EDAE-DA76-DE69-F64285A9C1E8}"/>
                </a:ext>
              </a:extLst>
            </p:cNvPr>
            <p:cNvSpPr/>
            <p:nvPr/>
          </p:nvSpPr>
          <p:spPr>
            <a:xfrm>
              <a:off x="5797850" y="3949493"/>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grpFill/>
            <a:ln w="25400" cap="flat">
              <a:noFill/>
              <a:prstDash val="solid"/>
              <a:miter lim="400000"/>
            </a:ln>
            <a:effectLst/>
          </p:spPr>
          <p:txBody>
            <a:bodyPr anchor="ctr"/>
            <a:lstStyle/>
            <a:p>
              <a:pPr algn="ctr"/>
              <a:endParaRPr/>
            </a:p>
          </p:txBody>
        </p:sp>
        <p:sp>
          <p:nvSpPr>
            <p:cNvPr id="75" name="îSľiḓê">
              <a:extLst>
                <a:ext uri="{FF2B5EF4-FFF2-40B4-BE49-F238E27FC236}">
                  <a16:creationId xmlns:a16="http://schemas.microsoft.com/office/drawing/2014/main" id="{30E9D3F0-A81A-27D6-EC08-0B026FDE41B5}"/>
                </a:ext>
              </a:extLst>
            </p:cNvPr>
            <p:cNvSpPr/>
            <p:nvPr/>
          </p:nvSpPr>
          <p:spPr>
            <a:xfrm>
              <a:off x="5771093" y="400730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grpFill/>
            <a:ln w="25400" cap="flat">
              <a:noFill/>
              <a:prstDash val="solid"/>
              <a:miter lim="400000"/>
            </a:ln>
            <a:effectLst/>
          </p:spPr>
          <p:txBody>
            <a:bodyPr anchor="ctr"/>
            <a:lstStyle/>
            <a:p>
              <a:pPr algn="ctr"/>
              <a:endParaRPr/>
            </a:p>
          </p:txBody>
        </p:sp>
        <p:sp>
          <p:nvSpPr>
            <p:cNvPr id="76" name="ïSḻiḓe">
              <a:extLst>
                <a:ext uri="{FF2B5EF4-FFF2-40B4-BE49-F238E27FC236}">
                  <a16:creationId xmlns:a16="http://schemas.microsoft.com/office/drawing/2014/main" id="{5ACA7C87-EFF7-FFF7-F55E-2144AFE6E861}"/>
                </a:ext>
              </a:extLst>
            </p:cNvPr>
            <p:cNvSpPr/>
            <p:nvPr/>
          </p:nvSpPr>
          <p:spPr>
            <a:xfrm>
              <a:off x="4744799" y="3515700"/>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grpFill/>
            <a:ln w="25400" cap="flat">
              <a:noFill/>
              <a:prstDash val="solid"/>
              <a:miter lim="400000"/>
            </a:ln>
            <a:effectLst/>
          </p:spPr>
          <p:txBody>
            <a:bodyPr anchor="ctr"/>
            <a:lstStyle/>
            <a:p>
              <a:pPr algn="ctr"/>
              <a:endParaRPr/>
            </a:p>
          </p:txBody>
        </p:sp>
        <p:sp>
          <p:nvSpPr>
            <p:cNvPr id="77" name="iṥļíďê">
              <a:extLst>
                <a:ext uri="{FF2B5EF4-FFF2-40B4-BE49-F238E27FC236}">
                  <a16:creationId xmlns:a16="http://schemas.microsoft.com/office/drawing/2014/main" id="{F44DDA9A-7D08-C0AE-4C7F-AA7CC9025909}"/>
                </a:ext>
              </a:extLst>
            </p:cNvPr>
            <p:cNvSpPr/>
            <p:nvPr/>
          </p:nvSpPr>
          <p:spPr>
            <a:xfrm>
              <a:off x="4718288" y="3519867"/>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grpFill/>
            <a:ln w="25400" cap="flat">
              <a:noFill/>
              <a:prstDash val="solid"/>
              <a:miter lim="400000"/>
            </a:ln>
            <a:effectLst/>
          </p:spPr>
          <p:txBody>
            <a:bodyPr anchor="ctr"/>
            <a:lstStyle/>
            <a:p>
              <a:pPr algn="ctr"/>
              <a:endParaRPr/>
            </a:p>
          </p:txBody>
        </p:sp>
        <p:sp>
          <p:nvSpPr>
            <p:cNvPr id="78" name="ïṥḷíḑê">
              <a:extLst>
                <a:ext uri="{FF2B5EF4-FFF2-40B4-BE49-F238E27FC236}">
                  <a16:creationId xmlns:a16="http://schemas.microsoft.com/office/drawing/2014/main" id="{E8FAA8D7-D9F9-EA7D-42E0-F82DE65680FC}"/>
                </a:ext>
              </a:extLst>
            </p:cNvPr>
            <p:cNvSpPr/>
            <p:nvPr/>
          </p:nvSpPr>
          <p:spPr>
            <a:xfrm>
              <a:off x="4711539" y="347850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grpFill/>
            <a:ln w="25400" cap="flat">
              <a:noFill/>
              <a:prstDash val="solid"/>
              <a:miter lim="400000"/>
            </a:ln>
            <a:effectLst/>
          </p:spPr>
          <p:txBody>
            <a:bodyPr anchor="ctr"/>
            <a:lstStyle/>
            <a:p>
              <a:pPr algn="ctr"/>
              <a:endParaRPr/>
            </a:p>
          </p:txBody>
        </p:sp>
        <p:sp>
          <p:nvSpPr>
            <p:cNvPr id="79" name="iṥľíḋé">
              <a:extLst>
                <a:ext uri="{FF2B5EF4-FFF2-40B4-BE49-F238E27FC236}">
                  <a16:creationId xmlns:a16="http://schemas.microsoft.com/office/drawing/2014/main" id="{C6B73048-54C6-622C-1E7B-80541AECD603}"/>
                </a:ext>
              </a:extLst>
            </p:cNvPr>
            <p:cNvSpPr/>
            <p:nvPr/>
          </p:nvSpPr>
          <p:spPr>
            <a:xfrm>
              <a:off x="4753604" y="348042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grpFill/>
            <a:ln w="25400" cap="flat">
              <a:noFill/>
              <a:prstDash val="solid"/>
              <a:miter lim="400000"/>
            </a:ln>
            <a:effectLst/>
          </p:spPr>
          <p:txBody>
            <a:bodyPr anchor="ctr"/>
            <a:lstStyle/>
            <a:p>
              <a:pPr algn="ctr"/>
              <a:endParaRPr/>
            </a:p>
          </p:txBody>
        </p:sp>
        <p:sp>
          <p:nvSpPr>
            <p:cNvPr id="80" name="ïṩḷidè">
              <a:extLst>
                <a:ext uri="{FF2B5EF4-FFF2-40B4-BE49-F238E27FC236}">
                  <a16:creationId xmlns:a16="http://schemas.microsoft.com/office/drawing/2014/main" id="{D98F7D99-49A9-F535-6566-FE6B31BAC37A}"/>
                </a:ext>
              </a:extLst>
            </p:cNvPr>
            <p:cNvSpPr/>
            <p:nvPr/>
          </p:nvSpPr>
          <p:spPr>
            <a:xfrm>
              <a:off x="4664619" y="3447009"/>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grpFill/>
            <a:ln w="25400" cap="flat">
              <a:noFill/>
              <a:prstDash val="solid"/>
              <a:miter lim="400000"/>
            </a:ln>
            <a:effectLst/>
          </p:spPr>
          <p:txBody>
            <a:bodyPr anchor="ctr"/>
            <a:lstStyle/>
            <a:p>
              <a:pPr algn="ctr"/>
              <a:endParaRPr/>
            </a:p>
          </p:txBody>
        </p:sp>
        <p:sp>
          <p:nvSpPr>
            <p:cNvPr id="81" name="iṡļiḓé">
              <a:extLst>
                <a:ext uri="{FF2B5EF4-FFF2-40B4-BE49-F238E27FC236}">
                  <a16:creationId xmlns:a16="http://schemas.microsoft.com/office/drawing/2014/main" id="{9612119A-2241-1FD4-D3B4-2F5DB6F0B362}"/>
                </a:ext>
              </a:extLst>
            </p:cNvPr>
            <p:cNvSpPr/>
            <p:nvPr/>
          </p:nvSpPr>
          <p:spPr>
            <a:xfrm>
              <a:off x="6355015" y="1385657"/>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grpFill/>
            <a:ln w="25400" cap="flat">
              <a:noFill/>
              <a:prstDash val="solid"/>
              <a:miter lim="400000"/>
            </a:ln>
            <a:effectLst/>
          </p:spPr>
          <p:txBody>
            <a:bodyPr anchor="ctr"/>
            <a:lstStyle/>
            <a:p>
              <a:pPr algn="ctr"/>
              <a:endParaRPr dirty="0"/>
            </a:p>
          </p:txBody>
        </p:sp>
        <p:sp>
          <p:nvSpPr>
            <p:cNvPr id="82" name="íṡļîde">
              <a:extLst>
                <a:ext uri="{FF2B5EF4-FFF2-40B4-BE49-F238E27FC236}">
                  <a16:creationId xmlns:a16="http://schemas.microsoft.com/office/drawing/2014/main" id="{E4966FEE-C9D7-AFC4-7154-B95FE9016193}"/>
                </a:ext>
              </a:extLst>
            </p:cNvPr>
            <p:cNvSpPr/>
            <p:nvPr/>
          </p:nvSpPr>
          <p:spPr>
            <a:xfrm>
              <a:off x="7558388" y="1310558"/>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grpFill/>
            <a:ln w="25400" cap="flat">
              <a:noFill/>
              <a:prstDash val="solid"/>
              <a:miter lim="400000"/>
            </a:ln>
            <a:effectLst/>
          </p:spPr>
          <p:txBody>
            <a:bodyPr anchor="ctr"/>
            <a:lstStyle/>
            <a:p>
              <a:pPr algn="ctr"/>
              <a:endParaRPr/>
            </a:p>
          </p:txBody>
        </p:sp>
        <p:sp>
          <p:nvSpPr>
            <p:cNvPr id="83" name="ïṧḻïḍé">
              <a:extLst>
                <a:ext uri="{FF2B5EF4-FFF2-40B4-BE49-F238E27FC236}">
                  <a16:creationId xmlns:a16="http://schemas.microsoft.com/office/drawing/2014/main" id="{E07F86EC-ACFD-4160-1BE2-A19063349CAF}"/>
                </a:ext>
              </a:extLst>
            </p:cNvPr>
            <p:cNvSpPr/>
            <p:nvPr/>
          </p:nvSpPr>
          <p:spPr>
            <a:xfrm>
              <a:off x="9628653" y="2148074"/>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grpFill/>
            <a:ln w="25400" cap="flat">
              <a:noFill/>
              <a:prstDash val="solid"/>
              <a:miter lim="400000"/>
            </a:ln>
            <a:effectLst/>
          </p:spPr>
          <p:txBody>
            <a:bodyPr anchor="ctr"/>
            <a:lstStyle/>
            <a:p>
              <a:pPr algn="ctr"/>
              <a:endParaRPr/>
            </a:p>
          </p:txBody>
        </p:sp>
        <p:sp>
          <p:nvSpPr>
            <p:cNvPr id="84" name="i$ľîḓe">
              <a:extLst>
                <a:ext uri="{FF2B5EF4-FFF2-40B4-BE49-F238E27FC236}">
                  <a16:creationId xmlns:a16="http://schemas.microsoft.com/office/drawing/2014/main" id="{55AD86B4-A3B2-2EDE-822F-F170BD08D661}"/>
                </a:ext>
              </a:extLst>
            </p:cNvPr>
            <p:cNvSpPr/>
            <p:nvPr/>
          </p:nvSpPr>
          <p:spPr>
            <a:xfrm>
              <a:off x="9834882" y="2436351"/>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grpFill/>
            <a:ln w="25400" cap="flat">
              <a:noFill/>
              <a:prstDash val="solid"/>
              <a:miter lim="400000"/>
            </a:ln>
            <a:effectLst/>
          </p:spPr>
          <p:txBody>
            <a:bodyPr anchor="ctr"/>
            <a:lstStyle/>
            <a:p>
              <a:pPr algn="ctr"/>
              <a:endParaRPr/>
            </a:p>
          </p:txBody>
        </p:sp>
        <p:sp>
          <p:nvSpPr>
            <p:cNvPr id="85" name="íṩḷidè">
              <a:extLst>
                <a:ext uri="{FF2B5EF4-FFF2-40B4-BE49-F238E27FC236}">
                  <a16:creationId xmlns:a16="http://schemas.microsoft.com/office/drawing/2014/main" id="{C9477053-BFB3-1609-9FC9-07F967CDBED0}"/>
                </a:ext>
              </a:extLst>
            </p:cNvPr>
            <p:cNvSpPr/>
            <p:nvPr/>
          </p:nvSpPr>
          <p:spPr>
            <a:xfrm>
              <a:off x="9716338" y="2591817"/>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grpFill/>
            <a:ln w="25400" cap="flat">
              <a:noFill/>
              <a:prstDash val="solid"/>
              <a:miter lim="400000"/>
            </a:ln>
            <a:effectLst/>
          </p:spPr>
          <p:txBody>
            <a:bodyPr anchor="ctr"/>
            <a:lstStyle/>
            <a:p>
              <a:pPr algn="ctr"/>
              <a:endParaRPr/>
            </a:p>
          </p:txBody>
        </p:sp>
        <p:sp>
          <p:nvSpPr>
            <p:cNvPr id="86" name="îşľiḋé">
              <a:extLst>
                <a:ext uri="{FF2B5EF4-FFF2-40B4-BE49-F238E27FC236}">
                  <a16:creationId xmlns:a16="http://schemas.microsoft.com/office/drawing/2014/main" id="{0478C495-986B-A928-1A95-0AE872C96311}"/>
                </a:ext>
              </a:extLst>
            </p:cNvPr>
            <p:cNvSpPr/>
            <p:nvPr/>
          </p:nvSpPr>
          <p:spPr>
            <a:xfrm>
              <a:off x="9773896" y="2850018"/>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grpFill/>
            <a:ln w="25400" cap="flat">
              <a:noFill/>
              <a:prstDash val="solid"/>
              <a:miter lim="400000"/>
            </a:ln>
            <a:effectLst/>
          </p:spPr>
          <p:txBody>
            <a:bodyPr anchor="ctr"/>
            <a:lstStyle/>
            <a:p>
              <a:pPr algn="ctr"/>
              <a:endParaRPr/>
            </a:p>
          </p:txBody>
        </p:sp>
        <p:sp>
          <p:nvSpPr>
            <p:cNvPr id="87" name="íṧḷiďe">
              <a:extLst>
                <a:ext uri="{FF2B5EF4-FFF2-40B4-BE49-F238E27FC236}">
                  <a16:creationId xmlns:a16="http://schemas.microsoft.com/office/drawing/2014/main" id="{5D907D91-F277-6282-595D-FB80A0AEE5F5}"/>
                </a:ext>
              </a:extLst>
            </p:cNvPr>
            <p:cNvSpPr/>
            <p:nvPr/>
          </p:nvSpPr>
          <p:spPr>
            <a:xfrm>
              <a:off x="9703522" y="2858648"/>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grpFill/>
            <a:ln w="25400" cap="flat">
              <a:noFill/>
              <a:prstDash val="solid"/>
              <a:miter lim="400000"/>
            </a:ln>
            <a:effectLst/>
          </p:spPr>
          <p:txBody>
            <a:bodyPr anchor="ctr"/>
            <a:lstStyle/>
            <a:p>
              <a:pPr algn="ctr"/>
              <a:endParaRPr/>
            </a:p>
          </p:txBody>
        </p:sp>
        <p:sp>
          <p:nvSpPr>
            <p:cNvPr id="88" name="íṣļíḍé">
              <a:extLst>
                <a:ext uri="{FF2B5EF4-FFF2-40B4-BE49-F238E27FC236}">
                  <a16:creationId xmlns:a16="http://schemas.microsoft.com/office/drawing/2014/main" id="{FFD246CA-E220-4945-EFC1-DED494CE1ACA}"/>
                </a:ext>
              </a:extLst>
            </p:cNvPr>
            <p:cNvSpPr/>
            <p:nvPr/>
          </p:nvSpPr>
          <p:spPr>
            <a:xfrm>
              <a:off x="9478424" y="3163043"/>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grpFill/>
            <a:ln w="25400" cap="flat">
              <a:noFill/>
              <a:prstDash val="solid"/>
              <a:miter lim="400000"/>
            </a:ln>
            <a:effectLst/>
          </p:spPr>
          <p:txBody>
            <a:bodyPr anchor="ctr"/>
            <a:lstStyle/>
            <a:p>
              <a:pPr algn="ctr"/>
              <a:endParaRPr/>
            </a:p>
          </p:txBody>
        </p:sp>
        <p:sp>
          <p:nvSpPr>
            <p:cNvPr id="89" name="ïS1idê">
              <a:extLst>
                <a:ext uri="{FF2B5EF4-FFF2-40B4-BE49-F238E27FC236}">
                  <a16:creationId xmlns:a16="http://schemas.microsoft.com/office/drawing/2014/main" id="{F661DF4A-1BEA-10A3-08F0-43EACF5F13B1}"/>
                </a:ext>
              </a:extLst>
            </p:cNvPr>
            <p:cNvSpPr/>
            <p:nvPr/>
          </p:nvSpPr>
          <p:spPr>
            <a:xfrm>
              <a:off x="9135285" y="3359667"/>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grpFill/>
            <a:ln w="25400" cap="flat">
              <a:noFill/>
              <a:prstDash val="solid"/>
              <a:miter lim="400000"/>
            </a:ln>
            <a:effectLst/>
          </p:spPr>
          <p:txBody>
            <a:bodyPr anchor="ctr"/>
            <a:lstStyle/>
            <a:p>
              <a:pPr algn="ctr"/>
              <a:endParaRPr/>
            </a:p>
          </p:txBody>
        </p:sp>
        <p:sp>
          <p:nvSpPr>
            <p:cNvPr id="90" name="ïŝļîḓè">
              <a:extLst>
                <a:ext uri="{FF2B5EF4-FFF2-40B4-BE49-F238E27FC236}">
                  <a16:creationId xmlns:a16="http://schemas.microsoft.com/office/drawing/2014/main" id="{02F51552-1F43-EB1A-C7FD-2D19068A27DA}"/>
                </a:ext>
              </a:extLst>
            </p:cNvPr>
            <p:cNvSpPr/>
            <p:nvPr/>
          </p:nvSpPr>
          <p:spPr>
            <a:xfrm>
              <a:off x="9517257" y="3403769"/>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grpFill/>
            <a:ln w="25400" cap="flat">
              <a:noFill/>
              <a:prstDash val="solid"/>
              <a:miter lim="400000"/>
            </a:ln>
            <a:effectLst/>
          </p:spPr>
          <p:txBody>
            <a:bodyPr anchor="ctr"/>
            <a:lstStyle/>
            <a:p>
              <a:pPr algn="ctr"/>
              <a:endParaRPr/>
            </a:p>
          </p:txBody>
        </p:sp>
        <p:sp>
          <p:nvSpPr>
            <p:cNvPr id="91" name="ï$líde">
              <a:extLst>
                <a:ext uri="{FF2B5EF4-FFF2-40B4-BE49-F238E27FC236}">
                  <a16:creationId xmlns:a16="http://schemas.microsoft.com/office/drawing/2014/main" id="{197C0575-191D-9814-1AC0-DB619FABF88E}"/>
                </a:ext>
              </a:extLst>
            </p:cNvPr>
            <p:cNvSpPr/>
            <p:nvPr/>
          </p:nvSpPr>
          <p:spPr>
            <a:xfrm>
              <a:off x="9453604" y="3685864"/>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grpFill/>
            <a:ln w="25400" cap="flat">
              <a:noFill/>
              <a:prstDash val="solid"/>
              <a:miter lim="400000"/>
            </a:ln>
            <a:effectLst/>
          </p:spPr>
          <p:txBody>
            <a:bodyPr anchor="ctr"/>
            <a:lstStyle/>
            <a:p>
              <a:pPr algn="ctr"/>
              <a:endParaRPr/>
            </a:p>
          </p:txBody>
        </p:sp>
        <p:sp>
          <p:nvSpPr>
            <p:cNvPr id="92" name="îŝļíḑé">
              <a:extLst>
                <a:ext uri="{FF2B5EF4-FFF2-40B4-BE49-F238E27FC236}">
                  <a16:creationId xmlns:a16="http://schemas.microsoft.com/office/drawing/2014/main" id="{032B2B25-BE1B-E93A-3EDD-89BC068087F1}"/>
                </a:ext>
              </a:extLst>
            </p:cNvPr>
            <p:cNvSpPr/>
            <p:nvPr/>
          </p:nvSpPr>
          <p:spPr>
            <a:xfrm>
              <a:off x="9553899" y="3604386"/>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grpFill/>
            <a:ln w="25400" cap="flat">
              <a:noFill/>
              <a:prstDash val="solid"/>
              <a:miter lim="400000"/>
            </a:ln>
            <a:effectLst/>
          </p:spPr>
          <p:txBody>
            <a:bodyPr anchor="ctr"/>
            <a:lstStyle/>
            <a:p>
              <a:pPr algn="ctr"/>
              <a:endParaRPr/>
            </a:p>
          </p:txBody>
        </p:sp>
        <p:sp>
          <p:nvSpPr>
            <p:cNvPr id="93" name="ïsliḋe">
              <a:extLst>
                <a:ext uri="{FF2B5EF4-FFF2-40B4-BE49-F238E27FC236}">
                  <a16:creationId xmlns:a16="http://schemas.microsoft.com/office/drawing/2014/main" id="{94500E1C-1503-E275-592D-6DBF2F663B1B}"/>
                </a:ext>
              </a:extLst>
            </p:cNvPr>
            <p:cNvSpPr/>
            <p:nvPr/>
          </p:nvSpPr>
          <p:spPr>
            <a:xfrm>
              <a:off x="9690104" y="3635830"/>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grpFill/>
            <a:ln w="25400" cap="flat">
              <a:noFill/>
              <a:prstDash val="solid"/>
              <a:miter lim="400000"/>
            </a:ln>
            <a:effectLst/>
          </p:spPr>
          <p:txBody>
            <a:bodyPr anchor="ctr"/>
            <a:lstStyle/>
            <a:p>
              <a:pPr algn="ctr"/>
              <a:endParaRPr/>
            </a:p>
          </p:txBody>
        </p:sp>
        <p:sp>
          <p:nvSpPr>
            <p:cNvPr id="94" name="îsḻiḍe">
              <a:extLst>
                <a:ext uri="{FF2B5EF4-FFF2-40B4-BE49-F238E27FC236}">
                  <a16:creationId xmlns:a16="http://schemas.microsoft.com/office/drawing/2014/main" id="{497DB7E9-D805-9A37-E886-BF70091679F3}"/>
                </a:ext>
              </a:extLst>
            </p:cNvPr>
            <p:cNvSpPr/>
            <p:nvPr/>
          </p:nvSpPr>
          <p:spPr>
            <a:xfrm>
              <a:off x="9646111" y="3565738"/>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grpFill/>
            <a:ln w="25400" cap="flat">
              <a:noFill/>
              <a:prstDash val="solid"/>
              <a:miter lim="400000"/>
            </a:ln>
            <a:effectLst/>
          </p:spPr>
          <p:txBody>
            <a:bodyPr anchor="ctr"/>
            <a:lstStyle/>
            <a:p>
              <a:pPr algn="ctr"/>
              <a:endParaRPr/>
            </a:p>
          </p:txBody>
        </p:sp>
        <p:sp>
          <p:nvSpPr>
            <p:cNvPr id="95" name="iṩḻíḍè">
              <a:extLst>
                <a:ext uri="{FF2B5EF4-FFF2-40B4-BE49-F238E27FC236}">
                  <a16:creationId xmlns:a16="http://schemas.microsoft.com/office/drawing/2014/main" id="{1F1A2EB3-2BBA-A5B3-9309-0EF39B1979A1}"/>
                </a:ext>
              </a:extLst>
            </p:cNvPr>
            <p:cNvSpPr/>
            <p:nvPr/>
          </p:nvSpPr>
          <p:spPr>
            <a:xfrm>
              <a:off x="9594891" y="3654803"/>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grpFill/>
            <a:ln w="25400" cap="flat">
              <a:noFill/>
              <a:prstDash val="solid"/>
              <a:miter lim="400000"/>
            </a:ln>
            <a:effectLst/>
          </p:spPr>
          <p:txBody>
            <a:bodyPr anchor="ctr"/>
            <a:lstStyle/>
            <a:p>
              <a:pPr algn="ctr"/>
              <a:endParaRPr/>
            </a:p>
          </p:txBody>
        </p:sp>
        <p:sp>
          <p:nvSpPr>
            <p:cNvPr id="96" name="ïṧḻídé">
              <a:extLst>
                <a:ext uri="{FF2B5EF4-FFF2-40B4-BE49-F238E27FC236}">
                  <a16:creationId xmlns:a16="http://schemas.microsoft.com/office/drawing/2014/main" id="{5B09C9BD-7EDE-5426-F869-E543608357D1}"/>
                </a:ext>
              </a:extLst>
            </p:cNvPr>
            <p:cNvSpPr/>
            <p:nvPr/>
          </p:nvSpPr>
          <p:spPr>
            <a:xfrm>
              <a:off x="9632393" y="3706816"/>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grpFill/>
            <a:ln w="25400" cap="flat">
              <a:noFill/>
              <a:prstDash val="solid"/>
              <a:miter lim="400000"/>
            </a:ln>
            <a:effectLst/>
          </p:spPr>
          <p:txBody>
            <a:bodyPr anchor="ctr"/>
            <a:lstStyle/>
            <a:p>
              <a:pPr algn="ctr"/>
              <a:endParaRPr/>
            </a:p>
          </p:txBody>
        </p:sp>
        <p:sp>
          <p:nvSpPr>
            <p:cNvPr id="97" name="ïşļîḑê">
              <a:extLst>
                <a:ext uri="{FF2B5EF4-FFF2-40B4-BE49-F238E27FC236}">
                  <a16:creationId xmlns:a16="http://schemas.microsoft.com/office/drawing/2014/main" id="{DF97CA1F-2594-542C-D8C3-E6B0444BA508}"/>
                </a:ext>
              </a:extLst>
            </p:cNvPr>
            <p:cNvSpPr/>
            <p:nvPr/>
          </p:nvSpPr>
          <p:spPr>
            <a:xfrm>
              <a:off x="9681665" y="3678031"/>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grpFill/>
            <a:ln w="25400" cap="flat">
              <a:noFill/>
              <a:prstDash val="solid"/>
              <a:miter lim="400000"/>
            </a:ln>
            <a:effectLst/>
          </p:spPr>
          <p:txBody>
            <a:bodyPr anchor="ctr"/>
            <a:lstStyle/>
            <a:p>
              <a:pPr algn="ctr"/>
              <a:endParaRPr/>
            </a:p>
          </p:txBody>
        </p:sp>
        <p:sp>
          <p:nvSpPr>
            <p:cNvPr id="98" name="ïṡľîḋê">
              <a:extLst>
                <a:ext uri="{FF2B5EF4-FFF2-40B4-BE49-F238E27FC236}">
                  <a16:creationId xmlns:a16="http://schemas.microsoft.com/office/drawing/2014/main" id="{973D8894-FD8C-53F0-9AA1-AA1138162A1F}"/>
                </a:ext>
              </a:extLst>
            </p:cNvPr>
            <p:cNvSpPr/>
            <p:nvPr/>
          </p:nvSpPr>
          <p:spPr>
            <a:xfrm>
              <a:off x="9628583" y="3726518"/>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grpFill/>
            <a:ln w="25400" cap="flat">
              <a:noFill/>
              <a:prstDash val="solid"/>
              <a:miter lim="400000"/>
            </a:ln>
            <a:effectLst/>
          </p:spPr>
          <p:txBody>
            <a:bodyPr anchor="ctr"/>
            <a:lstStyle/>
            <a:p>
              <a:pPr algn="ctr"/>
              <a:endParaRPr/>
            </a:p>
          </p:txBody>
        </p:sp>
        <p:sp>
          <p:nvSpPr>
            <p:cNvPr id="99" name="îṣļíďé">
              <a:extLst>
                <a:ext uri="{FF2B5EF4-FFF2-40B4-BE49-F238E27FC236}">
                  <a16:creationId xmlns:a16="http://schemas.microsoft.com/office/drawing/2014/main" id="{001FCD34-95FD-8916-F32A-1074256E09E6}"/>
                </a:ext>
              </a:extLst>
            </p:cNvPr>
            <p:cNvSpPr/>
            <p:nvPr/>
          </p:nvSpPr>
          <p:spPr>
            <a:xfrm>
              <a:off x="9187751" y="3843193"/>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grpFill/>
            <a:ln w="25400" cap="flat">
              <a:noFill/>
              <a:prstDash val="solid"/>
              <a:miter lim="400000"/>
            </a:ln>
            <a:effectLst/>
          </p:spPr>
          <p:txBody>
            <a:bodyPr anchor="ctr"/>
            <a:lstStyle/>
            <a:p>
              <a:pPr algn="ctr"/>
              <a:endParaRPr/>
            </a:p>
          </p:txBody>
        </p:sp>
        <p:sp>
          <p:nvSpPr>
            <p:cNvPr id="100" name="íṧḷiḋé">
              <a:extLst>
                <a:ext uri="{FF2B5EF4-FFF2-40B4-BE49-F238E27FC236}">
                  <a16:creationId xmlns:a16="http://schemas.microsoft.com/office/drawing/2014/main" id="{F953CD91-78BB-C16E-D02F-EBB2A477B7AE}"/>
                </a:ext>
              </a:extLst>
            </p:cNvPr>
            <p:cNvSpPr/>
            <p:nvPr/>
          </p:nvSpPr>
          <p:spPr>
            <a:xfrm>
              <a:off x="9518950" y="4026819"/>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grpFill/>
            <a:ln w="25400" cap="flat">
              <a:noFill/>
              <a:prstDash val="solid"/>
              <a:miter lim="400000"/>
            </a:ln>
            <a:effectLst/>
          </p:spPr>
          <p:txBody>
            <a:bodyPr anchor="ctr"/>
            <a:lstStyle/>
            <a:p>
              <a:pPr algn="ctr"/>
              <a:endParaRPr/>
            </a:p>
          </p:txBody>
        </p:sp>
        <p:sp>
          <p:nvSpPr>
            <p:cNvPr id="101" name="i$ľiḍê">
              <a:extLst>
                <a:ext uri="{FF2B5EF4-FFF2-40B4-BE49-F238E27FC236}">
                  <a16:creationId xmlns:a16="http://schemas.microsoft.com/office/drawing/2014/main" id="{04355302-0934-0520-DF4F-BACF6B3B346A}"/>
                </a:ext>
              </a:extLst>
            </p:cNvPr>
            <p:cNvSpPr/>
            <p:nvPr/>
          </p:nvSpPr>
          <p:spPr>
            <a:xfrm>
              <a:off x="9816350" y="3993819"/>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grpFill/>
            <a:ln w="25400" cap="flat">
              <a:noFill/>
              <a:prstDash val="solid"/>
              <a:miter lim="400000"/>
            </a:ln>
            <a:effectLst/>
          </p:spPr>
          <p:txBody>
            <a:bodyPr anchor="ctr"/>
            <a:lstStyle/>
            <a:p>
              <a:pPr algn="ctr"/>
              <a:endParaRPr/>
            </a:p>
          </p:txBody>
        </p:sp>
        <p:sp>
          <p:nvSpPr>
            <p:cNvPr id="102" name="îṡ1îḋè">
              <a:extLst>
                <a:ext uri="{FF2B5EF4-FFF2-40B4-BE49-F238E27FC236}">
                  <a16:creationId xmlns:a16="http://schemas.microsoft.com/office/drawing/2014/main" id="{D06C8220-6E71-9B18-A29F-0F50E55F5BD5}"/>
                </a:ext>
              </a:extLst>
            </p:cNvPr>
            <p:cNvSpPr/>
            <p:nvPr/>
          </p:nvSpPr>
          <p:spPr>
            <a:xfrm>
              <a:off x="9834437" y="4184237"/>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grpFill/>
            <a:ln w="25400" cap="flat">
              <a:noFill/>
              <a:prstDash val="solid"/>
              <a:miter lim="400000"/>
            </a:ln>
            <a:effectLst/>
          </p:spPr>
          <p:txBody>
            <a:bodyPr anchor="ctr"/>
            <a:lstStyle/>
            <a:p>
              <a:pPr algn="ctr"/>
              <a:endParaRPr/>
            </a:p>
          </p:txBody>
        </p:sp>
        <p:sp>
          <p:nvSpPr>
            <p:cNvPr id="103" name="îSļiḋe">
              <a:extLst>
                <a:ext uri="{FF2B5EF4-FFF2-40B4-BE49-F238E27FC236}">
                  <a16:creationId xmlns:a16="http://schemas.microsoft.com/office/drawing/2014/main" id="{AD269F0A-E33A-F4FC-BDCC-3695890BA320}"/>
                </a:ext>
              </a:extLst>
            </p:cNvPr>
            <p:cNvSpPr/>
            <p:nvPr/>
          </p:nvSpPr>
          <p:spPr>
            <a:xfrm>
              <a:off x="9664278" y="4387494"/>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grpFill/>
            <a:ln w="25400" cap="flat">
              <a:noFill/>
              <a:prstDash val="solid"/>
              <a:miter lim="400000"/>
            </a:ln>
            <a:effectLst/>
          </p:spPr>
          <p:txBody>
            <a:bodyPr anchor="ctr"/>
            <a:lstStyle/>
            <a:p>
              <a:pPr algn="ctr"/>
              <a:endParaRPr/>
            </a:p>
          </p:txBody>
        </p:sp>
        <p:sp>
          <p:nvSpPr>
            <p:cNvPr id="104" name="îṣlïḓé">
              <a:extLst>
                <a:ext uri="{FF2B5EF4-FFF2-40B4-BE49-F238E27FC236}">
                  <a16:creationId xmlns:a16="http://schemas.microsoft.com/office/drawing/2014/main" id="{C3AA3E1B-C1C4-F9AC-01E5-26E90527807C}"/>
                </a:ext>
              </a:extLst>
            </p:cNvPr>
            <p:cNvSpPr/>
            <p:nvPr/>
          </p:nvSpPr>
          <p:spPr>
            <a:xfrm>
              <a:off x="9557284" y="4379124"/>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grpFill/>
            <a:ln w="25400" cap="flat">
              <a:noFill/>
              <a:prstDash val="solid"/>
              <a:miter lim="400000"/>
            </a:ln>
            <a:effectLst/>
          </p:spPr>
          <p:txBody>
            <a:bodyPr anchor="ctr"/>
            <a:lstStyle/>
            <a:p>
              <a:pPr algn="ctr"/>
              <a:endParaRPr/>
            </a:p>
          </p:txBody>
        </p:sp>
        <p:sp>
          <p:nvSpPr>
            <p:cNvPr id="105" name="ïṥḷídè">
              <a:extLst>
                <a:ext uri="{FF2B5EF4-FFF2-40B4-BE49-F238E27FC236}">
                  <a16:creationId xmlns:a16="http://schemas.microsoft.com/office/drawing/2014/main" id="{ED571C1F-EF40-58D2-9C0C-92F8EA10D972}"/>
                </a:ext>
              </a:extLst>
            </p:cNvPr>
            <p:cNvSpPr/>
            <p:nvPr/>
          </p:nvSpPr>
          <p:spPr>
            <a:xfrm>
              <a:off x="9429485" y="4387992"/>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grpFill/>
            <a:ln w="25400" cap="flat">
              <a:noFill/>
              <a:prstDash val="solid"/>
              <a:miter lim="400000"/>
            </a:ln>
            <a:effectLst/>
          </p:spPr>
          <p:txBody>
            <a:bodyPr anchor="ctr"/>
            <a:lstStyle/>
            <a:p>
              <a:pPr algn="ctr"/>
              <a:endParaRPr/>
            </a:p>
          </p:txBody>
        </p:sp>
        <p:sp>
          <p:nvSpPr>
            <p:cNvPr id="106" name="išḷïḍè">
              <a:extLst>
                <a:ext uri="{FF2B5EF4-FFF2-40B4-BE49-F238E27FC236}">
                  <a16:creationId xmlns:a16="http://schemas.microsoft.com/office/drawing/2014/main" id="{9BA4074C-26C4-13F8-141A-9BEBD0D67694}"/>
                </a:ext>
              </a:extLst>
            </p:cNvPr>
            <p:cNvSpPr/>
            <p:nvPr/>
          </p:nvSpPr>
          <p:spPr>
            <a:xfrm>
              <a:off x="9520068" y="4428015"/>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grpFill/>
            <a:ln w="25400" cap="flat">
              <a:noFill/>
              <a:prstDash val="solid"/>
              <a:miter lim="400000"/>
            </a:ln>
            <a:effectLst/>
          </p:spPr>
          <p:txBody>
            <a:bodyPr anchor="ctr"/>
            <a:lstStyle/>
            <a:p>
              <a:pPr algn="ctr"/>
              <a:endParaRPr/>
            </a:p>
          </p:txBody>
        </p:sp>
        <p:sp>
          <p:nvSpPr>
            <p:cNvPr id="107" name="íṧḻîďê">
              <a:extLst>
                <a:ext uri="{FF2B5EF4-FFF2-40B4-BE49-F238E27FC236}">
                  <a16:creationId xmlns:a16="http://schemas.microsoft.com/office/drawing/2014/main" id="{89129162-8B13-3650-32A1-46ECF4C5DF4F}"/>
                </a:ext>
              </a:extLst>
            </p:cNvPr>
            <p:cNvSpPr/>
            <p:nvPr/>
          </p:nvSpPr>
          <p:spPr>
            <a:xfrm>
              <a:off x="9067733" y="4304888"/>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grpFill/>
            <a:ln w="25400" cap="flat">
              <a:noFill/>
              <a:prstDash val="solid"/>
              <a:miter lim="400000"/>
            </a:ln>
            <a:effectLst/>
          </p:spPr>
          <p:txBody>
            <a:bodyPr anchor="ctr"/>
            <a:lstStyle/>
            <a:p>
              <a:pPr algn="ctr"/>
              <a:endParaRPr/>
            </a:p>
          </p:txBody>
        </p:sp>
        <p:sp>
          <p:nvSpPr>
            <p:cNvPr id="108" name="ï$ľiḓê">
              <a:extLst>
                <a:ext uri="{FF2B5EF4-FFF2-40B4-BE49-F238E27FC236}">
                  <a16:creationId xmlns:a16="http://schemas.microsoft.com/office/drawing/2014/main" id="{D77B85DB-E557-54B0-83BE-F5AE2C4F62F6}"/>
                </a:ext>
              </a:extLst>
            </p:cNvPr>
            <p:cNvSpPr/>
            <p:nvPr/>
          </p:nvSpPr>
          <p:spPr>
            <a:xfrm>
              <a:off x="8739813" y="3881623"/>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grpFill/>
            <a:ln w="25400" cap="flat">
              <a:noFill/>
              <a:prstDash val="solid"/>
              <a:miter lim="400000"/>
            </a:ln>
            <a:effectLst/>
          </p:spPr>
          <p:txBody>
            <a:bodyPr anchor="ctr"/>
            <a:lstStyle/>
            <a:p>
              <a:pPr algn="ctr"/>
              <a:endParaRPr/>
            </a:p>
          </p:txBody>
        </p:sp>
        <p:sp>
          <p:nvSpPr>
            <p:cNvPr id="109" name="isļîḍé">
              <a:extLst>
                <a:ext uri="{FF2B5EF4-FFF2-40B4-BE49-F238E27FC236}">
                  <a16:creationId xmlns:a16="http://schemas.microsoft.com/office/drawing/2014/main" id="{36D94091-8A7F-9279-299F-901C637C4187}"/>
                </a:ext>
              </a:extLst>
            </p:cNvPr>
            <p:cNvSpPr/>
            <p:nvPr/>
          </p:nvSpPr>
          <p:spPr>
            <a:xfrm>
              <a:off x="8199229" y="3742697"/>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grpFill/>
            <a:ln w="25400" cap="flat">
              <a:noFill/>
              <a:prstDash val="solid"/>
              <a:miter lim="400000"/>
            </a:ln>
            <a:effectLst/>
          </p:spPr>
          <p:txBody>
            <a:bodyPr anchor="ctr"/>
            <a:lstStyle/>
            <a:p>
              <a:pPr algn="ctr"/>
              <a:endParaRPr/>
            </a:p>
          </p:txBody>
        </p:sp>
        <p:sp>
          <p:nvSpPr>
            <p:cNvPr id="110" name="í$ľîḋê">
              <a:extLst>
                <a:ext uri="{FF2B5EF4-FFF2-40B4-BE49-F238E27FC236}">
                  <a16:creationId xmlns:a16="http://schemas.microsoft.com/office/drawing/2014/main" id="{00F7EA5E-2A40-7719-EC9A-486BCDB2AB02}"/>
                </a:ext>
              </a:extLst>
            </p:cNvPr>
            <p:cNvSpPr/>
            <p:nvPr/>
          </p:nvSpPr>
          <p:spPr>
            <a:xfrm>
              <a:off x="7957224" y="3867942"/>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grpFill/>
            <a:ln w="25400" cap="flat">
              <a:noFill/>
              <a:prstDash val="solid"/>
              <a:miter lim="400000"/>
            </a:ln>
            <a:effectLst/>
          </p:spPr>
          <p:txBody>
            <a:bodyPr anchor="ctr"/>
            <a:lstStyle/>
            <a:p>
              <a:pPr algn="ctr"/>
              <a:endParaRPr/>
            </a:p>
          </p:txBody>
        </p:sp>
        <p:sp>
          <p:nvSpPr>
            <p:cNvPr id="111" name="ïślîḍè">
              <a:extLst>
                <a:ext uri="{FF2B5EF4-FFF2-40B4-BE49-F238E27FC236}">
                  <a16:creationId xmlns:a16="http://schemas.microsoft.com/office/drawing/2014/main" id="{A693662F-173D-B676-A877-D2A750804878}"/>
                </a:ext>
              </a:extLst>
            </p:cNvPr>
            <p:cNvSpPr/>
            <p:nvPr/>
          </p:nvSpPr>
          <p:spPr>
            <a:xfrm>
              <a:off x="7953865" y="3917350"/>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grpFill/>
            <a:ln w="25400" cap="flat">
              <a:noFill/>
              <a:prstDash val="solid"/>
              <a:miter lim="400000"/>
            </a:ln>
            <a:effectLst/>
          </p:spPr>
          <p:txBody>
            <a:bodyPr anchor="ctr"/>
            <a:lstStyle/>
            <a:p>
              <a:pPr algn="ctr"/>
              <a:endParaRPr/>
            </a:p>
          </p:txBody>
        </p:sp>
        <p:sp>
          <p:nvSpPr>
            <p:cNvPr id="112" name="îṣḷiďè">
              <a:extLst>
                <a:ext uri="{FF2B5EF4-FFF2-40B4-BE49-F238E27FC236}">
                  <a16:creationId xmlns:a16="http://schemas.microsoft.com/office/drawing/2014/main" id="{7CE97482-2980-F0DA-3493-2A5C63E25FCD}"/>
                </a:ext>
              </a:extLst>
            </p:cNvPr>
            <p:cNvSpPr/>
            <p:nvPr/>
          </p:nvSpPr>
          <p:spPr>
            <a:xfrm>
              <a:off x="7931635" y="3837005"/>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grpFill/>
            <a:ln w="25400" cap="flat">
              <a:noFill/>
              <a:prstDash val="solid"/>
              <a:miter lim="400000"/>
            </a:ln>
            <a:effectLst/>
          </p:spPr>
          <p:txBody>
            <a:bodyPr anchor="ctr"/>
            <a:lstStyle/>
            <a:p>
              <a:pPr algn="ctr"/>
              <a:endParaRPr/>
            </a:p>
          </p:txBody>
        </p:sp>
        <p:sp>
          <p:nvSpPr>
            <p:cNvPr id="113" name="işḷídé">
              <a:extLst>
                <a:ext uri="{FF2B5EF4-FFF2-40B4-BE49-F238E27FC236}">
                  <a16:creationId xmlns:a16="http://schemas.microsoft.com/office/drawing/2014/main" id="{30B92F5C-7F08-8469-4C9B-0616C3EB2B56}"/>
                </a:ext>
              </a:extLst>
            </p:cNvPr>
            <p:cNvSpPr/>
            <p:nvPr/>
          </p:nvSpPr>
          <p:spPr>
            <a:xfrm>
              <a:off x="7171214" y="3107084"/>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grpFill/>
            <a:ln w="25400" cap="flat">
              <a:noFill/>
              <a:prstDash val="solid"/>
              <a:miter lim="400000"/>
            </a:ln>
            <a:effectLst/>
          </p:spPr>
          <p:txBody>
            <a:bodyPr anchor="ctr"/>
            <a:lstStyle/>
            <a:p>
              <a:pPr algn="ctr"/>
              <a:endParaRPr/>
            </a:p>
          </p:txBody>
        </p:sp>
        <p:sp>
          <p:nvSpPr>
            <p:cNvPr id="114" name="íŝḷïde">
              <a:extLst>
                <a:ext uri="{FF2B5EF4-FFF2-40B4-BE49-F238E27FC236}">
                  <a16:creationId xmlns:a16="http://schemas.microsoft.com/office/drawing/2014/main" id="{4AAD5DAF-75E5-0868-7695-A9DA7F726F58}"/>
                </a:ext>
              </a:extLst>
            </p:cNvPr>
            <p:cNvSpPr/>
            <p:nvPr/>
          </p:nvSpPr>
          <p:spPr>
            <a:xfrm>
              <a:off x="6561284" y="2785626"/>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grpFill/>
            <a:ln w="25400" cap="flat">
              <a:noFill/>
              <a:prstDash val="solid"/>
              <a:miter lim="400000"/>
            </a:ln>
            <a:effectLst/>
          </p:spPr>
          <p:txBody>
            <a:bodyPr anchor="ctr"/>
            <a:lstStyle/>
            <a:p>
              <a:pPr algn="ctr"/>
              <a:endParaRPr/>
            </a:p>
          </p:txBody>
        </p:sp>
        <p:sp>
          <p:nvSpPr>
            <p:cNvPr id="115" name="îṡľiḑe">
              <a:extLst>
                <a:ext uri="{FF2B5EF4-FFF2-40B4-BE49-F238E27FC236}">
                  <a16:creationId xmlns:a16="http://schemas.microsoft.com/office/drawing/2014/main" id="{48567140-C75F-D81D-6E1F-60D0FEBB772E}"/>
                </a:ext>
              </a:extLst>
            </p:cNvPr>
            <p:cNvSpPr/>
            <p:nvPr/>
          </p:nvSpPr>
          <p:spPr>
            <a:xfrm>
              <a:off x="5255087" y="1585911"/>
              <a:ext cx="2042366" cy="1189722"/>
            </a:xfrm>
            <a:custGeom>
              <a:avLst/>
              <a:gdLst/>
              <a:ahLst/>
              <a:cxnLst>
                <a:cxn ang="0">
                  <a:pos x="wd2" y="hd2"/>
                </a:cxn>
                <a:cxn ang="5400000">
                  <a:pos x="wd2" y="hd2"/>
                </a:cxn>
                <a:cxn ang="10800000">
                  <a:pos x="wd2" y="hd2"/>
                </a:cxn>
                <a:cxn ang="16200000">
                  <a:pos x="wd2" y="hd2"/>
                </a:cxn>
              </a:cxnLst>
              <a:rect l="0" t="0" r="r" b="b"/>
              <a:pathLst>
                <a:path w="21600" h="21600" extrusionOk="0">
                  <a:moveTo>
                    <a:pt x="20807" y="1150"/>
                  </a:moveTo>
                  <a:lnTo>
                    <a:pt x="20140" y="892"/>
                  </a:lnTo>
                  <a:lnTo>
                    <a:pt x="19827" y="747"/>
                  </a:lnTo>
                  <a:lnTo>
                    <a:pt x="19506" y="542"/>
                  </a:lnTo>
                  <a:lnTo>
                    <a:pt x="19194" y="459"/>
                  </a:lnTo>
                  <a:lnTo>
                    <a:pt x="18976" y="267"/>
                  </a:lnTo>
                  <a:lnTo>
                    <a:pt x="18803" y="212"/>
                  </a:lnTo>
                  <a:lnTo>
                    <a:pt x="18690" y="293"/>
                  </a:lnTo>
                  <a:lnTo>
                    <a:pt x="18482" y="457"/>
                  </a:lnTo>
                  <a:lnTo>
                    <a:pt x="18589" y="626"/>
                  </a:lnTo>
                  <a:lnTo>
                    <a:pt x="18799" y="626"/>
                  </a:lnTo>
                  <a:lnTo>
                    <a:pt x="18944" y="749"/>
                  </a:lnTo>
                  <a:lnTo>
                    <a:pt x="19057" y="799"/>
                  </a:lnTo>
                  <a:lnTo>
                    <a:pt x="19162" y="663"/>
                  </a:lnTo>
                  <a:lnTo>
                    <a:pt x="19282" y="649"/>
                  </a:lnTo>
                  <a:lnTo>
                    <a:pt x="19425" y="814"/>
                  </a:lnTo>
                  <a:lnTo>
                    <a:pt x="19336" y="1164"/>
                  </a:lnTo>
                  <a:lnTo>
                    <a:pt x="19232" y="1314"/>
                  </a:lnTo>
                  <a:lnTo>
                    <a:pt x="19042" y="1149"/>
                  </a:lnTo>
                  <a:lnTo>
                    <a:pt x="18875" y="1149"/>
                  </a:lnTo>
                  <a:lnTo>
                    <a:pt x="18733" y="1250"/>
                  </a:lnTo>
                  <a:lnTo>
                    <a:pt x="18426" y="1346"/>
                  </a:lnTo>
                  <a:lnTo>
                    <a:pt x="18234" y="1428"/>
                  </a:lnTo>
                  <a:lnTo>
                    <a:pt x="18001" y="1483"/>
                  </a:lnTo>
                  <a:lnTo>
                    <a:pt x="17885" y="1455"/>
                  </a:lnTo>
                  <a:lnTo>
                    <a:pt x="17764" y="1282"/>
                  </a:lnTo>
                  <a:lnTo>
                    <a:pt x="17591" y="1204"/>
                  </a:lnTo>
                  <a:lnTo>
                    <a:pt x="17472" y="1218"/>
                  </a:lnTo>
                  <a:lnTo>
                    <a:pt x="17205" y="1314"/>
                  </a:lnTo>
                  <a:lnTo>
                    <a:pt x="16942" y="1479"/>
                  </a:lnTo>
                  <a:lnTo>
                    <a:pt x="16671" y="1671"/>
                  </a:lnTo>
                  <a:lnTo>
                    <a:pt x="16451" y="1882"/>
                  </a:lnTo>
                  <a:lnTo>
                    <a:pt x="16191" y="2147"/>
                  </a:lnTo>
                  <a:lnTo>
                    <a:pt x="16038" y="2203"/>
                  </a:lnTo>
                  <a:lnTo>
                    <a:pt x="15932" y="2029"/>
                  </a:lnTo>
                  <a:lnTo>
                    <a:pt x="15829" y="1988"/>
                  </a:lnTo>
                  <a:lnTo>
                    <a:pt x="15732" y="1892"/>
                  </a:lnTo>
                  <a:lnTo>
                    <a:pt x="15762" y="1710"/>
                  </a:lnTo>
                  <a:lnTo>
                    <a:pt x="15657" y="1417"/>
                  </a:lnTo>
                  <a:lnTo>
                    <a:pt x="15517" y="1390"/>
                  </a:lnTo>
                  <a:lnTo>
                    <a:pt x="15378" y="1390"/>
                  </a:lnTo>
                  <a:lnTo>
                    <a:pt x="15253" y="1481"/>
                  </a:lnTo>
                  <a:lnTo>
                    <a:pt x="15278" y="1641"/>
                  </a:lnTo>
                  <a:lnTo>
                    <a:pt x="15392" y="1819"/>
                  </a:lnTo>
                  <a:lnTo>
                    <a:pt x="15384" y="1998"/>
                  </a:lnTo>
                  <a:lnTo>
                    <a:pt x="15457" y="2135"/>
                  </a:lnTo>
                  <a:lnTo>
                    <a:pt x="15449" y="2313"/>
                  </a:lnTo>
                  <a:lnTo>
                    <a:pt x="15372" y="2418"/>
                  </a:lnTo>
                  <a:lnTo>
                    <a:pt x="15165" y="2528"/>
                  </a:lnTo>
                  <a:lnTo>
                    <a:pt x="14864" y="2652"/>
                  </a:lnTo>
                  <a:lnTo>
                    <a:pt x="14558" y="2802"/>
                  </a:lnTo>
                  <a:lnTo>
                    <a:pt x="14501" y="2964"/>
                  </a:lnTo>
                  <a:lnTo>
                    <a:pt x="14580" y="3129"/>
                  </a:lnTo>
                  <a:lnTo>
                    <a:pt x="14535" y="3260"/>
                  </a:lnTo>
                  <a:lnTo>
                    <a:pt x="14301" y="3357"/>
                  </a:lnTo>
                  <a:lnTo>
                    <a:pt x="14167" y="3571"/>
                  </a:lnTo>
                  <a:lnTo>
                    <a:pt x="14002" y="3383"/>
                  </a:lnTo>
                  <a:lnTo>
                    <a:pt x="13882" y="3233"/>
                  </a:lnTo>
                  <a:lnTo>
                    <a:pt x="13736" y="3151"/>
                  </a:lnTo>
                  <a:lnTo>
                    <a:pt x="13601" y="3165"/>
                  </a:lnTo>
                  <a:lnTo>
                    <a:pt x="13544" y="3303"/>
                  </a:lnTo>
                  <a:lnTo>
                    <a:pt x="13684" y="3412"/>
                  </a:lnTo>
                  <a:lnTo>
                    <a:pt x="13810" y="3412"/>
                  </a:lnTo>
                  <a:lnTo>
                    <a:pt x="13898" y="3509"/>
                  </a:lnTo>
                  <a:lnTo>
                    <a:pt x="13968" y="3600"/>
                  </a:lnTo>
                  <a:lnTo>
                    <a:pt x="14044" y="3723"/>
                  </a:lnTo>
                  <a:lnTo>
                    <a:pt x="13921" y="3938"/>
                  </a:lnTo>
                  <a:lnTo>
                    <a:pt x="13743" y="3952"/>
                  </a:lnTo>
                  <a:lnTo>
                    <a:pt x="13682" y="4102"/>
                  </a:lnTo>
                  <a:lnTo>
                    <a:pt x="13545" y="4125"/>
                  </a:lnTo>
                  <a:lnTo>
                    <a:pt x="13425" y="3918"/>
                  </a:lnTo>
                  <a:lnTo>
                    <a:pt x="13296" y="3768"/>
                  </a:lnTo>
                  <a:lnTo>
                    <a:pt x="13175" y="3714"/>
                  </a:lnTo>
                  <a:lnTo>
                    <a:pt x="13055" y="3663"/>
                  </a:lnTo>
                  <a:lnTo>
                    <a:pt x="12975" y="3430"/>
                  </a:lnTo>
                  <a:lnTo>
                    <a:pt x="12892" y="3238"/>
                  </a:lnTo>
                  <a:lnTo>
                    <a:pt x="12851" y="3047"/>
                  </a:lnTo>
                  <a:lnTo>
                    <a:pt x="12766" y="2877"/>
                  </a:lnTo>
                  <a:lnTo>
                    <a:pt x="12599" y="2739"/>
                  </a:lnTo>
                  <a:lnTo>
                    <a:pt x="12494" y="2631"/>
                  </a:lnTo>
                  <a:lnTo>
                    <a:pt x="12368" y="2420"/>
                  </a:lnTo>
                  <a:lnTo>
                    <a:pt x="12304" y="2245"/>
                  </a:lnTo>
                  <a:lnTo>
                    <a:pt x="12377" y="2017"/>
                  </a:lnTo>
                  <a:lnTo>
                    <a:pt x="12699" y="2003"/>
                  </a:lnTo>
                  <a:cubicBezTo>
                    <a:pt x="12738" y="2035"/>
                    <a:pt x="12777" y="2063"/>
                    <a:pt x="12817" y="2090"/>
                  </a:cubicBezTo>
                  <a:cubicBezTo>
                    <a:pt x="12952" y="2178"/>
                    <a:pt x="13094" y="2236"/>
                    <a:pt x="13239" y="2259"/>
                  </a:cubicBezTo>
                  <a:lnTo>
                    <a:pt x="13399" y="2479"/>
                  </a:lnTo>
                  <a:lnTo>
                    <a:pt x="13603" y="2506"/>
                  </a:lnTo>
                  <a:lnTo>
                    <a:pt x="13797" y="2506"/>
                  </a:lnTo>
                  <a:cubicBezTo>
                    <a:pt x="13873" y="2506"/>
                    <a:pt x="13949" y="2506"/>
                    <a:pt x="14025" y="2506"/>
                  </a:cubicBezTo>
                  <a:cubicBezTo>
                    <a:pt x="14058" y="2506"/>
                    <a:pt x="14090" y="2506"/>
                    <a:pt x="14122" y="2506"/>
                  </a:cubicBezTo>
                  <a:lnTo>
                    <a:pt x="14251" y="2356"/>
                  </a:lnTo>
                  <a:lnTo>
                    <a:pt x="14347" y="2302"/>
                  </a:lnTo>
                  <a:lnTo>
                    <a:pt x="14484" y="2237"/>
                  </a:lnTo>
                  <a:lnTo>
                    <a:pt x="14616" y="2210"/>
                  </a:lnTo>
                  <a:lnTo>
                    <a:pt x="14613" y="2040"/>
                  </a:lnTo>
                  <a:lnTo>
                    <a:pt x="14460" y="1889"/>
                  </a:lnTo>
                  <a:lnTo>
                    <a:pt x="14355" y="1605"/>
                  </a:lnTo>
                  <a:cubicBezTo>
                    <a:pt x="14271" y="1573"/>
                    <a:pt x="14188" y="1533"/>
                    <a:pt x="14107" y="1486"/>
                  </a:cubicBezTo>
                  <a:cubicBezTo>
                    <a:pt x="14008" y="1428"/>
                    <a:pt x="13911" y="1359"/>
                    <a:pt x="13817" y="1279"/>
                  </a:cubicBezTo>
                  <a:lnTo>
                    <a:pt x="13451" y="1078"/>
                  </a:lnTo>
                  <a:lnTo>
                    <a:pt x="13212" y="945"/>
                  </a:lnTo>
                  <a:lnTo>
                    <a:pt x="12842" y="766"/>
                  </a:lnTo>
                  <a:lnTo>
                    <a:pt x="12603" y="849"/>
                  </a:lnTo>
                  <a:lnTo>
                    <a:pt x="12436" y="968"/>
                  </a:lnTo>
                  <a:lnTo>
                    <a:pt x="12291" y="899"/>
                  </a:lnTo>
                  <a:lnTo>
                    <a:pt x="12112" y="639"/>
                  </a:lnTo>
                  <a:lnTo>
                    <a:pt x="11879" y="402"/>
                  </a:lnTo>
                  <a:lnTo>
                    <a:pt x="11669" y="320"/>
                  </a:lnTo>
                  <a:lnTo>
                    <a:pt x="11486" y="252"/>
                  </a:lnTo>
                  <a:lnTo>
                    <a:pt x="11279" y="156"/>
                  </a:lnTo>
                  <a:lnTo>
                    <a:pt x="11086" y="73"/>
                  </a:lnTo>
                  <a:lnTo>
                    <a:pt x="10931" y="18"/>
                  </a:lnTo>
                  <a:lnTo>
                    <a:pt x="10715" y="114"/>
                  </a:lnTo>
                  <a:lnTo>
                    <a:pt x="10556" y="192"/>
                  </a:lnTo>
                  <a:lnTo>
                    <a:pt x="10395" y="137"/>
                  </a:lnTo>
                  <a:lnTo>
                    <a:pt x="10285" y="82"/>
                  </a:lnTo>
                  <a:lnTo>
                    <a:pt x="10146" y="27"/>
                  </a:lnTo>
                  <a:lnTo>
                    <a:pt x="10010" y="0"/>
                  </a:lnTo>
                  <a:lnTo>
                    <a:pt x="9706" y="83"/>
                  </a:lnTo>
                  <a:lnTo>
                    <a:pt x="9387" y="184"/>
                  </a:lnTo>
                  <a:lnTo>
                    <a:pt x="8981" y="564"/>
                  </a:lnTo>
                  <a:lnTo>
                    <a:pt x="8797" y="728"/>
                  </a:lnTo>
                  <a:lnTo>
                    <a:pt x="8584" y="783"/>
                  </a:lnTo>
                  <a:lnTo>
                    <a:pt x="8320" y="915"/>
                  </a:lnTo>
                  <a:lnTo>
                    <a:pt x="8160" y="996"/>
                  </a:lnTo>
                  <a:lnTo>
                    <a:pt x="7967" y="1147"/>
                  </a:lnTo>
                  <a:lnTo>
                    <a:pt x="7886" y="1297"/>
                  </a:lnTo>
                  <a:lnTo>
                    <a:pt x="7888" y="1470"/>
                  </a:lnTo>
                  <a:lnTo>
                    <a:pt x="7855" y="1675"/>
                  </a:lnTo>
                  <a:lnTo>
                    <a:pt x="7776" y="1784"/>
                  </a:lnTo>
                  <a:lnTo>
                    <a:pt x="7655" y="1839"/>
                  </a:lnTo>
                  <a:lnTo>
                    <a:pt x="7530" y="1894"/>
                  </a:lnTo>
                  <a:lnTo>
                    <a:pt x="7376" y="2183"/>
                  </a:lnTo>
                  <a:lnTo>
                    <a:pt x="7276" y="2430"/>
                  </a:lnTo>
                  <a:lnTo>
                    <a:pt x="7123" y="2673"/>
                  </a:lnTo>
                  <a:lnTo>
                    <a:pt x="7099" y="2824"/>
                  </a:lnTo>
                  <a:lnTo>
                    <a:pt x="7051" y="3056"/>
                  </a:lnTo>
                  <a:lnTo>
                    <a:pt x="6924" y="3316"/>
                  </a:lnTo>
                  <a:lnTo>
                    <a:pt x="6795" y="3550"/>
                  </a:lnTo>
                  <a:lnTo>
                    <a:pt x="6610" y="3688"/>
                  </a:lnTo>
                  <a:lnTo>
                    <a:pt x="6375" y="3930"/>
                  </a:lnTo>
                  <a:lnTo>
                    <a:pt x="6295" y="4053"/>
                  </a:lnTo>
                  <a:lnTo>
                    <a:pt x="6207" y="4241"/>
                  </a:lnTo>
                  <a:lnTo>
                    <a:pt x="6072" y="4323"/>
                  </a:lnTo>
                  <a:lnTo>
                    <a:pt x="5796" y="4429"/>
                  </a:lnTo>
                  <a:lnTo>
                    <a:pt x="5615" y="4524"/>
                  </a:lnTo>
                  <a:lnTo>
                    <a:pt x="5511" y="4647"/>
                  </a:lnTo>
                  <a:lnTo>
                    <a:pt x="5386" y="4780"/>
                  </a:lnTo>
                  <a:lnTo>
                    <a:pt x="5249" y="4999"/>
                  </a:lnTo>
                  <a:lnTo>
                    <a:pt x="5158" y="5155"/>
                  </a:lnTo>
                  <a:lnTo>
                    <a:pt x="5088" y="5329"/>
                  </a:lnTo>
                  <a:lnTo>
                    <a:pt x="5065" y="5480"/>
                  </a:lnTo>
                  <a:lnTo>
                    <a:pt x="5065" y="5754"/>
                  </a:lnTo>
                  <a:lnTo>
                    <a:pt x="5089" y="5900"/>
                  </a:lnTo>
                  <a:lnTo>
                    <a:pt x="5118" y="6123"/>
                  </a:lnTo>
                  <a:lnTo>
                    <a:pt x="5094" y="6315"/>
                  </a:lnTo>
                  <a:lnTo>
                    <a:pt x="5118" y="6590"/>
                  </a:lnTo>
                  <a:lnTo>
                    <a:pt x="5312" y="6948"/>
                  </a:lnTo>
                  <a:lnTo>
                    <a:pt x="5497" y="7278"/>
                  </a:lnTo>
                  <a:lnTo>
                    <a:pt x="5698" y="7360"/>
                  </a:lnTo>
                  <a:lnTo>
                    <a:pt x="6010" y="7347"/>
                  </a:lnTo>
                  <a:lnTo>
                    <a:pt x="6179" y="7123"/>
                  </a:lnTo>
                  <a:lnTo>
                    <a:pt x="6421" y="6806"/>
                  </a:lnTo>
                  <a:lnTo>
                    <a:pt x="6673" y="6770"/>
                  </a:lnTo>
                  <a:lnTo>
                    <a:pt x="6722" y="7029"/>
                  </a:lnTo>
                  <a:lnTo>
                    <a:pt x="6859" y="7341"/>
                  </a:lnTo>
                  <a:lnTo>
                    <a:pt x="6923" y="7657"/>
                  </a:lnTo>
                  <a:lnTo>
                    <a:pt x="7026" y="7817"/>
                  </a:lnTo>
                  <a:lnTo>
                    <a:pt x="7026" y="8065"/>
                  </a:lnTo>
                  <a:lnTo>
                    <a:pt x="7034" y="8312"/>
                  </a:lnTo>
                  <a:lnTo>
                    <a:pt x="7120" y="8458"/>
                  </a:lnTo>
                  <a:lnTo>
                    <a:pt x="7192" y="8650"/>
                  </a:lnTo>
                  <a:lnTo>
                    <a:pt x="7493" y="8925"/>
                  </a:lnTo>
                  <a:lnTo>
                    <a:pt x="7581" y="8833"/>
                  </a:lnTo>
                  <a:lnTo>
                    <a:pt x="7850" y="8512"/>
                  </a:lnTo>
                  <a:lnTo>
                    <a:pt x="7962" y="8471"/>
                  </a:lnTo>
                  <a:lnTo>
                    <a:pt x="8086" y="8224"/>
                  </a:lnTo>
                  <a:lnTo>
                    <a:pt x="8142" y="7954"/>
                  </a:lnTo>
                  <a:lnTo>
                    <a:pt x="8118" y="7546"/>
                  </a:lnTo>
                  <a:lnTo>
                    <a:pt x="8183" y="7331"/>
                  </a:lnTo>
                  <a:lnTo>
                    <a:pt x="8408" y="7069"/>
                  </a:lnTo>
                  <a:lnTo>
                    <a:pt x="8596" y="6868"/>
                  </a:lnTo>
                  <a:lnTo>
                    <a:pt x="8782" y="6652"/>
                  </a:lnTo>
                  <a:lnTo>
                    <a:pt x="8870" y="6378"/>
                  </a:lnTo>
                  <a:lnTo>
                    <a:pt x="8870" y="6199"/>
                  </a:lnTo>
                  <a:lnTo>
                    <a:pt x="8675" y="6099"/>
                  </a:lnTo>
                  <a:lnTo>
                    <a:pt x="8400" y="5782"/>
                  </a:lnTo>
                  <a:cubicBezTo>
                    <a:pt x="8345" y="5725"/>
                    <a:pt x="8303" y="5638"/>
                    <a:pt x="8280" y="5535"/>
                  </a:cubicBezTo>
                  <a:cubicBezTo>
                    <a:pt x="8253" y="5415"/>
                    <a:pt x="8255" y="5284"/>
                    <a:pt x="8280" y="5163"/>
                  </a:cubicBezTo>
                  <a:cubicBezTo>
                    <a:pt x="8308" y="5024"/>
                    <a:pt x="8366" y="4907"/>
                    <a:pt x="8441" y="4834"/>
                  </a:cubicBezTo>
                  <a:cubicBezTo>
                    <a:pt x="8456" y="4723"/>
                    <a:pt x="8474" y="4613"/>
                    <a:pt x="8494" y="4505"/>
                  </a:cubicBezTo>
                  <a:cubicBezTo>
                    <a:pt x="8510" y="4424"/>
                    <a:pt x="8527" y="4342"/>
                    <a:pt x="8558" y="4276"/>
                  </a:cubicBezTo>
                  <a:cubicBezTo>
                    <a:pt x="8643" y="4100"/>
                    <a:pt x="8795" y="4075"/>
                    <a:pt x="8897" y="4221"/>
                  </a:cubicBezTo>
                  <a:cubicBezTo>
                    <a:pt x="8958" y="4155"/>
                    <a:pt x="9013" y="4077"/>
                    <a:pt x="9061" y="3987"/>
                  </a:cubicBezTo>
                  <a:cubicBezTo>
                    <a:pt x="9136" y="3848"/>
                    <a:pt x="9193" y="3684"/>
                    <a:pt x="9260" y="3534"/>
                  </a:cubicBezTo>
                  <a:cubicBezTo>
                    <a:pt x="9306" y="3430"/>
                    <a:pt x="9356" y="3332"/>
                    <a:pt x="9405" y="3232"/>
                  </a:cubicBezTo>
                  <a:cubicBezTo>
                    <a:pt x="9452" y="3137"/>
                    <a:pt x="9497" y="3041"/>
                    <a:pt x="9542" y="2943"/>
                  </a:cubicBezTo>
                  <a:lnTo>
                    <a:pt x="9832" y="2723"/>
                  </a:lnTo>
                  <a:lnTo>
                    <a:pt x="9993" y="2545"/>
                  </a:lnTo>
                  <a:lnTo>
                    <a:pt x="10111" y="2705"/>
                  </a:lnTo>
                  <a:lnTo>
                    <a:pt x="10183" y="2884"/>
                  </a:lnTo>
                  <a:lnTo>
                    <a:pt x="10183" y="3144"/>
                  </a:lnTo>
                  <a:lnTo>
                    <a:pt x="10098" y="3332"/>
                  </a:lnTo>
                  <a:lnTo>
                    <a:pt x="10098" y="3689"/>
                  </a:lnTo>
                  <a:lnTo>
                    <a:pt x="10082" y="3859"/>
                  </a:lnTo>
                  <a:lnTo>
                    <a:pt x="9930" y="3957"/>
                  </a:lnTo>
                  <a:lnTo>
                    <a:pt x="9906" y="4204"/>
                  </a:lnTo>
                  <a:lnTo>
                    <a:pt x="9849" y="4492"/>
                  </a:lnTo>
                  <a:lnTo>
                    <a:pt x="9683" y="4633"/>
                  </a:lnTo>
                  <a:lnTo>
                    <a:pt x="9586" y="4780"/>
                  </a:lnTo>
                  <a:lnTo>
                    <a:pt x="9482" y="5082"/>
                  </a:lnTo>
                  <a:lnTo>
                    <a:pt x="9514" y="5403"/>
                  </a:lnTo>
                  <a:lnTo>
                    <a:pt x="9716" y="5586"/>
                  </a:lnTo>
                  <a:cubicBezTo>
                    <a:pt x="9796" y="5549"/>
                    <a:pt x="9881" y="5586"/>
                    <a:pt x="9941" y="5682"/>
                  </a:cubicBezTo>
                  <a:cubicBezTo>
                    <a:pt x="9990" y="5760"/>
                    <a:pt x="10017" y="5871"/>
                    <a:pt x="10065" y="5951"/>
                  </a:cubicBezTo>
                  <a:cubicBezTo>
                    <a:pt x="10132" y="6062"/>
                    <a:pt x="10229" y="6103"/>
                    <a:pt x="10318" y="6056"/>
                  </a:cubicBezTo>
                  <a:lnTo>
                    <a:pt x="10508" y="6070"/>
                  </a:lnTo>
                  <a:lnTo>
                    <a:pt x="10731" y="6002"/>
                  </a:lnTo>
                  <a:lnTo>
                    <a:pt x="10946" y="5851"/>
                  </a:lnTo>
                  <a:lnTo>
                    <a:pt x="11105" y="5786"/>
                  </a:lnTo>
                  <a:lnTo>
                    <a:pt x="11391" y="5848"/>
                  </a:lnTo>
                  <a:lnTo>
                    <a:pt x="11503" y="6039"/>
                  </a:lnTo>
                  <a:lnTo>
                    <a:pt x="11785" y="6094"/>
                  </a:lnTo>
                  <a:lnTo>
                    <a:pt x="11854" y="6226"/>
                  </a:lnTo>
                  <a:lnTo>
                    <a:pt x="11801" y="6390"/>
                  </a:lnTo>
                  <a:lnTo>
                    <a:pt x="11600" y="6542"/>
                  </a:lnTo>
                  <a:lnTo>
                    <a:pt x="11427" y="6730"/>
                  </a:lnTo>
                  <a:lnTo>
                    <a:pt x="11242" y="6739"/>
                  </a:lnTo>
                  <a:lnTo>
                    <a:pt x="11084" y="6698"/>
                  </a:lnTo>
                  <a:lnTo>
                    <a:pt x="10942" y="6629"/>
                  </a:lnTo>
                  <a:lnTo>
                    <a:pt x="10752" y="6588"/>
                  </a:lnTo>
                  <a:lnTo>
                    <a:pt x="10578" y="6629"/>
                  </a:lnTo>
                  <a:lnTo>
                    <a:pt x="10435" y="6670"/>
                  </a:lnTo>
                  <a:lnTo>
                    <a:pt x="10291" y="6748"/>
                  </a:lnTo>
                  <a:lnTo>
                    <a:pt x="10218" y="6936"/>
                  </a:lnTo>
                  <a:lnTo>
                    <a:pt x="10315" y="7045"/>
                  </a:lnTo>
                  <a:lnTo>
                    <a:pt x="10580" y="7535"/>
                  </a:lnTo>
                  <a:lnTo>
                    <a:pt x="10580" y="7737"/>
                  </a:lnTo>
                  <a:lnTo>
                    <a:pt x="10500" y="7925"/>
                  </a:lnTo>
                  <a:lnTo>
                    <a:pt x="10333" y="8021"/>
                  </a:lnTo>
                  <a:lnTo>
                    <a:pt x="10285" y="8145"/>
                  </a:lnTo>
                  <a:lnTo>
                    <a:pt x="10181" y="8076"/>
                  </a:lnTo>
                  <a:lnTo>
                    <a:pt x="10133" y="7815"/>
                  </a:lnTo>
                  <a:lnTo>
                    <a:pt x="10012" y="7706"/>
                  </a:lnTo>
                  <a:lnTo>
                    <a:pt x="9771" y="7733"/>
                  </a:lnTo>
                  <a:lnTo>
                    <a:pt x="9701" y="7811"/>
                  </a:lnTo>
                  <a:lnTo>
                    <a:pt x="9701" y="8017"/>
                  </a:lnTo>
                  <a:lnTo>
                    <a:pt x="9581" y="8163"/>
                  </a:lnTo>
                  <a:lnTo>
                    <a:pt x="9597" y="8488"/>
                  </a:lnTo>
                  <a:lnTo>
                    <a:pt x="9637" y="8686"/>
                  </a:lnTo>
                  <a:lnTo>
                    <a:pt x="9693" y="8944"/>
                  </a:lnTo>
                  <a:lnTo>
                    <a:pt x="9588" y="9131"/>
                  </a:lnTo>
                  <a:lnTo>
                    <a:pt x="9435" y="9310"/>
                  </a:lnTo>
                  <a:lnTo>
                    <a:pt x="9298" y="9530"/>
                  </a:lnTo>
                  <a:lnTo>
                    <a:pt x="9180" y="9627"/>
                  </a:lnTo>
                  <a:lnTo>
                    <a:pt x="9092" y="9735"/>
                  </a:lnTo>
                  <a:lnTo>
                    <a:pt x="8983" y="9736"/>
                  </a:lnTo>
                  <a:cubicBezTo>
                    <a:pt x="8962" y="9703"/>
                    <a:pt x="8942" y="9671"/>
                    <a:pt x="8921" y="9640"/>
                  </a:cubicBezTo>
                  <a:cubicBezTo>
                    <a:pt x="8891" y="9595"/>
                    <a:pt x="8861" y="9551"/>
                    <a:pt x="8830" y="9508"/>
                  </a:cubicBezTo>
                  <a:lnTo>
                    <a:pt x="8564" y="9467"/>
                  </a:lnTo>
                  <a:lnTo>
                    <a:pt x="8300" y="9659"/>
                  </a:lnTo>
                  <a:lnTo>
                    <a:pt x="7986" y="9865"/>
                  </a:lnTo>
                  <a:lnTo>
                    <a:pt x="7905" y="9974"/>
                  </a:lnTo>
                  <a:lnTo>
                    <a:pt x="7739" y="10070"/>
                  </a:lnTo>
                  <a:lnTo>
                    <a:pt x="7634" y="10001"/>
                  </a:lnTo>
                  <a:lnTo>
                    <a:pt x="7465" y="9864"/>
                  </a:lnTo>
                  <a:lnTo>
                    <a:pt x="7314" y="9781"/>
                  </a:lnTo>
                  <a:lnTo>
                    <a:pt x="7226" y="9644"/>
                  </a:lnTo>
                  <a:lnTo>
                    <a:pt x="7149" y="9740"/>
                  </a:lnTo>
                  <a:lnTo>
                    <a:pt x="6975" y="9746"/>
                  </a:lnTo>
                  <a:lnTo>
                    <a:pt x="6769" y="9966"/>
                  </a:lnTo>
                  <a:lnTo>
                    <a:pt x="6586" y="9828"/>
                  </a:lnTo>
                  <a:lnTo>
                    <a:pt x="6498" y="9655"/>
                  </a:lnTo>
                  <a:lnTo>
                    <a:pt x="6359" y="9499"/>
                  </a:lnTo>
                  <a:lnTo>
                    <a:pt x="6246" y="9210"/>
                  </a:lnTo>
                  <a:lnTo>
                    <a:pt x="6332" y="9059"/>
                  </a:lnTo>
                  <a:lnTo>
                    <a:pt x="6468" y="9059"/>
                  </a:lnTo>
                  <a:lnTo>
                    <a:pt x="6436" y="9269"/>
                  </a:lnTo>
                  <a:lnTo>
                    <a:pt x="6594" y="9356"/>
                  </a:lnTo>
                  <a:lnTo>
                    <a:pt x="6642" y="9122"/>
                  </a:lnTo>
                  <a:lnTo>
                    <a:pt x="6779" y="9264"/>
                  </a:lnTo>
                  <a:lnTo>
                    <a:pt x="6939" y="9386"/>
                  </a:lnTo>
                  <a:lnTo>
                    <a:pt x="7020" y="9181"/>
                  </a:lnTo>
                  <a:lnTo>
                    <a:pt x="7095" y="8939"/>
                  </a:lnTo>
                  <a:lnTo>
                    <a:pt x="7009" y="8646"/>
                  </a:lnTo>
                  <a:lnTo>
                    <a:pt x="6883" y="8491"/>
                  </a:lnTo>
                  <a:lnTo>
                    <a:pt x="6741" y="8555"/>
                  </a:lnTo>
                  <a:lnTo>
                    <a:pt x="6645" y="8802"/>
                  </a:lnTo>
                  <a:lnTo>
                    <a:pt x="6668" y="8966"/>
                  </a:lnTo>
                  <a:lnTo>
                    <a:pt x="6572" y="8980"/>
                  </a:lnTo>
                  <a:lnTo>
                    <a:pt x="6524" y="8733"/>
                  </a:lnTo>
                  <a:lnTo>
                    <a:pt x="6425" y="8870"/>
                  </a:lnTo>
                  <a:lnTo>
                    <a:pt x="6282" y="8896"/>
                  </a:lnTo>
                  <a:lnTo>
                    <a:pt x="6298" y="8622"/>
                  </a:lnTo>
                  <a:lnTo>
                    <a:pt x="6338" y="8473"/>
                  </a:lnTo>
                  <a:lnTo>
                    <a:pt x="6394" y="8309"/>
                  </a:lnTo>
                  <a:lnTo>
                    <a:pt x="6394" y="7953"/>
                  </a:lnTo>
                  <a:lnTo>
                    <a:pt x="6380" y="7651"/>
                  </a:lnTo>
                  <a:lnTo>
                    <a:pt x="6254" y="7719"/>
                  </a:lnTo>
                  <a:lnTo>
                    <a:pt x="6189" y="7989"/>
                  </a:lnTo>
                  <a:lnTo>
                    <a:pt x="6096" y="8126"/>
                  </a:lnTo>
                  <a:lnTo>
                    <a:pt x="5932" y="8300"/>
                  </a:lnTo>
                  <a:lnTo>
                    <a:pt x="5836" y="8520"/>
                  </a:lnTo>
                  <a:lnTo>
                    <a:pt x="5819" y="8717"/>
                  </a:lnTo>
                  <a:lnTo>
                    <a:pt x="5921" y="8917"/>
                  </a:lnTo>
                  <a:lnTo>
                    <a:pt x="5974" y="9081"/>
                  </a:lnTo>
                  <a:lnTo>
                    <a:pt x="5934" y="9324"/>
                  </a:lnTo>
                  <a:lnTo>
                    <a:pt x="6004" y="9512"/>
                  </a:lnTo>
                  <a:lnTo>
                    <a:pt x="6235" y="9416"/>
                  </a:lnTo>
                  <a:lnTo>
                    <a:pt x="6253" y="9581"/>
                  </a:lnTo>
                  <a:lnTo>
                    <a:pt x="6088" y="9704"/>
                  </a:lnTo>
                  <a:lnTo>
                    <a:pt x="6016" y="9787"/>
                  </a:lnTo>
                  <a:lnTo>
                    <a:pt x="5983" y="10057"/>
                  </a:lnTo>
                  <a:lnTo>
                    <a:pt x="5865" y="10144"/>
                  </a:lnTo>
                  <a:lnTo>
                    <a:pt x="5664" y="10172"/>
                  </a:lnTo>
                  <a:lnTo>
                    <a:pt x="5506" y="10172"/>
                  </a:lnTo>
                  <a:lnTo>
                    <a:pt x="5370" y="10240"/>
                  </a:lnTo>
                  <a:lnTo>
                    <a:pt x="5273" y="10337"/>
                  </a:lnTo>
                  <a:lnTo>
                    <a:pt x="5101" y="10364"/>
                  </a:lnTo>
                  <a:lnTo>
                    <a:pt x="5002" y="10364"/>
                  </a:lnTo>
                  <a:lnTo>
                    <a:pt x="4982" y="10538"/>
                  </a:lnTo>
                  <a:lnTo>
                    <a:pt x="4867" y="10739"/>
                  </a:lnTo>
                  <a:lnTo>
                    <a:pt x="4738" y="10945"/>
                  </a:lnTo>
                  <a:lnTo>
                    <a:pt x="4563" y="11169"/>
                  </a:lnTo>
                  <a:lnTo>
                    <a:pt x="4385" y="11316"/>
                  </a:lnTo>
                  <a:lnTo>
                    <a:pt x="4328" y="11463"/>
                  </a:lnTo>
                  <a:lnTo>
                    <a:pt x="4152" y="11706"/>
                  </a:lnTo>
                  <a:lnTo>
                    <a:pt x="4065" y="11719"/>
                  </a:lnTo>
                  <a:lnTo>
                    <a:pt x="3934" y="11751"/>
                  </a:lnTo>
                  <a:lnTo>
                    <a:pt x="3849" y="11911"/>
                  </a:lnTo>
                  <a:lnTo>
                    <a:pt x="3781" y="12158"/>
                  </a:lnTo>
                  <a:lnTo>
                    <a:pt x="3725" y="12255"/>
                  </a:lnTo>
                  <a:lnTo>
                    <a:pt x="3603" y="12585"/>
                  </a:lnTo>
                  <a:lnTo>
                    <a:pt x="3316" y="12676"/>
                  </a:lnTo>
                  <a:lnTo>
                    <a:pt x="3265" y="12951"/>
                  </a:lnTo>
                  <a:lnTo>
                    <a:pt x="3134" y="12987"/>
                  </a:lnTo>
                  <a:lnTo>
                    <a:pt x="3035" y="12919"/>
                  </a:lnTo>
                  <a:lnTo>
                    <a:pt x="2939" y="12754"/>
                  </a:lnTo>
                  <a:cubicBezTo>
                    <a:pt x="2886" y="12812"/>
                    <a:pt x="2837" y="12876"/>
                    <a:pt x="2790" y="12947"/>
                  </a:cubicBezTo>
                  <a:cubicBezTo>
                    <a:pt x="2744" y="13015"/>
                    <a:pt x="2702" y="13088"/>
                    <a:pt x="2663" y="13166"/>
                  </a:cubicBezTo>
                  <a:lnTo>
                    <a:pt x="2511" y="13235"/>
                  </a:lnTo>
                  <a:lnTo>
                    <a:pt x="2334" y="13327"/>
                  </a:lnTo>
                  <a:lnTo>
                    <a:pt x="2256" y="13258"/>
                  </a:lnTo>
                  <a:lnTo>
                    <a:pt x="2079" y="13176"/>
                  </a:lnTo>
                  <a:lnTo>
                    <a:pt x="1886" y="13313"/>
                  </a:lnTo>
                  <a:lnTo>
                    <a:pt x="1701" y="13451"/>
                  </a:lnTo>
                  <a:lnTo>
                    <a:pt x="1776" y="13589"/>
                  </a:lnTo>
                  <a:lnTo>
                    <a:pt x="1890" y="13693"/>
                  </a:lnTo>
                  <a:lnTo>
                    <a:pt x="2105" y="13776"/>
                  </a:lnTo>
                  <a:lnTo>
                    <a:pt x="2379" y="13955"/>
                  </a:lnTo>
                  <a:lnTo>
                    <a:pt x="2554" y="14129"/>
                  </a:lnTo>
                  <a:lnTo>
                    <a:pt x="2659" y="14413"/>
                  </a:lnTo>
                  <a:lnTo>
                    <a:pt x="2704" y="14587"/>
                  </a:lnTo>
                  <a:lnTo>
                    <a:pt x="2768" y="14861"/>
                  </a:lnTo>
                  <a:lnTo>
                    <a:pt x="2792" y="15475"/>
                  </a:lnTo>
                  <a:lnTo>
                    <a:pt x="2771" y="15814"/>
                  </a:lnTo>
                  <a:cubicBezTo>
                    <a:pt x="2745" y="15996"/>
                    <a:pt x="2708" y="16172"/>
                    <a:pt x="2661" y="16341"/>
                  </a:cubicBezTo>
                  <a:cubicBezTo>
                    <a:pt x="2629" y="16460"/>
                    <a:pt x="2591" y="16574"/>
                    <a:pt x="2549" y="16684"/>
                  </a:cubicBezTo>
                  <a:lnTo>
                    <a:pt x="2342" y="16817"/>
                  </a:lnTo>
                  <a:lnTo>
                    <a:pt x="2030" y="16830"/>
                  </a:lnTo>
                  <a:lnTo>
                    <a:pt x="1856" y="16830"/>
                  </a:lnTo>
                  <a:lnTo>
                    <a:pt x="1549" y="16804"/>
                  </a:lnTo>
                  <a:lnTo>
                    <a:pt x="1329" y="16707"/>
                  </a:lnTo>
                  <a:lnTo>
                    <a:pt x="970" y="16537"/>
                  </a:lnTo>
                  <a:lnTo>
                    <a:pt x="739" y="16469"/>
                  </a:lnTo>
                  <a:lnTo>
                    <a:pt x="478" y="16547"/>
                  </a:lnTo>
                  <a:lnTo>
                    <a:pt x="293" y="16647"/>
                  </a:lnTo>
                  <a:lnTo>
                    <a:pt x="164" y="17042"/>
                  </a:lnTo>
                  <a:lnTo>
                    <a:pt x="199" y="17371"/>
                  </a:lnTo>
                  <a:lnTo>
                    <a:pt x="231" y="17765"/>
                  </a:lnTo>
                  <a:lnTo>
                    <a:pt x="199" y="18217"/>
                  </a:lnTo>
                  <a:lnTo>
                    <a:pt x="86" y="18602"/>
                  </a:lnTo>
                  <a:lnTo>
                    <a:pt x="24" y="19028"/>
                  </a:lnTo>
                  <a:lnTo>
                    <a:pt x="0" y="19390"/>
                  </a:lnTo>
                  <a:lnTo>
                    <a:pt x="32" y="19623"/>
                  </a:lnTo>
                  <a:lnTo>
                    <a:pt x="105" y="19880"/>
                  </a:lnTo>
                  <a:lnTo>
                    <a:pt x="97" y="20137"/>
                  </a:lnTo>
                  <a:lnTo>
                    <a:pt x="40" y="20343"/>
                  </a:lnTo>
                  <a:lnTo>
                    <a:pt x="81" y="20612"/>
                  </a:lnTo>
                  <a:lnTo>
                    <a:pt x="245" y="20708"/>
                  </a:lnTo>
                  <a:lnTo>
                    <a:pt x="417" y="20644"/>
                  </a:lnTo>
                  <a:lnTo>
                    <a:pt x="624" y="20794"/>
                  </a:lnTo>
                  <a:lnTo>
                    <a:pt x="693" y="20881"/>
                  </a:lnTo>
                  <a:lnTo>
                    <a:pt x="1007" y="21211"/>
                  </a:lnTo>
                  <a:lnTo>
                    <a:pt x="1064" y="21408"/>
                  </a:lnTo>
                  <a:lnTo>
                    <a:pt x="1160" y="21436"/>
                  </a:lnTo>
                  <a:lnTo>
                    <a:pt x="1241" y="21600"/>
                  </a:lnTo>
                  <a:lnTo>
                    <a:pt x="1286" y="21437"/>
                  </a:lnTo>
                  <a:lnTo>
                    <a:pt x="1286" y="21236"/>
                  </a:lnTo>
                  <a:lnTo>
                    <a:pt x="1358" y="21119"/>
                  </a:lnTo>
                  <a:lnTo>
                    <a:pt x="1562" y="21092"/>
                  </a:lnTo>
                  <a:lnTo>
                    <a:pt x="1667" y="21105"/>
                  </a:lnTo>
                  <a:cubicBezTo>
                    <a:pt x="1731" y="21119"/>
                    <a:pt x="1796" y="21128"/>
                    <a:pt x="1860" y="21133"/>
                  </a:cubicBezTo>
                  <a:cubicBezTo>
                    <a:pt x="1936" y="21139"/>
                    <a:pt x="2011" y="21139"/>
                    <a:pt x="2086" y="21133"/>
                  </a:cubicBezTo>
                  <a:lnTo>
                    <a:pt x="2247" y="21051"/>
                  </a:lnTo>
                  <a:lnTo>
                    <a:pt x="2333" y="20941"/>
                  </a:lnTo>
                  <a:lnTo>
                    <a:pt x="2422" y="20693"/>
                  </a:lnTo>
                  <a:lnTo>
                    <a:pt x="2519" y="20556"/>
                  </a:lnTo>
                  <a:lnTo>
                    <a:pt x="2655" y="20387"/>
                  </a:lnTo>
                  <a:lnTo>
                    <a:pt x="2784" y="20214"/>
                  </a:lnTo>
                  <a:lnTo>
                    <a:pt x="2897" y="20063"/>
                  </a:lnTo>
                  <a:lnTo>
                    <a:pt x="2921" y="19885"/>
                  </a:lnTo>
                  <a:lnTo>
                    <a:pt x="2921" y="19541"/>
                  </a:lnTo>
                  <a:lnTo>
                    <a:pt x="2969" y="19349"/>
                  </a:lnTo>
                  <a:lnTo>
                    <a:pt x="3039" y="19161"/>
                  </a:lnTo>
                  <a:lnTo>
                    <a:pt x="3241" y="18748"/>
                  </a:lnTo>
                  <a:lnTo>
                    <a:pt x="3257" y="18515"/>
                  </a:lnTo>
                  <a:cubicBezTo>
                    <a:pt x="3267" y="18464"/>
                    <a:pt x="3283" y="18417"/>
                    <a:pt x="3305" y="18379"/>
                  </a:cubicBezTo>
                  <a:cubicBezTo>
                    <a:pt x="3367" y="18269"/>
                    <a:pt x="3459" y="18240"/>
                    <a:pt x="3541" y="18187"/>
                  </a:cubicBezTo>
                  <a:cubicBezTo>
                    <a:pt x="3616" y="18139"/>
                    <a:pt x="3685" y="18071"/>
                    <a:pt x="3745" y="17985"/>
                  </a:cubicBezTo>
                  <a:lnTo>
                    <a:pt x="3923" y="17728"/>
                  </a:lnTo>
                  <a:lnTo>
                    <a:pt x="4081" y="17581"/>
                  </a:lnTo>
                  <a:lnTo>
                    <a:pt x="4167" y="17554"/>
                  </a:lnTo>
                  <a:lnTo>
                    <a:pt x="4059" y="17247"/>
                  </a:lnTo>
                  <a:lnTo>
                    <a:pt x="3955" y="17261"/>
                  </a:lnTo>
                  <a:lnTo>
                    <a:pt x="3938" y="16973"/>
                  </a:lnTo>
                  <a:lnTo>
                    <a:pt x="4118" y="16859"/>
                  </a:lnTo>
                  <a:lnTo>
                    <a:pt x="4354" y="16726"/>
                  </a:lnTo>
                  <a:lnTo>
                    <a:pt x="4432" y="16658"/>
                  </a:lnTo>
                  <a:lnTo>
                    <a:pt x="4620" y="16554"/>
                  </a:lnTo>
                  <a:lnTo>
                    <a:pt x="4738" y="16663"/>
                  </a:lnTo>
                  <a:lnTo>
                    <a:pt x="4945" y="16842"/>
                  </a:lnTo>
                  <a:lnTo>
                    <a:pt x="5057" y="16801"/>
                  </a:lnTo>
                  <a:lnTo>
                    <a:pt x="5270" y="16614"/>
                  </a:lnTo>
                  <a:cubicBezTo>
                    <a:pt x="5348" y="16588"/>
                    <a:pt x="5424" y="16547"/>
                    <a:pt x="5495" y="16490"/>
                  </a:cubicBezTo>
                  <a:cubicBezTo>
                    <a:pt x="5582" y="16422"/>
                    <a:pt x="5661" y="16332"/>
                    <a:pt x="5732" y="16224"/>
                  </a:cubicBezTo>
                  <a:lnTo>
                    <a:pt x="5896" y="16096"/>
                  </a:lnTo>
                  <a:lnTo>
                    <a:pt x="6009" y="16027"/>
                  </a:lnTo>
                  <a:lnTo>
                    <a:pt x="6185" y="15959"/>
                  </a:lnTo>
                  <a:lnTo>
                    <a:pt x="6336" y="16187"/>
                  </a:lnTo>
                  <a:lnTo>
                    <a:pt x="6513" y="16558"/>
                  </a:lnTo>
                  <a:lnTo>
                    <a:pt x="6478" y="16957"/>
                  </a:lnTo>
                  <a:lnTo>
                    <a:pt x="6566" y="17191"/>
                  </a:lnTo>
                  <a:cubicBezTo>
                    <a:pt x="6627" y="17266"/>
                    <a:pt x="6693" y="17327"/>
                    <a:pt x="6762" y="17374"/>
                  </a:cubicBezTo>
                  <a:cubicBezTo>
                    <a:pt x="6828" y="17418"/>
                    <a:pt x="6896" y="17449"/>
                    <a:pt x="6961" y="17493"/>
                  </a:cubicBezTo>
                  <a:cubicBezTo>
                    <a:pt x="7076" y="17571"/>
                    <a:pt x="7181" y="17688"/>
                    <a:pt x="7268" y="17837"/>
                  </a:cubicBezTo>
                  <a:lnTo>
                    <a:pt x="7381" y="17960"/>
                  </a:lnTo>
                  <a:lnTo>
                    <a:pt x="7502" y="18097"/>
                  </a:lnTo>
                  <a:lnTo>
                    <a:pt x="7652" y="18230"/>
                  </a:lnTo>
                  <a:lnTo>
                    <a:pt x="7765" y="18312"/>
                  </a:lnTo>
                  <a:lnTo>
                    <a:pt x="7950" y="18500"/>
                  </a:lnTo>
                  <a:lnTo>
                    <a:pt x="8004" y="18619"/>
                  </a:lnTo>
                  <a:lnTo>
                    <a:pt x="8122" y="18894"/>
                  </a:lnTo>
                  <a:lnTo>
                    <a:pt x="8273" y="19251"/>
                  </a:lnTo>
                  <a:lnTo>
                    <a:pt x="8399" y="19535"/>
                  </a:lnTo>
                  <a:lnTo>
                    <a:pt x="8203" y="19705"/>
                  </a:lnTo>
                  <a:lnTo>
                    <a:pt x="8232" y="19896"/>
                  </a:lnTo>
                  <a:lnTo>
                    <a:pt x="8184" y="20192"/>
                  </a:lnTo>
                  <a:lnTo>
                    <a:pt x="8313" y="20256"/>
                  </a:lnTo>
                  <a:lnTo>
                    <a:pt x="8369" y="20092"/>
                  </a:lnTo>
                  <a:lnTo>
                    <a:pt x="8471" y="19927"/>
                  </a:lnTo>
                  <a:lnTo>
                    <a:pt x="8584" y="19703"/>
                  </a:lnTo>
                  <a:lnTo>
                    <a:pt x="8621" y="19542"/>
                  </a:lnTo>
                  <a:lnTo>
                    <a:pt x="8570" y="19314"/>
                  </a:lnTo>
                  <a:lnTo>
                    <a:pt x="8522" y="19090"/>
                  </a:lnTo>
                  <a:lnTo>
                    <a:pt x="8493" y="18927"/>
                  </a:lnTo>
                  <a:lnTo>
                    <a:pt x="8573" y="18716"/>
                  </a:lnTo>
                  <a:lnTo>
                    <a:pt x="8735" y="18702"/>
                  </a:lnTo>
                  <a:lnTo>
                    <a:pt x="8831" y="18752"/>
                  </a:lnTo>
                  <a:lnTo>
                    <a:pt x="8888" y="18876"/>
                  </a:lnTo>
                  <a:lnTo>
                    <a:pt x="9070" y="18944"/>
                  </a:lnTo>
                  <a:lnTo>
                    <a:pt x="9159" y="18880"/>
                  </a:lnTo>
                  <a:lnTo>
                    <a:pt x="9054" y="18697"/>
                  </a:lnTo>
                  <a:lnTo>
                    <a:pt x="8898" y="18523"/>
                  </a:lnTo>
                  <a:lnTo>
                    <a:pt x="8594" y="18261"/>
                  </a:lnTo>
                  <a:lnTo>
                    <a:pt x="8368" y="18041"/>
                  </a:lnTo>
                  <a:lnTo>
                    <a:pt x="8097" y="17835"/>
                  </a:lnTo>
                  <a:lnTo>
                    <a:pt x="7917" y="17422"/>
                  </a:lnTo>
                  <a:lnTo>
                    <a:pt x="7716" y="17353"/>
                  </a:lnTo>
                  <a:lnTo>
                    <a:pt x="7485" y="16964"/>
                  </a:lnTo>
                  <a:lnTo>
                    <a:pt x="7541" y="16565"/>
                  </a:lnTo>
                  <a:lnTo>
                    <a:pt x="7398" y="16378"/>
                  </a:lnTo>
                  <a:lnTo>
                    <a:pt x="7222" y="16240"/>
                  </a:lnTo>
                  <a:lnTo>
                    <a:pt x="6975" y="15938"/>
                  </a:lnTo>
                  <a:lnTo>
                    <a:pt x="6974" y="15498"/>
                  </a:lnTo>
                  <a:lnTo>
                    <a:pt x="7213" y="15265"/>
                  </a:lnTo>
                  <a:lnTo>
                    <a:pt x="7388" y="15320"/>
                  </a:lnTo>
                  <a:lnTo>
                    <a:pt x="7527" y="15712"/>
                  </a:lnTo>
                  <a:lnTo>
                    <a:pt x="7790" y="15919"/>
                  </a:lnTo>
                  <a:cubicBezTo>
                    <a:pt x="7896" y="15936"/>
                    <a:pt x="7997" y="15992"/>
                    <a:pt x="8089" y="16084"/>
                  </a:cubicBezTo>
                  <a:cubicBezTo>
                    <a:pt x="8148" y="16143"/>
                    <a:pt x="8203" y="16217"/>
                    <a:pt x="8250" y="16304"/>
                  </a:cubicBezTo>
                  <a:lnTo>
                    <a:pt x="8390" y="16623"/>
                  </a:lnTo>
                  <a:lnTo>
                    <a:pt x="8497" y="16783"/>
                  </a:lnTo>
                  <a:lnTo>
                    <a:pt x="8659" y="16893"/>
                  </a:lnTo>
                  <a:cubicBezTo>
                    <a:pt x="8718" y="16911"/>
                    <a:pt x="8777" y="16939"/>
                    <a:pt x="8833" y="16975"/>
                  </a:cubicBezTo>
                  <a:cubicBezTo>
                    <a:pt x="8886" y="17009"/>
                    <a:pt x="8937" y="17050"/>
                    <a:pt x="8986" y="17098"/>
                  </a:cubicBezTo>
                  <a:lnTo>
                    <a:pt x="9201" y="17368"/>
                  </a:lnTo>
                  <a:lnTo>
                    <a:pt x="9367" y="17642"/>
                  </a:lnTo>
                  <a:lnTo>
                    <a:pt x="9448" y="18069"/>
                  </a:lnTo>
                  <a:lnTo>
                    <a:pt x="9472" y="18476"/>
                  </a:lnTo>
                  <a:lnTo>
                    <a:pt x="9480" y="18860"/>
                  </a:lnTo>
                  <a:lnTo>
                    <a:pt x="9606" y="19231"/>
                  </a:lnTo>
                  <a:lnTo>
                    <a:pt x="9708" y="19433"/>
                  </a:lnTo>
                  <a:lnTo>
                    <a:pt x="9931" y="19550"/>
                  </a:lnTo>
                  <a:lnTo>
                    <a:pt x="10097" y="19631"/>
                  </a:lnTo>
                  <a:lnTo>
                    <a:pt x="10223" y="19645"/>
                  </a:lnTo>
                  <a:lnTo>
                    <a:pt x="10379" y="19791"/>
                  </a:lnTo>
                  <a:lnTo>
                    <a:pt x="10473" y="19924"/>
                  </a:lnTo>
                  <a:lnTo>
                    <a:pt x="10384" y="20183"/>
                  </a:lnTo>
                  <a:lnTo>
                    <a:pt x="10159" y="20128"/>
                  </a:lnTo>
                  <a:lnTo>
                    <a:pt x="10073" y="20243"/>
                  </a:lnTo>
                  <a:lnTo>
                    <a:pt x="10193" y="20472"/>
                  </a:lnTo>
                  <a:lnTo>
                    <a:pt x="10266" y="20815"/>
                  </a:lnTo>
                  <a:cubicBezTo>
                    <a:pt x="10273" y="20912"/>
                    <a:pt x="10304" y="20999"/>
                    <a:pt x="10352" y="21053"/>
                  </a:cubicBezTo>
                  <a:cubicBezTo>
                    <a:pt x="10384" y="21090"/>
                    <a:pt x="10423" y="21109"/>
                    <a:pt x="10462" y="21108"/>
                  </a:cubicBezTo>
                  <a:lnTo>
                    <a:pt x="10696" y="20998"/>
                  </a:lnTo>
                  <a:lnTo>
                    <a:pt x="10712" y="20701"/>
                  </a:lnTo>
                  <a:cubicBezTo>
                    <a:pt x="10707" y="20596"/>
                    <a:pt x="10707" y="20491"/>
                    <a:pt x="10712" y="20387"/>
                  </a:cubicBezTo>
                  <a:cubicBezTo>
                    <a:pt x="10716" y="20296"/>
                    <a:pt x="10724" y="20206"/>
                    <a:pt x="10736" y="20117"/>
                  </a:cubicBezTo>
                  <a:cubicBezTo>
                    <a:pt x="10735" y="20034"/>
                    <a:pt x="10727" y="19953"/>
                    <a:pt x="10712" y="19874"/>
                  </a:cubicBezTo>
                  <a:cubicBezTo>
                    <a:pt x="10684" y="19724"/>
                    <a:pt x="10633" y="19589"/>
                    <a:pt x="10564" y="19484"/>
                  </a:cubicBezTo>
                  <a:lnTo>
                    <a:pt x="10443" y="19117"/>
                  </a:lnTo>
                  <a:cubicBezTo>
                    <a:pt x="10405" y="19035"/>
                    <a:pt x="10398" y="18922"/>
                    <a:pt x="10427" y="18829"/>
                  </a:cubicBezTo>
                  <a:cubicBezTo>
                    <a:pt x="10451" y="18751"/>
                    <a:pt x="10497" y="18700"/>
                    <a:pt x="10548" y="18692"/>
                  </a:cubicBezTo>
                  <a:lnTo>
                    <a:pt x="10680" y="18705"/>
                  </a:lnTo>
                  <a:lnTo>
                    <a:pt x="10811" y="18765"/>
                  </a:lnTo>
                  <a:lnTo>
                    <a:pt x="10929" y="18911"/>
                  </a:lnTo>
                  <a:lnTo>
                    <a:pt x="10953" y="18597"/>
                  </a:lnTo>
                  <a:lnTo>
                    <a:pt x="11025" y="18391"/>
                  </a:lnTo>
                  <a:lnTo>
                    <a:pt x="11310" y="18336"/>
                  </a:lnTo>
                  <a:lnTo>
                    <a:pt x="11533" y="18336"/>
                  </a:lnTo>
                  <a:lnTo>
                    <a:pt x="11766" y="18570"/>
                  </a:lnTo>
                  <a:lnTo>
                    <a:pt x="11991" y="18469"/>
                  </a:lnTo>
                  <a:lnTo>
                    <a:pt x="12104" y="18400"/>
                  </a:lnTo>
                  <a:lnTo>
                    <a:pt x="12392" y="18317"/>
                  </a:lnTo>
                  <a:lnTo>
                    <a:pt x="12469" y="18171"/>
                  </a:lnTo>
                  <a:cubicBezTo>
                    <a:pt x="12441" y="18118"/>
                    <a:pt x="12413" y="18066"/>
                    <a:pt x="12383" y="18015"/>
                  </a:cubicBezTo>
                  <a:cubicBezTo>
                    <a:pt x="12320" y="17907"/>
                    <a:pt x="12252" y="17806"/>
                    <a:pt x="12181" y="17713"/>
                  </a:cubicBezTo>
                  <a:cubicBezTo>
                    <a:pt x="12169" y="17590"/>
                    <a:pt x="12166" y="17465"/>
                    <a:pt x="12173" y="17342"/>
                  </a:cubicBezTo>
                  <a:cubicBezTo>
                    <a:pt x="12182" y="17201"/>
                    <a:pt x="12204" y="17063"/>
                    <a:pt x="12238" y="16934"/>
                  </a:cubicBezTo>
                  <a:lnTo>
                    <a:pt x="12262" y="16700"/>
                  </a:lnTo>
                  <a:lnTo>
                    <a:pt x="12383" y="16233"/>
                  </a:lnTo>
                  <a:lnTo>
                    <a:pt x="12447" y="15904"/>
                  </a:lnTo>
                  <a:lnTo>
                    <a:pt x="12552" y="15455"/>
                  </a:lnTo>
                  <a:lnTo>
                    <a:pt x="12671" y="15194"/>
                  </a:lnTo>
                  <a:lnTo>
                    <a:pt x="12888" y="14822"/>
                  </a:lnTo>
                  <a:lnTo>
                    <a:pt x="13179" y="14607"/>
                  </a:lnTo>
                  <a:lnTo>
                    <a:pt x="13407" y="14414"/>
                  </a:lnTo>
                  <a:lnTo>
                    <a:pt x="13485" y="14588"/>
                  </a:lnTo>
                  <a:lnTo>
                    <a:pt x="13485" y="14898"/>
                  </a:lnTo>
                  <a:lnTo>
                    <a:pt x="13692" y="14926"/>
                  </a:lnTo>
                  <a:lnTo>
                    <a:pt x="13794" y="15008"/>
                  </a:lnTo>
                  <a:lnTo>
                    <a:pt x="13842" y="15254"/>
                  </a:lnTo>
                  <a:lnTo>
                    <a:pt x="13659" y="15264"/>
                  </a:lnTo>
                  <a:lnTo>
                    <a:pt x="13643" y="15414"/>
                  </a:lnTo>
                  <a:lnTo>
                    <a:pt x="13845" y="15703"/>
                  </a:lnTo>
                  <a:lnTo>
                    <a:pt x="13960" y="15946"/>
                  </a:lnTo>
                  <a:lnTo>
                    <a:pt x="14162" y="15979"/>
                  </a:lnTo>
                  <a:lnTo>
                    <a:pt x="14250" y="15857"/>
                  </a:lnTo>
                  <a:lnTo>
                    <a:pt x="14403" y="15678"/>
                  </a:lnTo>
                  <a:lnTo>
                    <a:pt x="14752" y="15546"/>
                  </a:lnTo>
                  <a:lnTo>
                    <a:pt x="14728" y="15315"/>
                  </a:lnTo>
                  <a:lnTo>
                    <a:pt x="14639" y="15250"/>
                  </a:lnTo>
                  <a:lnTo>
                    <a:pt x="14489" y="15305"/>
                  </a:lnTo>
                  <a:cubicBezTo>
                    <a:pt x="14437" y="15251"/>
                    <a:pt x="14386" y="15193"/>
                    <a:pt x="14336" y="15132"/>
                  </a:cubicBezTo>
                  <a:cubicBezTo>
                    <a:pt x="14301" y="15088"/>
                    <a:pt x="14266" y="15042"/>
                    <a:pt x="14232" y="14994"/>
                  </a:cubicBezTo>
                  <a:lnTo>
                    <a:pt x="14288" y="14817"/>
                  </a:lnTo>
                  <a:lnTo>
                    <a:pt x="14447" y="14721"/>
                  </a:lnTo>
                  <a:lnTo>
                    <a:pt x="14613" y="14569"/>
                  </a:lnTo>
                  <a:lnTo>
                    <a:pt x="14824" y="14382"/>
                  </a:lnTo>
                  <a:lnTo>
                    <a:pt x="14966" y="14231"/>
                  </a:lnTo>
                  <a:lnTo>
                    <a:pt x="15155" y="14089"/>
                  </a:lnTo>
                  <a:lnTo>
                    <a:pt x="15299" y="14048"/>
                  </a:lnTo>
                  <a:lnTo>
                    <a:pt x="15474" y="14204"/>
                  </a:lnTo>
                  <a:lnTo>
                    <a:pt x="15391" y="14386"/>
                  </a:lnTo>
                  <a:lnTo>
                    <a:pt x="15273" y="14666"/>
                  </a:lnTo>
                  <a:lnTo>
                    <a:pt x="15265" y="14990"/>
                  </a:lnTo>
                  <a:lnTo>
                    <a:pt x="15230" y="15325"/>
                  </a:lnTo>
                  <a:lnTo>
                    <a:pt x="15118" y="15517"/>
                  </a:lnTo>
                  <a:lnTo>
                    <a:pt x="15096" y="15705"/>
                  </a:lnTo>
                  <a:lnTo>
                    <a:pt x="15233" y="15800"/>
                  </a:lnTo>
                  <a:cubicBezTo>
                    <a:pt x="15284" y="15813"/>
                    <a:pt x="15335" y="15836"/>
                    <a:pt x="15383" y="15869"/>
                  </a:cubicBezTo>
                  <a:cubicBezTo>
                    <a:pt x="15456" y="15919"/>
                    <a:pt x="15524" y="15992"/>
                    <a:pt x="15582" y="16084"/>
                  </a:cubicBezTo>
                  <a:lnTo>
                    <a:pt x="15792" y="16341"/>
                  </a:lnTo>
                  <a:lnTo>
                    <a:pt x="16009" y="16409"/>
                  </a:lnTo>
                  <a:lnTo>
                    <a:pt x="16163" y="16684"/>
                  </a:lnTo>
                  <a:lnTo>
                    <a:pt x="16364" y="16863"/>
                  </a:lnTo>
                  <a:lnTo>
                    <a:pt x="16519" y="17063"/>
                  </a:lnTo>
                  <a:lnTo>
                    <a:pt x="16602" y="17384"/>
                  </a:lnTo>
                  <a:lnTo>
                    <a:pt x="16900" y="17421"/>
                  </a:lnTo>
                  <a:lnTo>
                    <a:pt x="17231" y="17499"/>
                  </a:lnTo>
                  <a:lnTo>
                    <a:pt x="17545" y="17705"/>
                  </a:lnTo>
                  <a:lnTo>
                    <a:pt x="17840" y="17980"/>
                  </a:lnTo>
                  <a:lnTo>
                    <a:pt x="18090" y="18259"/>
                  </a:lnTo>
                  <a:lnTo>
                    <a:pt x="18475" y="18575"/>
                  </a:lnTo>
                  <a:lnTo>
                    <a:pt x="18792" y="18777"/>
                  </a:lnTo>
                  <a:lnTo>
                    <a:pt x="19129" y="19050"/>
                  </a:lnTo>
                  <a:lnTo>
                    <a:pt x="19351" y="19182"/>
                  </a:lnTo>
                  <a:lnTo>
                    <a:pt x="19359" y="18839"/>
                  </a:lnTo>
                  <a:lnTo>
                    <a:pt x="19201" y="18353"/>
                  </a:lnTo>
                  <a:lnTo>
                    <a:pt x="19056" y="17804"/>
                  </a:lnTo>
                  <a:lnTo>
                    <a:pt x="18836" y="17575"/>
                  </a:lnTo>
                  <a:lnTo>
                    <a:pt x="18691" y="17287"/>
                  </a:lnTo>
                  <a:lnTo>
                    <a:pt x="18580" y="17027"/>
                  </a:lnTo>
                  <a:lnTo>
                    <a:pt x="18437" y="16793"/>
                  </a:lnTo>
                  <a:lnTo>
                    <a:pt x="18437" y="16531"/>
                  </a:lnTo>
                  <a:lnTo>
                    <a:pt x="18220" y="16330"/>
                  </a:lnTo>
                  <a:lnTo>
                    <a:pt x="18064" y="15973"/>
                  </a:lnTo>
                  <a:lnTo>
                    <a:pt x="18247" y="15607"/>
                  </a:lnTo>
                  <a:lnTo>
                    <a:pt x="18424" y="15318"/>
                  </a:lnTo>
                  <a:lnTo>
                    <a:pt x="18655" y="15304"/>
                  </a:lnTo>
                  <a:lnTo>
                    <a:pt x="18759" y="15057"/>
                  </a:lnTo>
                  <a:cubicBezTo>
                    <a:pt x="18777" y="14995"/>
                    <a:pt x="18799" y="14935"/>
                    <a:pt x="18824" y="14880"/>
                  </a:cubicBezTo>
                  <a:cubicBezTo>
                    <a:pt x="18871" y="14776"/>
                    <a:pt x="18929" y="14689"/>
                    <a:pt x="18996" y="14623"/>
                  </a:cubicBezTo>
                  <a:lnTo>
                    <a:pt x="19321" y="14418"/>
                  </a:lnTo>
                  <a:lnTo>
                    <a:pt x="19622" y="14295"/>
                  </a:lnTo>
                  <a:lnTo>
                    <a:pt x="19459" y="13998"/>
                  </a:lnTo>
                  <a:lnTo>
                    <a:pt x="19352" y="13728"/>
                  </a:lnTo>
                  <a:lnTo>
                    <a:pt x="19263" y="13311"/>
                  </a:lnTo>
                  <a:lnTo>
                    <a:pt x="19263" y="12674"/>
                  </a:lnTo>
                  <a:lnTo>
                    <a:pt x="19094" y="12413"/>
                  </a:lnTo>
                  <a:lnTo>
                    <a:pt x="18905" y="12303"/>
                  </a:lnTo>
                  <a:lnTo>
                    <a:pt x="18825" y="11587"/>
                  </a:lnTo>
                  <a:lnTo>
                    <a:pt x="18825" y="11300"/>
                  </a:lnTo>
                  <a:lnTo>
                    <a:pt x="19026" y="11176"/>
                  </a:lnTo>
                  <a:lnTo>
                    <a:pt x="19153" y="11204"/>
                  </a:lnTo>
                  <a:lnTo>
                    <a:pt x="19685" y="11492"/>
                  </a:lnTo>
                  <a:lnTo>
                    <a:pt x="19916" y="11286"/>
                  </a:lnTo>
                  <a:lnTo>
                    <a:pt x="20085" y="11176"/>
                  </a:lnTo>
                  <a:lnTo>
                    <a:pt x="20330" y="11204"/>
                  </a:lnTo>
                  <a:lnTo>
                    <a:pt x="20504" y="11392"/>
                  </a:lnTo>
                  <a:lnTo>
                    <a:pt x="20892" y="11571"/>
                  </a:lnTo>
                  <a:lnTo>
                    <a:pt x="21279" y="11763"/>
                  </a:lnTo>
                  <a:lnTo>
                    <a:pt x="21416" y="11557"/>
                  </a:lnTo>
                  <a:lnTo>
                    <a:pt x="21488" y="11250"/>
                  </a:lnTo>
                  <a:lnTo>
                    <a:pt x="21480" y="10939"/>
                  </a:lnTo>
                  <a:lnTo>
                    <a:pt x="21585" y="10788"/>
                  </a:lnTo>
                  <a:lnTo>
                    <a:pt x="21472" y="10615"/>
                  </a:lnTo>
                  <a:lnTo>
                    <a:pt x="21445" y="10409"/>
                  </a:lnTo>
                  <a:lnTo>
                    <a:pt x="21539" y="10161"/>
                  </a:lnTo>
                  <a:lnTo>
                    <a:pt x="21600" y="9773"/>
                  </a:lnTo>
                  <a:lnTo>
                    <a:pt x="21449" y="9398"/>
                  </a:lnTo>
                  <a:lnTo>
                    <a:pt x="21248" y="9192"/>
                  </a:lnTo>
                  <a:lnTo>
                    <a:pt x="21117" y="9270"/>
                  </a:lnTo>
                  <a:lnTo>
                    <a:pt x="21077" y="9513"/>
                  </a:lnTo>
                  <a:lnTo>
                    <a:pt x="21021" y="9718"/>
                  </a:lnTo>
                  <a:lnTo>
                    <a:pt x="20909" y="9814"/>
                  </a:lnTo>
                  <a:lnTo>
                    <a:pt x="20756" y="9882"/>
                  </a:lnTo>
                  <a:lnTo>
                    <a:pt x="20592" y="9662"/>
                  </a:lnTo>
                  <a:lnTo>
                    <a:pt x="20385" y="9355"/>
                  </a:lnTo>
                  <a:lnTo>
                    <a:pt x="20422" y="9122"/>
                  </a:lnTo>
                  <a:lnTo>
                    <a:pt x="20264" y="8894"/>
                  </a:lnTo>
                  <a:lnTo>
                    <a:pt x="20434" y="8637"/>
                  </a:lnTo>
                  <a:lnTo>
                    <a:pt x="20710" y="8587"/>
                  </a:lnTo>
                  <a:lnTo>
                    <a:pt x="20858" y="8416"/>
                  </a:lnTo>
                  <a:lnTo>
                    <a:pt x="20898" y="8128"/>
                  </a:lnTo>
                  <a:lnTo>
                    <a:pt x="20858" y="7798"/>
                  </a:lnTo>
                  <a:lnTo>
                    <a:pt x="20732" y="7675"/>
                  </a:lnTo>
                  <a:lnTo>
                    <a:pt x="20644" y="7355"/>
                  </a:lnTo>
                  <a:lnTo>
                    <a:pt x="20491" y="7121"/>
                  </a:lnTo>
                  <a:lnTo>
                    <a:pt x="20507" y="6709"/>
                  </a:lnTo>
                  <a:lnTo>
                    <a:pt x="20499" y="6365"/>
                  </a:lnTo>
                  <a:lnTo>
                    <a:pt x="20459" y="5985"/>
                  </a:lnTo>
                  <a:lnTo>
                    <a:pt x="20451" y="5531"/>
                  </a:lnTo>
                  <a:lnTo>
                    <a:pt x="20370" y="5106"/>
                  </a:lnTo>
                  <a:lnTo>
                    <a:pt x="20231" y="4810"/>
                  </a:lnTo>
                  <a:lnTo>
                    <a:pt x="20145" y="4182"/>
                  </a:lnTo>
                  <a:lnTo>
                    <a:pt x="20065" y="3716"/>
                  </a:lnTo>
                  <a:lnTo>
                    <a:pt x="19979" y="3404"/>
                  </a:lnTo>
                  <a:lnTo>
                    <a:pt x="19963" y="3062"/>
                  </a:lnTo>
                  <a:lnTo>
                    <a:pt x="20091" y="2842"/>
                  </a:lnTo>
                  <a:lnTo>
                    <a:pt x="20317" y="2737"/>
                  </a:lnTo>
                  <a:lnTo>
                    <a:pt x="20570" y="2546"/>
                  </a:lnTo>
                  <a:lnTo>
                    <a:pt x="20683" y="2340"/>
                  </a:lnTo>
                  <a:lnTo>
                    <a:pt x="20965" y="2162"/>
                  </a:lnTo>
                  <a:lnTo>
                    <a:pt x="21059" y="2043"/>
                  </a:lnTo>
                  <a:lnTo>
                    <a:pt x="21076" y="1814"/>
                  </a:lnTo>
                  <a:lnTo>
                    <a:pt x="21092" y="1581"/>
                  </a:lnTo>
                  <a:lnTo>
                    <a:pt x="20928" y="1371"/>
                  </a:lnTo>
                  <a:lnTo>
                    <a:pt x="20807" y="1150"/>
                  </a:lnTo>
                  <a:close/>
                </a:path>
              </a:pathLst>
            </a:custGeom>
            <a:grpFill/>
            <a:ln w="25400" cap="flat">
              <a:noFill/>
              <a:prstDash val="solid"/>
              <a:miter lim="400000"/>
            </a:ln>
            <a:effectLst/>
          </p:spPr>
          <p:txBody>
            <a:bodyPr anchor="ctr"/>
            <a:lstStyle/>
            <a:p>
              <a:pPr algn="ctr"/>
              <a:endParaRPr/>
            </a:p>
          </p:txBody>
        </p:sp>
        <p:sp>
          <p:nvSpPr>
            <p:cNvPr id="116" name="ïŝļiḓé">
              <a:extLst>
                <a:ext uri="{FF2B5EF4-FFF2-40B4-BE49-F238E27FC236}">
                  <a16:creationId xmlns:a16="http://schemas.microsoft.com/office/drawing/2014/main" id="{55E1A6BF-F2F7-FFA2-1AE7-178E916917D5}"/>
                </a:ext>
              </a:extLst>
            </p:cNvPr>
            <p:cNvSpPr/>
            <p:nvPr/>
          </p:nvSpPr>
          <p:spPr>
            <a:xfrm>
              <a:off x="6872934" y="1426645"/>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grpFill/>
            <a:ln w="25400" cap="flat">
              <a:noFill/>
              <a:prstDash val="solid"/>
              <a:miter lim="400000"/>
            </a:ln>
            <a:effectLst/>
          </p:spPr>
          <p:txBody>
            <a:bodyPr anchor="ctr"/>
            <a:lstStyle/>
            <a:p>
              <a:pPr algn="ctr"/>
              <a:endParaRPr/>
            </a:p>
          </p:txBody>
        </p:sp>
        <p:sp>
          <p:nvSpPr>
            <p:cNvPr id="117" name="î$ḷïḓe">
              <a:extLst>
                <a:ext uri="{FF2B5EF4-FFF2-40B4-BE49-F238E27FC236}">
                  <a16:creationId xmlns:a16="http://schemas.microsoft.com/office/drawing/2014/main" id="{C2A56D70-801B-E233-41D3-76993593739A}"/>
                </a:ext>
              </a:extLst>
            </p:cNvPr>
            <p:cNvSpPr/>
            <p:nvPr/>
          </p:nvSpPr>
          <p:spPr>
            <a:xfrm>
              <a:off x="5869377" y="1326101"/>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grpFill/>
            <a:ln w="25400" cap="flat">
              <a:noFill/>
              <a:prstDash val="solid"/>
              <a:miter lim="400000"/>
            </a:ln>
            <a:effectLst/>
          </p:spPr>
          <p:txBody>
            <a:bodyPr anchor="ctr"/>
            <a:lstStyle/>
            <a:p>
              <a:pPr algn="ctr"/>
              <a:endParaRPr/>
            </a:p>
          </p:txBody>
        </p:sp>
        <p:sp>
          <p:nvSpPr>
            <p:cNvPr id="118" name="íSliḍé">
              <a:extLst>
                <a:ext uri="{FF2B5EF4-FFF2-40B4-BE49-F238E27FC236}">
                  <a16:creationId xmlns:a16="http://schemas.microsoft.com/office/drawing/2014/main" id="{2D27B596-28CA-9CF3-407C-9DCEB86C4A8F}"/>
                </a:ext>
              </a:extLst>
            </p:cNvPr>
            <p:cNvSpPr/>
            <p:nvPr/>
          </p:nvSpPr>
          <p:spPr>
            <a:xfrm>
              <a:off x="5016160" y="1729403"/>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grpFill/>
            <a:ln w="25400" cap="flat">
              <a:noFill/>
              <a:prstDash val="solid"/>
              <a:miter lim="400000"/>
            </a:ln>
            <a:effectLst/>
          </p:spPr>
          <p:txBody>
            <a:bodyPr anchor="ctr"/>
            <a:lstStyle/>
            <a:p>
              <a:pPr algn="ctr"/>
              <a:endParaRPr/>
            </a:p>
          </p:txBody>
        </p:sp>
        <p:sp>
          <p:nvSpPr>
            <p:cNvPr id="119" name="ïslïḋé">
              <a:extLst>
                <a:ext uri="{FF2B5EF4-FFF2-40B4-BE49-F238E27FC236}">
                  <a16:creationId xmlns:a16="http://schemas.microsoft.com/office/drawing/2014/main" id="{20C68C14-FD81-C4B2-BE9E-DAF8AE2CC3A3}"/>
                </a:ext>
              </a:extLst>
            </p:cNvPr>
            <p:cNvSpPr/>
            <p:nvPr/>
          </p:nvSpPr>
          <p:spPr>
            <a:xfrm>
              <a:off x="5414902" y="1601282"/>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grpFill/>
            <a:ln w="25400" cap="flat">
              <a:noFill/>
              <a:prstDash val="solid"/>
              <a:miter lim="400000"/>
            </a:ln>
            <a:effectLst/>
          </p:spPr>
          <p:txBody>
            <a:bodyPr anchor="ctr"/>
            <a:lstStyle/>
            <a:p>
              <a:pPr algn="ctr"/>
              <a:endParaRPr/>
            </a:p>
          </p:txBody>
        </p:sp>
        <p:sp>
          <p:nvSpPr>
            <p:cNvPr id="120" name="is1ide">
              <a:extLst>
                <a:ext uri="{FF2B5EF4-FFF2-40B4-BE49-F238E27FC236}">
                  <a16:creationId xmlns:a16="http://schemas.microsoft.com/office/drawing/2014/main" id="{AE464A53-3BB3-BB9F-BDDB-4F3E48D4C804}"/>
                </a:ext>
              </a:extLst>
            </p:cNvPr>
            <p:cNvSpPr/>
            <p:nvPr/>
          </p:nvSpPr>
          <p:spPr>
            <a:xfrm>
              <a:off x="5426458" y="1837882"/>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grpFill/>
            <a:ln w="25400" cap="flat">
              <a:noFill/>
              <a:prstDash val="solid"/>
              <a:miter lim="400000"/>
            </a:ln>
            <a:effectLst/>
          </p:spPr>
          <p:txBody>
            <a:bodyPr anchor="ctr"/>
            <a:lstStyle/>
            <a:p>
              <a:pPr algn="ctr"/>
              <a:endParaRPr/>
            </a:p>
          </p:txBody>
        </p:sp>
        <p:sp>
          <p:nvSpPr>
            <p:cNvPr id="121" name="iṡ1îde">
              <a:extLst>
                <a:ext uri="{FF2B5EF4-FFF2-40B4-BE49-F238E27FC236}">
                  <a16:creationId xmlns:a16="http://schemas.microsoft.com/office/drawing/2014/main" id="{2657776D-7D7A-C4D9-3F3F-4F331FF191D0}"/>
                </a:ext>
              </a:extLst>
            </p:cNvPr>
            <p:cNvSpPr/>
            <p:nvPr/>
          </p:nvSpPr>
          <p:spPr>
            <a:xfrm>
              <a:off x="5430421" y="1863360"/>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grpFill/>
            <a:ln w="25400" cap="flat">
              <a:noFill/>
              <a:prstDash val="solid"/>
              <a:miter lim="400000"/>
            </a:ln>
            <a:effectLst/>
          </p:spPr>
          <p:txBody>
            <a:bodyPr anchor="ctr"/>
            <a:lstStyle/>
            <a:p>
              <a:pPr algn="ctr"/>
              <a:endParaRPr/>
            </a:p>
          </p:txBody>
        </p:sp>
        <p:sp>
          <p:nvSpPr>
            <p:cNvPr id="122" name="ïSlïḑê">
              <a:extLst>
                <a:ext uri="{FF2B5EF4-FFF2-40B4-BE49-F238E27FC236}">
                  <a16:creationId xmlns:a16="http://schemas.microsoft.com/office/drawing/2014/main" id="{AAE38D78-CCDB-98F9-AF22-E3E9FAF44A96}"/>
                </a:ext>
              </a:extLst>
            </p:cNvPr>
            <p:cNvSpPr/>
            <p:nvPr/>
          </p:nvSpPr>
          <p:spPr>
            <a:xfrm>
              <a:off x="5276566" y="2090226"/>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grpFill/>
            <a:ln w="25400" cap="flat">
              <a:noFill/>
              <a:prstDash val="solid"/>
              <a:miter lim="400000"/>
            </a:ln>
            <a:effectLst/>
          </p:spPr>
          <p:txBody>
            <a:bodyPr anchor="ctr"/>
            <a:lstStyle/>
            <a:p>
              <a:pPr algn="ctr"/>
              <a:endParaRPr/>
            </a:p>
          </p:txBody>
        </p:sp>
        <p:sp>
          <p:nvSpPr>
            <p:cNvPr id="123" name="ïṡḻîḑe">
              <a:extLst>
                <a:ext uri="{FF2B5EF4-FFF2-40B4-BE49-F238E27FC236}">
                  <a16:creationId xmlns:a16="http://schemas.microsoft.com/office/drawing/2014/main" id="{8FFEEA82-EB5B-4445-5552-CC65CBFBEE2A}"/>
                </a:ext>
              </a:extLst>
            </p:cNvPr>
            <p:cNvSpPr/>
            <p:nvPr/>
          </p:nvSpPr>
          <p:spPr>
            <a:xfrm>
              <a:off x="5407156" y="1993299"/>
              <a:ext cx="206900"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grpFill/>
            <a:ln w="25400" cap="flat">
              <a:noFill/>
              <a:prstDash val="solid"/>
              <a:miter lim="400000"/>
            </a:ln>
            <a:effectLst/>
          </p:spPr>
          <p:txBody>
            <a:bodyPr anchor="ctr"/>
            <a:lstStyle/>
            <a:p>
              <a:pPr algn="ctr"/>
              <a:endParaRPr/>
            </a:p>
          </p:txBody>
        </p:sp>
        <p:sp>
          <p:nvSpPr>
            <p:cNvPr id="124" name="ïṣḻïḋè">
              <a:extLst>
                <a:ext uri="{FF2B5EF4-FFF2-40B4-BE49-F238E27FC236}">
                  <a16:creationId xmlns:a16="http://schemas.microsoft.com/office/drawing/2014/main" id="{2091C5C6-70C2-9A46-00F1-3379C1F022C3}"/>
                </a:ext>
              </a:extLst>
            </p:cNvPr>
            <p:cNvSpPr/>
            <p:nvPr/>
          </p:nvSpPr>
          <p:spPr>
            <a:xfrm>
              <a:off x="5439609" y="2113104"/>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grpFill/>
            <a:ln w="25400" cap="flat">
              <a:noFill/>
              <a:prstDash val="solid"/>
              <a:miter lim="400000"/>
            </a:ln>
            <a:effectLst/>
          </p:spPr>
          <p:txBody>
            <a:bodyPr anchor="ctr"/>
            <a:lstStyle/>
            <a:p>
              <a:pPr algn="ctr"/>
              <a:endParaRPr/>
            </a:p>
          </p:txBody>
        </p:sp>
        <p:sp>
          <p:nvSpPr>
            <p:cNvPr id="125" name="ï$ľidé">
              <a:extLst>
                <a:ext uri="{FF2B5EF4-FFF2-40B4-BE49-F238E27FC236}">
                  <a16:creationId xmlns:a16="http://schemas.microsoft.com/office/drawing/2014/main" id="{CE5E3573-DBE0-E4E2-0118-0B407FDAD3C0}"/>
                </a:ext>
              </a:extLst>
            </p:cNvPr>
            <p:cNvSpPr/>
            <p:nvPr/>
          </p:nvSpPr>
          <p:spPr>
            <a:xfrm>
              <a:off x="5461229" y="2281207"/>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grpFill/>
            <a:ln w="25400" cap="flat">
              <a:noFill/>
              <a:prstDash val="solid"/>
              <a:miter lim="400000"/>
            </a:ln>
            <a:effectLst/>
          </p:spPr>
          <p:txBody>
            <a:bodyPr anchor="ctr"/>
            <a:lstStyle/>
            <a:p>
              <a:pPr algn="ctr"/>
              <a:endParaRPr/>
            </a:p>
          </p:txBody>
        </p:sp>
        <p:sp>
          <p:nvSpPr>
            <p:cNvPr id="126" name="îṥlîďè">
              <a:extLst>
                <a:ext uri="{FF2B5EF4-FFF2-40B4-BE49-F238E27FC236}">
                  <a16:creationId xmlns:a16="http://schemas.microsoft.com/office/drawing/2014/main" id="{AAD8FB27-CE5A-875C-988A-2909924F5FEA}"/>
                </a:ext>
              </a:extLst>
            </p:cNvPr>
            <p:cNvSpPr/>
            <p:nvPr/>
          </p:nvSpPr>
          <p:spPr>
            <a:xfrm>
              <a:off x="5486629" y="228676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grpFill/>
            <a:ln w="25400" cap="flat">
              <a:noFill/>
              <a:prstDash val="solid"/>
              <a:miter lim="400000"/>
            </a:ln>
            <a:effectLst/>
          </p:spPr>
          <p:txBody>
            <a:bodyPr anchor="ctr"/>
            <a:lstStyle/>
            <a:p>
              <a:pPr algn="ctr"/>
              <a:endParaRPr/>
            </a:p>
          </p:txBody>
        </p:sp>
        <p:sp>
          <p:nvSpPr>
            <p:cNvPr id="127" name="ïŝḻiḋè">
              <a:extLst>
                <a:ext uri="{FF2B5EF4-FFF2-40B4-BE49-F238E27FC236}">
                  <a16:creationId xmlns:a16="http://schemas.microsoft.com/office/drawing/2014/main" id="{6EE2ED32-C8FA-DCC2-CDAE-77B838979270}"/>
                </a:ext>
              </a:extLst>
            </p:cNvPr>
            <p:cNvSpPr/>
            <p:nvPr/>
          </p:nvSpPr>
          <p:spPr>
            <a:xfrm>
              <a:off x="5605003" y="2617425"/>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grpFill/>
            <a:ln w="25400" cap="flat">
              <a:noFill/>
              <a:prstDash val="solid"/>
              <a:miter lim="400000"/>
            </a:ln>
            <a:effectLst/>
          </p:spPr>
          <p:txBody>
            <a:bodyPr anchor="ctr"/>
            <a:lstStyle/>
            <a:p>
              <a:pPr algn="ctr"/>
              <a:endParaRPr/>
            </a:p>
          </p:txBody>
        </p:sp>
        <p:sp>
          <p:nvSpPr>
            <p:cNvPr id="128" name="íşļíďê">
              <a:extLst>
                <a:ext uri="{FF2B5EF4-FFF2-40B4-BE49-F238E27FC236}">
                  <a16:creationId xmlns:a16="http://schemas.microsoft.com/office/drawing/2014/main" id="{75D1BF12-3761-115D-A6AB-ED34BECE097B}"/>
                </a:ext>
              </a:extLst>
            </p:cNvPr>
            <p:cNvSpPr/>
            <p:nvPr/>
          </p:nvSpPr>
          <p:spPr>
            <a:xfrm>
              <a:off x="5813157" y="2519155"/>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grpFill/>
            <a:ln w="25400" cap="flat">
              <a:noFill/>
              <a:prstDash val="solid"/>
              <a:miter lim="400000"/>
            </a:ln>
            <a:effectLst/>
          </p:spPr>
          <p:txBody>
            <a:bodyPr anchor="ctr"/>
            <a:lstStyle/>
            <a:p>
              <a:pPr algn="ctr"/>
              <a:endParaRPr/>
            </a:p>
          </p:txBody>
        </p:sp>
        <p:sp>
          <p:nvSpPr>
            <p:cNvPr id="129" name="îśļïḍè">
              <a:extLst>
                <a:ext uri="{FF2B5EF4-FFF2-40B4-BE49-F238E27FC236}">
                  <a16:creationId xmlns:a16="http://schemas.microsoft.com/office/drawing/2014/main" id="{304D2CD1-060A-08BE-5DB4-E915F4E5A798}"/>
                </a:ext>
              </a:extLst>
            </p:cNvPr>
            <p:cNvSpPr/>
            <p:nvPr/>
          </p:nvSpPr>
          <p:spPr>
            <a:xfrm>
              <a:off x="5800394" y="2590774"/>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grpFill/>
            <a:ln w="25400" cap="flat">
              <a:noFill/>
              <a:prstDash val="solid"/>
              <a:miter lim="400000"/>
            </a:ln>
            <a:effectLst/>
          </p:spPr>
          <p:txBody>
            <a:bodyPr anchor="ctr"/>
            <a:lstStyle/>
            <a:p>
              <a:pPr algn="ctr"/>
              <a:endParaRPr/>
            </a:p>
          </p:txBody>
        </p:sp>
        <p:sp>
          <p:nvSpPr>
            <p:cNvPr id="130" name="i$lîḑê">
              <a:extLst>
                <a:ext uri="{FF2B5EF4-FFF2-40B4-BE49-F238E27FC236}">
                  <a16:creationId xmlns:a16="http://schemas.microsoft.com/office/drawing/2014/main" id="{B9E6E9DD-0654-6ECF-EA32-C888699E0038}"/>
                </a:ext>
              </a:extLst>
            </p:cNvPr>
            <p:cNvSpPr/>
            <p:nvPr/>
          </p:nvSpPr>
          <p:spPr>
            <a:xfrm>
              <a:off x="5935621" y="2695122"/>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grpFill/>
            <a:ln w="25400" cap="flat">
              <a:noFill/>
              <a:prstDash val="solid"/>
              <a:miter lim="400000"/>
            </a:ln>
            <a:effectLst/>
          </p:spPr>
          <p:txBody>
            <a:bodyPr anchor="ctr"/>
            <a:lstStyle/>
            <a:p>
              <a:pPr algn="ctr"/>
              <a:endParaRPr/>
            </a:p>
          </p:txBody>
        </p:sp>
        <p:sp>
          <p:nvSpPr>
            <p:cNvPr id="131" name="îš1îḍe">
              <a:extLst>
                <a:ext uri="{FF2B5EF4-FFF2-40B4-BE49-F238E27FC236}">
                  <a16:creationId xmlns:a16="http://schemas.microsoft.com/office/drawing/2014/main" id="{CCEBE34D-55D4-B61B-4F41-67A9CE95112B}"/>
                </a:ext>
              </a:extLst>
            </p:cNvPr>
            <p:cNvSpPr/>
            <p:nvPr/>
          </p:nvSpPr>
          <p:spPr>
            <a:xfrm>
              <a:off x="5977156" y="2768475"/>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grpFill/>
            <a:ln w="25400" cap="flat">
              <a:noFill/>
              <a:prstDash val="solid"/>
              <a:miter lim="400000"/>
            </a:ln>
            <a:effectLst/>
          </p:spPr>
          <p:txBody>
            <a:bodyPr anchor="ctr"/>
            <a:lstStyle/>
            <a:p>
              <a:pPr algn="ctr"/>
              <a:endParaRPr/>
            </a:p>
          </p:txBody>
        </p:sp>
        <p:sp>
          <p:nvSpPr>
            <p:cNvPr id="132" name="î$ľîḓê">
              <a:extLst>
                <a:ext uri="{FF2B5EF4-FFF2-40B4-BE49-F238E27FC236}">
                  <a16:creationId xmlns:a16="http://schemas.microsoft.com/office/drawing/2014/main" id="{AD39DC05-BC33-98B0-8A41-049B14370959}"/>
                </a:ext>
              </a:extLst>
            </p:cNvPr>
            <p:cNvSpPr/>
            <p:nvPr/>
          </p:nvSpPr>
          <p:spPr>
            <a:xfrm>
              <a:off x="6277853" y="2784962"/>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grpFill/>
            <a:ln w="25400" cap="flat">
              <a:noFill/>
              <a:prstDash val="solid"/>
              <a:miter lim="400000"/>
            </a:ln>
            <a:effectLst/>
          </p:spPr>
          <p:txBody>
            <a:bodyPr anchor="ctr"/>
            <a:lstStyle/>
            <a:p>
              <a:pPr algn="ctr"/>
              <a:endParaRPr/>
            </a:p>
          </p:txBody>
        </p:sp>
        <p:sp>
          <p:nvSpPr>
            <p:cNvPr id="133" name="iŝľîḑè">
              <a:extLst>
                <a:ext uri="{FF2B5EF4-FFF2-40B4-BE49-F238E27FC236}">
                  <a16:creationId xmlns:a16="http://schemas.microsoft.com/office/drawing/2014/main" id="{C2D4CEF6-6583-DAA0-4388-5D4DB7849558}"/>
                </a:ext>
              </a:extLst>
            </p:cNvPr>
            <p:cNvSpPr/>
            <p:nvPr/>
          </p:nvSpPr>
          <p:spPr>
            <a:xfrm>
              <a:off x="6105633" y="1911267"/>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grpFill/>
            <a:ln w="25400" cap="flat">
              <a:noFill/>
              <a:prstDash val="solid"/>
              <a:miter lim="400000"/>
            </a:ln>
            <a:effectLst/>
          </p:spPr>
          <p:txBody>
            <a:bodyPr anchor="ctr"/>
            <a:lstStyle/>
            <a:p>
              <a:pPr algn="ctr"/>
              <a:endParaRPr/>
            </a:p>
          </p:txBody>
        </p:sp>
        <p:sp>
          <p:nvSpPr>
            <p:cNvPr id="135" name="ïṣ1ïḑê">
              <a:extLst>
                <a:ext uri="{FF2B5EF4-FFF2-40B4-BE49-F238E27FC236}">
                  <a16:creationId xmlns:a16="http://schemas.microsoft.com/office/drawing/2014/main" id="{EAB991F7-850D-AA49-4741-1CEBEB3B16D7}"/>
                </a:ext>
              </a:extLst>
            </p:cNvPr>
            <p:cNvSpPr/>
            <p:nvPr/>
          </p:nvSpPr>
          <p:spPr>
            <a:xfrm>
              <a:off x="10006023" y="5571304"/>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grpFill/>
            <a:ln w="25400" cap="flat">
              <a:noFill/>
              <a:prstDash val="solid"/>
              <a:miter lim="400000"/>
            </a:ln>
            <a:effectLst/>
          </p:spPr>
          <p:txBody>
            <a:bodyPr anchor="ctr"/>
            <a:lstStyle/>
            <a:p>
              <a:pPr algn="ctr"/>
              <a:endParaRPr/>
            </a:p>
          </p:txBody>
        </p:sp>
        <p:sp>
          <p:nvSpPr>
            <p:cNvPr id="136" name="iṡ1ïḍè">
              <a:extLst>
                <a:ext uri="{FF2B5EF4-FFF2-40B4-BE49-F238E27FC236}">
                  <a16:creationId xmlns:a16="http://schemas.microsoft.com/office/drawing/2014/main" id="{C033BEB6-CBE3-9E06-F351-196B26E815FE}"/>
                </a:ext>
              </a:extLst>
            </p:cNvPr>
            <p:cNvSpPr/>
            <p:nvPr/>
          </p:nvSpPr>
          <p:spPr>
            <a:xfrm>
              <a:off x="10572355" y="5565246"/>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grpFill/>
            <a:ln w="25400" cap="flat">
              <a:noFill/>
              <a:prstDash val="solid"/>
              <a:miter lim="400000"/>
            </a:ln>
            <a:effectLst/>
          </p:spPr>
          <p:txBody>
            <a:bodyPr anchor="ctr"/>
            <a:lstStyle/>
            <a:p>
              <a:pPr algn="ctr"/>
              <a:endParaRPr/>
            </a:p>
          </p:txBody>
        </p:sp>
        <p:sp>
          <p:nvSpPr>
            <p:cNvPr id="137" name="íṣļíḓé">
              <a:extLst>
                <a:ext uri="{FF2B5EF4-FFF2-40B4-BE49-F238E27FC236}">
                  <a16:creationId xmlns:a16="http://schemas.microsoft.com/office/drawing/2014/main" id="{5749DB2B-66D1-0D16-F575-D76C59AE6967}"/>
                </a:ext>
              </a:extLst>
            </p:cNvPr>
            <p:cNvSpPr/>
            <p:nvPr/>
          </p:nvSpPr>
          <p:spPr>
            <a:xfrm>
              <a:off x="10955509" y="5355572"/>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grpFill/>
            <a:ln w="25400" cap="flat">
              <a:noFill/>
              <a:prstDash val="solid"/>
              <a:miter lim="400000"/>
            </a:ln>
            <a:effectLst/>
          </p:spPr>
          <p:txBody>
            <a:bodyPr anchor="ctr"/>
            <a:lstStyle/>
            <a:p>
              <a:pPr algn="ctr"/>
              <a:endParaRPr/>
            </a:p>
          </p:txBody>
        </p:sp>
        <p:sp>
          <p:nvSpPr>
            <p:cNvPr id="138" name="îšļïḓé">
              <a:extLst>
                <a:ext uri="{FF2B5EF4-FFF2-40B4-BE49-F238E27FC236}">
                  <a16:creationId xmlns:a16="http://schemas.microsoft.com/office/drawing/2014/main" id="{8FE36F4F-1365-9B62-8450-6A69367C2E2F}"/>
                </a:ext>
              </a:extLst>
            </p:cNvPr>
            <p:cNvSpPr/>
            <p:nvPr/>
          </p:nvSpPr>
          <p:spPr>
            <a:xfrm>
              <a:off x="10967412" y="5132660"/>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grpFill/>
            <a:ln w="25400" cap="flat">
              <a:noFill/>
              <a:prstDash val="solid"/>
              <a:miter lim="400000"/>
            </a:ln>
            <a:effectLst/>
          </p:spPr>
          <p:txBody>
            <a:bodyPr anchor="ctr"/>
            <a:lstStyle/>
            <a:p>
              <a:pPr algn="ctr"/>
              <a:endParaRPr/>
            </a:p>
          </p:txBody>
        </p:sp>
        <p:sp>
          <p:nvSpPr>
            <p:cNvPr id="139" name="ïṥļïḓe">
              <a:extLst>
                <a:ext uri="{FF2B5EF4-FFF2-40B4-BE49-F238E27FC236}">
                  <a16:creationId xmlns:a16="http://schemas.microsoft.com/office/drawing/2014/main" id="{0BDABA12-1825-5E76-C076-9E504450F316}"/>
                </a:ext>
              </a:extLst>
            </p:cNvPr>
            <p:cNvSpPr/>
            <p:nvPr/>
          </p:nvSpPr>
          <p:spPr>
            <a:xfrm>
              <a:off x="10931870" y="4777460"/>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grpFill/>
            <a:ln w="25400" cap="flat">
              <a:noFill/>
              <a:prstDash val="solid"/>
              <a:miter lim="400000"/>
            </a:ln>
            <a:effectLst/>
          </p:spPr>
          <p:txBody>
            <a:bodyPr anchor="ctr"/>
            <a:lstStyle/>
            <a:p>
              <a:pPr algn="ctr"/>
              <a:endParaRPr/>
            </a:p>
          </p:txBody>
        </p:sp>
        <p:sp>
          <p:nvSpPr>
            <p:cNvPr id="140" name="îśľíḓê">
              <a:extLst>
                <a:ext uri="{FF2B5EF4-FFF2-40B4-BE49-F238E27FC236}">
                  <a16:creationId xmlns:a16="http://schemas.microsoft.com/office/drawing/2014/main" id="{A8BBA406-B26C-4C6C-80A3-BD51F8F19881}"/>
                </a:ext>
              </a:extLst>
            </p:cNvPr>
            <p:cNvSpPr/>
            <p:nvPr/>
          </p:nvSpPr>
          <p:spPr>
            <a:xfrm>
              <a:off x="11078753" y="4636331"/>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grpFill/>
            <a:ln w="25400" cap="flat">
              <a:noFill/>
              <a:prstDash val="solid"/>
              <a:miter lim="400000"/>
            </a:ln>
            <a:effectLst/>
          </p:spPr>
          <p:txBody>
            <a:bodyPr anchor="ctr"/>
            <a:lstStyle/>
            <a:p>
              <a:pPr algn="ctr"/>
              <a:endParaRPr/>
            </a:p>
          </p:txBody>
        </p:sp>
        <p:sp>
          <p:nvSpPr>
            <p:cNvPr id="141" name="ïšļîḑè">
              <a:extLst>
                <a:ext uri="{FF2B5EF4-FFF2-40B4-BE49-F238E27FC236}">
                  <a16:creationId xmlns:a16="http://schemas.microsoft.com/office/drawing/2014/main" id="{1BCC0D41-AC20-A2D2-F925-4F088BA9E2B2}"/>
                </a:ext>
              </a:extLst>
            </p:cNvPr>
            <p:cNvSpPr/>
            <p:nvPr/>
          </p:nvSpPr>
          <p:spPr>
            <a:xfrm>
              <a:off x="10694096" y="4283499"/>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grpFill/>
            <a:ln w="25400" cap="flat">
              <a:noFill/>
              <a:prstDash val="solid"/>
              <a:miter lim="400000"/>
            </a:ln>
            <a:effectLst/>
          </p:spPr>
          <p:txBody>
            <a:bodyPr anchor="ctr"/>
            <a:lstStyle/>
            <a:p>
              <a:pPr algn="ctr"/>
              <a:endParaRPr/>
            </a:p>
          </p:txBody>
        </p:sp>
        <p:sp>
          <p:nvSpPr>
            <p:cNvPr id="142" name="î$liḋê">
              <a:extLst>
                <a:ext uri="{FF2B5EF4-FFF2-40B4-BE49-F238E27FC236}">
                  <a16:creationId xmlns:a16="http://schemas.microsoft.com/office/drawing/2014/main" id="{80BDE542-A8AE-9CE5-7368-ECD7392810BC}"/>
                </a:ext>
              </a:extLst>
            </p:cNvPr>
            <p:cNvSpPr/>
            <p:nvPr/>
          </p:nvSpPr>
          <p:spPr>
            <a:xfrm>
              <a:off x="10754669" y="4332994"/>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grpFill/>
            <a:ln w="25400" cap="flat">
              <a:noFill/>
              <a:prstDash val="solid"/>
              <a:miter lim="400000"/>
            </a:ln>
            <a:effectLst/>
          </p:spPr>
          <p:txBody>
            <a:bodyPr anchor="ctr"/>
            <a:lstStyle/>
            <a:p>
              <a:pPr algn="ctr"/>
              <a:endParaRPr/>
            </a:p>
          </p:txBody>
        </p:sp>
        <p:sp>
          <p:nvSpPr>
            <p:cNvPr id="143" name="îṡḷîḓé">
              <a:extLst>
                <a:ext uri="{FF2B5EF4-FFF2-40B4-BE49-F238E27FC236}">
                  <a16:creationId xmlns:a16="http://schemas.microsoft.com/office/drawing/2014/main" id="{C2AC4261-C955-C5C8-0EF2-E82944ECD650}"/>
                </a:ext>
              </a:extLst>
            </p:cNvPr>
            <p:cNvSpPr/>
            <p:nvPr/>
          </p:nvSpPr>
          <p:spPr>
            <a:xfrm>
              <a:off x="10773772" y="4386273"/>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grpFill/>
            <a:ln w="25400" cap="flat">
              <a:noFill/>
              <a:prstDash val="solid"/>
              <a:miter lim="400000"/>
            </a:ln>
            <a:effectLst/>
          </p:spPr>
          <p:txBody>
            <a:bodyPr anchor="ctr"/>
            <a:lstStyle/>
            <a:p>
              <a:pPr algn="ctr"/>
              <a:endParaRPr/>
            </a:p>
          </p:txBody>
        </p:sp>
        <p:sp>
          <p:nvSpPr>
            <p:cNvPr id="144" name="i$ḻíḓe">
              <a:extLst>
                <a:ext uri="{FF2B5EF4-FFF2-40B4-BE49-F238E27FC236}">
                  <a16:creationId xmlns:a16="http://schemas.microsoft.com/office/drawing/2014/main" id="{78EA3F11-4A6F-B9FD-A0BB-B865B5030E09}"/>
                </a:ext>
              </a:extLst>
            </p:cNvPr>
            <p:cNvSpPr/>
            <p:nvPr/>
          </p:nvSpPr>
          <p:spPr>
            <a:xfrm>
              <a:off x="10819989" y="4368723"/>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grpFill/>
            <a:ln w="25400" cap="flat">
              <a:noFill/>
              <a:prstDash val="solid"/>
              <a:miter lim="400000"/>
            </a:ln>
            <a:effectLst/>
          </p:spPr>
          <p:txBody>
            <a:bodyPr anchor="ctr"/>
            <a:lstStyle/>
            <a:p>
              <a:pPr algn="ctr"/>
              <a:endParaRPr/>
            </a:p>
          </p:txBody>
        </p:sp>
        <p:sp>
          <p:nvSpPr>
            <p:cNvPr id="145" name="isļïḍe">
              <a:extLst>
                <a:ext uri="{FF2B5EF4-FFF2-40B4-BE49-F238E27FC236}">
                  <a16:creationId xmlns:a16="http://schemas.microsoft.com/office/drawing/2014/main" id="{3B07C932-FF93-4724-E20D-753CCC81E24B}"/>
                </a:ext>
              </a:extLst>
            </p:cNvPr>
            <p:cNvSpPr/>
            <p:nvPr/>
          </p:nvSpPr>
          <p:spPr>
            <a:xfrm>
              <a:off x="10844148" y="4433313"/>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grpFill/>
            <a:ln w="25400" cap="flat">
              <a:noFill/>
              <a:prstDash val="solid"/>
              <a:miter lim="400000"/>
            </a:ln>
            <a:effectLst/>
          </p:spPr>
          <p:txBody>
            <a:bodyPr anchor="ctr"/>
            <a:lstStyle/>
            <a:p>
              <a:pPr algn="ctr"/>
              <a:endParaRPr/>
            </a:p>
          </p:txBody>
        </p:sp>
        <p:sp>
          <p:nvSpPr>
            <p:cNvPr id="146" name="ïSḻîḑê">
              <a:extLst>
                <a:ext uri="{FF2B5EF4-FFF2-40B4-BE49-F238E27FC236}">
                  <a16:creationId xmlns:a16="http://schemas.microsoft.com/office/drawing/2014/main" id="{244D27CC-D7D7-148D-5501-441A692C2530}"/>
                </a:ext>
              </a:extLst>
            </p:cNvPr>
            <p:cNvSpPr/>
            <p:nvPr/>
          </p:nvSpPr>
          <p:spPr>
            <a:xfrm>
              <a:off x="10888902" y="4398838"/>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grpFill/>
            <a:ln w="25400" cap="flat">
              <a:noFill/>
              <a:prstDash val="solid"/>
              <a:miter lim="400000"/>
            </a:ln>
            <a:effectLst/>
          </p:spPr>
          <p:txBody>
            <a:bodyPr anchor="ctr"/>
            <a:lstStyle/>
            <a:p>
              <a:pPr algn="ctr"/>
              <a:endParaRPr/>
            </a:p>
          </p:txBody>
        </p:sp>
        <p:sp>
          <p:nvSpPr>
            <p:cNvPr id="147" name="işlidè">
              <a:extLst>
                <a:ext uri="{FF2B5EF4-FFF2-40B4-BE49-F238E27FC236}">
                  <a16:creationId xmlns:a16="http://schemas.microsoft.com/office/drawing/2014/main" id="{101782E1-C533-FE7D-A058-968D66F63C5C}"/>
                </a:ext>
              </a:extLst>
            </p:cNvPr>
            <p:cNvSpPr/>
            <p:nvPr/>
          </p:nvSpPr>
          <p:spPr>
            <a:xfrm>
              <a:off x="10903842" y="4471308"/>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grpFill/>
            <a:ln w="25400" cap="flat">
              <a:noFill/>
              <a:prstDash val="solid"/>
              <a:miter lim="400000"/>
            </a:ln>
            <a:effectLst/>
          </p:spPr>
          <p:txBody>
            <a:bodyPr anchor="ctr"/>
            <a:lstStyle/>
            <a:p>
              <a:pPr algn="ctr"/>
              <a:endParaRPr/>
            </a:p>
          </p:txBody>
        </p:sp>
        <p:sp>
          <p:nvSpPr>
            <p:cNvPr id="148" name="íṧľîḋè">
              <a:extLst>
                <a:ext uri="{FF2B5EF4-FFF2-40B4-BE49-F238E27FC236}">
                  <a16:creationId xmlns:a16="http://schemas.microsoft.com/office/drawing/2014/main" id="{6DF49F16-21FA-C016-97BA-373CD2395410}"/>
                </a:ext>
              </a:extLst>
            </p:cNvPr>
            <p:cNvSpPr/>
            <p:nvPr/>
          </p:nvSpPr>
          <p:spPr>
            <a:xfrm>
              <a:off x="10588123" y="4181404"/>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grpFill/>
            <a:ln w="25400" cap="flat">
              <a:noFill/>
              <a:prstDash val="solid"/>
              <a:miter lim="400000"/>
            </a:ln>
            <a:effectLst/>
          </p:spPr>
          <p:txBody>
            <a:bodyPr anchor="ctr"/>
            <a:lstStyle/>
            <a:p>
              <a:pPr algn="ctr"/>
              <a:endParaRPr/>
            </a:p>
          </p:txBody>
        </p:sp>
        <p:sp>
          <p:nvSpPr>
            <p:cNvPr id="149" name="íşľîdè">
              <a:extLst>
                <a:ext uri="{FF2B5EF4-FFF2-40B4-BE49-F238E27FC236}">
                  <a16:creationId xmlns:a16="http://schemas.microsoft.com/office/drawing/2014/main" id="{2A8502F5-F009-BD3F-44DC-854404338711}"/>
                </a:ext>
              </a:extLst>
            </p:cNvPr>
            <p:cNvSpPr/>
            <p:nvPr/>
          </p:nvSpPr>
          <p:spPr>
            <a:xfrm>
              <a:off x="10528896" y="4237475"/>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grpFill/>
            <a:ln w="25400" cap="flat">
              <a:noFill/>
              <a:prstDash val="solid"/>
              <a:miter lim="400000"/>
            </a:ln>
            <a:effectLst/>
          </p:spPr>
          <p:txBody>
            <a:bodyPr anchor="ctr"/>
            <a:lstStyle/>
            <a:p>
              <a:pPr algn="ctr"/>
              <a:endParaRPr/>
            </a:p>
          </p:txBody>
        </p:sp>
        <p:sp>
          <p:nvSpPr>
            <p:cNvPr id="150" name="ïṩ1îḑè">
              <a:extLst>
                <a:ext uri="{FF2B5EF4-FFF2-40B4-BE49-F238E27FC236}">
                  <a16:creationId xmlns:a16="http://schemas.microsoft.com/office/drawing/2014/main" id="{B9B287BA-5729-2E37-EC13-C7292BFC0E78}"/>
                </a:ext>
              </a:extLst>
            </p:cNvPr>
            <p:cNvSpPr/>
            <p:nvPr/>
          </p:nvSpPr>
          <p:spPr>
            <a:xfrm>
              <a:off x="9937920" y="4105530"/>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grpFill/>
            <a:ln w="25400" cap="flat">
              <a:noFill/>
              <a:prstDash val="solid"/>
              <a:miter lim="400000"/>
            </a:ln>
            <a:effectLst/>
          </p:spPr>
          <p:txBody>
            <a:bodyPr anchor="ctr"/>
            <a:lstStyle/>
            <a:p>
              <a:pPr algn="ctr"/>
              <a:endParaRPr/>
            </a:p>
          </p:txBody>
        </p:sp>
        <p:sp>
          <p:nvSpPr>
            <p:cNvPr id="151" name="ïṧḻiḋe">
              <a:extLst>
                <a:ext uri="{FF2B5EF4-FFF2-40B4-BE49-F238E27FC236}">
                  <a16:creationId xmlns:a16="http://schemas.microsoft.com/office/drawing/2014/main" id="{3BA31D68-46A5-ABDC-BA4D-E775E3FF2873}"/>
                </a:ext>
              </a:extLst>
            </p:cNvPr>
            <p:cNvSpPr/>
            <p:nvPr/>
          </p:nvSpPr>
          <p:spPr>
            <a:xfrm>
              <a:off x="10030474" y="3790111"/>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grpFill/>
            <a:ln w="25400" cap="flat">
              <a:noFill/>
              <a:prstDash val="solid"/>
              <a:miter lim="400000"/>
            </a:ln>
            <a:effectLst/>
          </p:spPr>
          <p:txBody>
            <a:bodyPr anchor="ctr"/>
            <a:lstStyle/>
            <a:p>
              <a:pPr algn="ctr"/>
              <a:endParaRPr/>
            </a:p>
          </p:txBody>
        </p:sp>
        <p:sp>
          <p:nvSpPr>
            <p:cNvPr id="152" name="ïSḻîḑê">
              <a:extLst>
                <a:ext uri="{FF2B5EF4-FFF2-40B4-BE49-F238E27FC236}">
                  <a16:creationId xmlns:a16="http://schemas.microsoft.com/office/drawing/2014/main" id="{169C293D-CE3C-CE40-1406-8A4CEF8D8D6D}"/>
                </a:ext>
              </a:extLst>
            </p:cNvPr>
            <p:cNvSpPr/>
            <p:nvPr/>
          </p:nvSpPr>
          <p:spPr>
            <a:xfrm>
              <a:off x="10351793" y="3476789"/>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grpFill/>
            <a:ln w="25400" cap="flat">
              <a:noFill/>
              <a:prstDash val="solid"/>
              <a:miter lim="400000"/>
            </a:ln>
            <a:effectLst/>
          </p:spPr>
          <p:txBody>
            <a:bodyPr anchor="ctr"/>
            <a:lstStyle/>
            <a:p>
              <a:pPr algn="ctr"/>
              <a:endParaRPr/>
            </a:p>
          </p:txBody>
        </p:sp>
        <p:sp>
          <p:nvSpPr>
            <p:cNvPr id="153" name="íS1íde">
              <a:extLst>
                <a:ext uri="{FF2B5EF4-FFF2-40B4-BE49-F238E27FC236}">
                  <a16:creationId xmlns:a16="http://schemas.microsoft.com/office/drawing/2014/main" id="{800C8B8C-E2EF-E68E-80D3-48C716F651C0}"/>
                </a:ext>
              </a:extLst>
            </p:cNvPr>
            <p:cNvSpPr/>
            <p:nvPr/>
          </p:nvSpPr>
          <p:spPr>
            <a:xfrm>
              <a:off x="10325524" y="3553174"/>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grpFill/>
            <a:ln w="25400" cap="flat">
              <a:noFill/>
              <a:prstDash val="solid"/>
              <a:miter lim="400000"/>
            </a:ln>
            <a:effectLst/>
          </p:spPr>
          <p:txBody>
            <a:bodyPr anchor="ctr"/>
            <a:lstStyle/>
            <a:p>
              <a:pPr algn="ctr"/>
              <a:endParaRPr/>
            </a:p>
          </p:txBody>
        </p:sp>
        <p:sp>
          <p:nvSpPr>
            <p:cNvPr id="154" name="îṡḻíḍè">
              <a:extLst>
                <a:ext uri="{FF2B5EF4-FFF2-40B4-BE49-F238E27FC236}">
                  <a16:creationId xmlns:a16="http://schemas.microsoft.com/office/drawing/2014/main" id="{51B3FEBF-78FF-A1D4-BD8C-20A402D7BF40}"/>
                </a:ext>
              </a:extLst>
            </p:cNvPr>
            <p:cNvSpPr/>
            <p:nvPr/>
          </p:nvSpPr>
          <p:spPr>
            <a:xfrm>
              <a:off x="10830737" y="3809410"/>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grpFill/>
            <a:ln w="25400" cap="flat">
              <a:noFill/>
              <a:prstDash val="solid"/>
              <a:miter lim="400000"/>
            </a:ln>
            <a:effectLst/>
          </p:spPr>
          <p:txBody>
            <a:bodyPr anchor="ctr"/>
            <a:lstStyle/>
            <a:p>
              <a:pPr algn="ctr"/>
              <a:endParaRPr/>
            </a:p>
          </p:txBody>
        </p:sp>
      </p:grpSp>
      <p:pic>
        <p:nvPicPr>
          <p:cNvPr id="196" name="ïsḻiḍe">
            <a:extLst>
              <a:ext uri="{FF2B5EF4-FFF2-40B4-BE49-F238E27FC236}">
                <a16:creationId xmlns:a16="http://schemas.microsoft.com/office/drawing/2014/main" id="{BA919195-CBB6-DCA0-C513-2CA797AE2B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88710" y="760254"/>
            <a:ext cx="1879390" cy="374335"/>
          </a:xfrm>
          <a:prstGeom prst="rect">
            <a:avLst/>
          </a:prstGeom>
        </p:spPr>
      </p:pic>
      <p:sp>
        <p:nvSpPr>
          <p:cNvPr id="4" name="文本框 3">
            <a:extLst>
              <a:ext uri="{FF2B5EF4-FFF2-40B4-BE49-F238E27FC236}">
                <a16:creationId xmlns:a16="http://schemas.microsoft.com/office/drawing/2014/main" id="{B16C8746-94BB-3286-A247-479D86158FD2}"/>
              </a:ext>
            </a:extLst>
          </p:cNvPr>
          <p:cNvSpPr txBox="1"/>
          <p:nvPr/>
        </p:nvSpPr>
        <p:spPr>
          <a:xfrm>
            <a:off x="873019" y="611369"/>
            <a:ext cx="9937288" cy="523220"/>
          </a:xfrm>
          <a:prstGeom prst="rect">
            <a:avLst/>
          </a:prstGeom>
          <a:noFill/>
        </p:spPr>
        <p:txBody>
          <a:bodyPr wrap="square" rtlCol="0">
            <a:spAutoFit/>
          </a:bodyPr>
          <a:lstStyle/>
          <a:p>
            <a:r>
              <a:rPr lang="zh-CN" altLang="en-US" sz="2800" dirty="0">
                <a:solidFill>
                  <a:schemeClr val="accent1"/>
                </a:solidFill>
              </a:rPr>
              <a:t>一、运营部推文排版</a:t>
            </a:r>
            <a:endParaRPr lang="zh-CN" altLang="en-US" dirty="0"/>
          </a:p>
        </p:txBody>
      </p:sp>
      <p:pic>
        <p:nvPicPr>
          <p:cNvPr id="6" name="图片 5">
            <a:extLst>
              <a:ext uri="{FF2B5EF4-FFF2-40B4-BE49-F238E27FC236}">
                <a16:creationId xmlns:a16="http://schemas.microsoft.com/office/drawing/2014/main" id="{7EF8B134-03B6-3AEC-B363-16BB01DA2375}"/>
              </a:ext>
            </a:extLst>
          </p:cNvPr>
          <p:cNvPicPr>
            <a:picLocks/>
          </p:cNvPicPr>
          <p:nvPr/>
        </p:nvPicPr>
        <p:blipFill>
          <a:blip r:embed="rId6" cstate="print">
            <a:extLst>
              <a:ext uri="{28A0092B-C50C-407E-A947-70E740481C1C}">
                <a14:useLocalDpi xmlns:a14="http://schemas.microsoft.com/office/drawing/2010/main" val="0"/>
              </a:ext>
            </a:extLst>
          </a:blip>
          <a:srcRect l="8245" t="3466" r="10764" b="5953"/>
          <a:stretch>
            <a:fillRect/>
          </a:stretch>
        </p:blipFill>
        <p:spPr>
          <a:xfrm>
            <a:off x="3173150" y="1980191"/>
            <a:ext cx="5207841" cy="3639433"/>
          </a:xfrm>
          <a:prstGeom prst="rect">
            <a:avLst/>
          </a:prstGeom>
        </p:spPr>
      </p:pic>
      <p:pic>
        <p:nvPicPr>
          <p:cNvPr id="8" name="图片 7">
            <a:extLst>
              <a:ext uri="{FF2B5EF4-FFF2-40B4-BE49-F238E27FC236}">
                <a16:creationId xmlns:a16="http://schemas.microsoft.com/office/drawing/2014/main" id="{473BFA1D-6B04-381F-707A-ED8540C0016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73416" y="1119856"/>
            <a:ext cx="2071945" cy="4604322"/>
          </a:xfrm>
          <a:prstGeom prst="rect">
            <a:avLst/>
          </a:prstGeom>
        </p:spPr>
      </p:pic>
      <p:pic>
        <p:nvPicPr>
          <p:cNvPr id="10" name="图片 9">
            <a:extLst>
              <a:ext uri="{FF2B5EF4-FFF2-40B4-BE49-F238E27FC236}">
                <a16:creationId xmlns:a16="http://schemas.microsoft.com/office/drawing/2014/main" id="{3A225D6C-E0A8-5958-5984-88611E0509A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13328" y="3147906"/>
            <a:ext cx="2071945" cy="4604322"/>
          </a:xfrm>
          <a:prstGeom prst="rect">
            <a:avLst/>
          </a:prstGeom>
        </p:spPr>
      </p:pic>
      <p:pic>
        <p:nvPicPr>
          <p:cNvPr id="156" name="图片 155">
            <a:extLst>
              <a:ext uri="{FF2B5EF4-FFF2-40B4-BE49-F238E27FC236}">
                <a16:creationId xmlns:a16="http://schemas.microsoft.com/office/drawing/2014/main" id="{7B522A47-545E-53F3-C03F-CB671715F01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125185" y="1125556"/>
            <a:ext cx="2066815" cy="4592922"/>
          </a:xfrm>
          <a:prstGeom prst="rect">
            <a:avLst/>
          </a:prstGeom>
        </p:spPr>
      </p:pic>
      <p:pic>
        <p:nvPicPr>
          <p:cNvPr id="158" name="图片 157">
            <a:extLst>
              <a:ext uri="{FF2B5EF4-FFF2-40B4-BE49-F238E27FC236}">
                <a16:creationId xmlns:a16="http://schemas.microsoft.com/office/drawing/2014/main" id="{F101FC71-EC7C-151B-34F3-1A8EB43174C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121165" y="3149128"/>
            <a:ext cx="2071945" cy="4604322"/>
          </a:xfrm>
          <a:prstGeom prst="rect">
            <a:avLst/>
          </a:prstGeom>
        </p:spPr>
      </p:pic>
      <p:pic>
        <p:nvPicPr>
          <p:cNvPr id="160" name="图片 159">
            <a:extLst>
              <a:ext uri="{FF2B5EF4-FFF2-40B4-BE49-F238E27FC236}">
                <a16:creationId xmlns:a16="http://schemas.microsoft.com/office/drawing/2014/main" id="{76B613F0-E91C-1583-37F4-6E522BFFDE4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33988" y="1114156"/>
            <a:ext cx="2071945" cy="4604322"/>
          </a:xfrm>
          <a:prstGeom prst="rect">
            <a:avLst/>
          </a:prstGeom>
        </p:spPr>
      </p:pic>
      <p:pic>
        <p:nvPicPr>
          <p:cNvPr id="162" name="图片 161">
            <a:extLst>
              <a:ext uri="{FF2B5EF4-FFF2-40B4-BE49-F238E27FC236}">
                <a16:creationId xmlns:a16="http://schemas.microsoft.com/office/drawing/2014/main" id="{786B00DA-3534-D9F3-EDAE-0A2A44F6EC05}"/>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72488" y="1119856"/>
            <a:ext cx="2073099" cy="4606887"/>
          </a:xfrm>
          <a:prstGeom prst="rect">
            <a:avLst/>
          </a:prstGeom>
        </p:spPr>
      </p:pic>
      <p:pic>
        <p:nvPicPr>
          <p:cNvPr id="164" name="图片 163">
            <a:extLst>
              <a:ext uri="{FF2B5EF4-FFF2-40B4-BE49-F238E27FC236}">
                <a16:creationId xmlns:a16="http://schemas.microsoft.com/office/drawing/2014/main" id="{0CCA8864-62D9-1164-98BE-9A2BB82AFFB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935098" y="3145340"/>
            <a:ext cx="2073099" cy="4606887"/>
          </a:xfrm>
          <a:prstGeom prst="rect">
            <a:avLst/>
          </a:prstGeom>
        </p:spPr>
      </p:pic>
      <p:pic>
        <p:nvPicPr>
          <p:cNvPr id="166" name="图片 165">
            <a:extLst>
              <a:ext uri="{FF2B5EF4-FFF2-40B4-BE49-F238E27FC236}">
                <a16:creationId xmlns:a16="http://schemas.microsoft.com/office/drawing/2014/main" id="{04BC19DF-A9FE-949D-75F0-054BB8A0AF87}"/>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18671" y="3145341"/>
            <a:ext cx="2073099" cy="4606887"/>
          </a:xfrm>
          <a:prstGeom prst="rect">
            <a:avLst/>
          </a:prstGeom>
        </p:spPr>
      </p:pic>
    </p:spTree>
    <p:extLst>
      <p:ext uri="{BB962C8B-B14F-4D97-AF65-F5344CB8AC3E}">
        <p14:creationId xmlns:p14="http://schemas.microsoft.com/office/powerpoint/2010/main" val="2410592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išḷídê">
          <a:extLst>
            <a:ext uri="{FF2B5EF4-FFF2-40B4-BE49-F238E27FC236}">
              <a16:creationId xmlns:a16="http://schemas.microsoft.com/office/drawing/2014/main" id="{54045B05-9AA8-01D2-BDD4-F61B2F2826DB}"/>
            </a:ext>
          </a:extLst>
        </p:cNvPr>
        <p:cNvGrpSpPr/>
        <p:nvPr/>
      </p:nvGrpSpPr>
      <p:grpSpPr>
        <a:xfrm>
          <a:off x="0" y="0"/>
          <a:ext cx="0" cy="0"/>
          <a:chOff x="0" y="0"/>
          <a:chExt cx="0" cy="0"/>
        </a:xfrm>
      </p:grpSpPr>
      <p:grpSp>
        <p:nvGrpSpPr>
          <p:cNvPr id="11" name="íṥlîd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7219B3D7-77C6-03C1-1577-9D96A8CEFDA4}"/>
              </a:ext>
            </a:extLst>
          </p:cNvPr>
          <p:cNvGrpSpPr>
            <a:grpSpLocks noChangeAspect="1"/>
          </p:cNvGrpSpPr>
          <p:nvPr>
            <p:custDataLst>
              <p:tags r:id="rId1"/>
            </p:custDataLst>
          </p:nvPr>
        </p:nvGrpSpPr>
        <p:grpSpPr>
          <a:xfrm>
            <a:off x="723900" y="1046801"/>
            <a:ext cx="10491592" cy="5050945"/>
            <a:chOff x="1071716" y="1247323"/>
            <a:chExt cx="10048568" cy="4837661"/>
          </a:xfrm>
          <a:solidFill>
            <a:schemeClr val="bg2">
              <a:alpha val="33000"/>
            </a:schemeClr>
          </a:solidFill>
        </p:grpSpPr>
        <p:sp>
          <p:nvSpPr>
            <p:cNvPr id="12" name="iṧ1ide">
              <a:extLst>
                <a:ext uri="{FF2B5EF4-FFF2-40B4-BE49-F238E27FC236}">
                  <a16:creationId xmlns:a16="http://schemas.microsoft.com/office/drawing/2014/main" id="{6F61478B-93D1-92D7-6746-4F36427FEC8E}"/>
                </a:ext>
              </a:extLst>
            </p:cNvPr>
            <p:cNvSpPr/>
            <p:nvPr/>
          </p:nvSpPr>
          <p:spPr>
            <a:xfrm>
              <a:off x="1071716" y="1560254"/>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grpFill/>
            <a:ln w="25400" cap="flat">
              <a:noFill/>
              <a:prstDash val="solid"/>
              <a:miter lim="400000"/>
            </a:ln>
            <a:effectLst/>
          </p:spPr>
          <p:txBody>
            <a:bodyPr anchor="ctr"/>
            <a:lstStyle/>
            <a:p>
              <a:pPr algn="ctr"/>
              <a:endParaRPr/>
            </a:p>
          </p:txBody>
        </p:sp>
        <p:sp>
          <p:nvSpPr>
            <p:cNvPr id="13" name="iṡlîdè">
              <a:extLst>
                <a:ext uri="{FF2B5EF4-FFF2-40B4-BE49-F238E27FC236}">
                  <a16:creationId xmlns:a16="http://schemas.microsoft.com/office/drawing/2014/main" id="{955FFB18-BB23-C907-63F4-E2BFE0953C07}"/>
                </a:ext>
              </a:extLst>
            </p:cNvPr>
            <p:cNvSpPr/>
            <p:nvPr/>
          </p:nvSpPr>
          <p:spPr>
            <a:xfrm>
              <a:off x="2659645" y="1473576"/>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grpFill/>
            <a:ln w="25400" cap="flat">
              <a:noFill/>
              <a:prstDash val="solid"/>
              <a:miter lim="400000"/>
            </a:ln>
            <a:effectLst/>
          </p:spPr>
          <p:txBody>
            <a:bodyPr anchor="ctr"/>
            <a:lstStyle/>
            <a:p>
              <a:pPr algn="ctr"/>
              <a:endParaRPr/>
            </a:p>
          </p:txBody>
        </p:sp>
        <p:sp>
          <p:nvSpPr>
            <p:cNvPr id="14" name="íşḷídé">
              <a:extLst>
                <a:ext uri="{FF2B5EF4-FFF2-40B4-BE49-F238E27FC236}">
                  <a16:creationId xmlns:a16="http://schemas.microsoft.com/office/drawing/2014/main" id="{42DF809D-071C-4F31-8F10-6A967B54C9DB}"/>
                </a:ext>
              </a:extLst>
            </p:cNvPr>
            <p:cNvSpPr/>
            <p:nvPr/>
          </p:nvSpPr>
          <p:spPr>
            <a:xfrm>
              <a:off x="3184375" y="1615331"/>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grpFill/>
            <a:ln w="25400" cap="flat">
              <a:noFill/>
              <a:prstDash val="solid"/>
              <a:miter lim="400000"/>
            </a:ln>
            <a:effectLst/>
          </p:spPr>
          <p:txBody>
            <a:bodyPr anchor="ctr"/>
            <a:lstStyle/>
            <a:p>
              <a:pPr algn="ctr"/>
              <a:endParaRPr/>
            </a:p>
          </p:txBody>
        </p:sp>
        <p:sp>
          <p:nvSpPr>
            <p:cNvPr id="15" name="í$ľïdê">
              <a:extLst>
                <a:ext uri="{FF2B5EF4-FFF2-40B4-BE49-F238E27FC236}">
                  <a16:creationId xmlns:a16="http://schemas.microsoft.com/office/drawing/2014/main" id="{260B1D36-B77A-9115-A995-56B154373874}"/>
                </a:ext>
              </a:extLst>
            </p:cNvPr>
            <p:cNvSpPr/>
            <p:nvPr/>
          </p:nvSpPr>
          <p:spPr>
            <a:xfrm>
              <a:off x="3215588" y="1484505"/>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grpFill/>
            <a:ln w="25400" cap="flat">
              <a:noFill/>
              <a:prstDash val="solid"/>
              <a:miter lim="400000"/>
            </a:ln>
            <a:effectLst/>
          </p:spPr>
          <p:txBody>
            <a:bodyPr anchor="ctr"/>
            <a:lstStyle/>
            <a:p>
              <a:pPr algn="ctr"/>
              <a:endParaRPr/>
            </a:p>
          </p:txBody>
        </p:sp>
        <p:sp>
          <p:nvSpPr>
            <p:cNvPr id="16" name="íṣļîḑe">
              <a:extLst>
                <a:ext uri="{FF2B5EF4-FFF2-40B4-BE49-F238E27FC236}">
                  <a16:creationId xmlns:a16="http://schemas.microsoft.com/office/drawing/2014/main" id="{E69BE9F3-B57D-73BD-99F8-56B3F07A99B0}"/>
                </a:ext>
              </a:extLst>
            </p:cNvPr>
            <p:cNvSpPr/>
            <p:nvPr/>
          </p:nvSpPr>
          <p:spPr>
            <a:xfrm>
              <a:off x="3377772" y="1484037"/>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grpFill/>
            <a:ln w="25400" cap="flat">
              <a:noFill/>
              <a:prstDash val="solid"/>
              <a:miter lim="400000"/>
            </a:ln>
            <a:effectLst/>
          </p:spPr>
          <p:txBody>
            <a:bodyPr anchor="ctr"/>
            <a:lstStyle/>
            <a:p>
              <a:pPr algn="ctr"/>
              <a:endParaRPr/>
            </a:p>
          </p:txBody>
        </p:sp>
        <p:sp>
          <p:nvSpPr>
            <p:cNvPr id="17" name="ïṥ1ïḑé">
              <a:extLst>
                <a:ext uri="{FF2B5EF4-FFF2-40B4-BE49-F238E27FC236}">
                  <a16:creationId xmlns:a16="http://schemas.microsoft.com/office/drawing/2014/main" id="{D6DDDBE1-32AB-7787-3D06-63BA42E264FF}"/>
                </a:ext>
              </a:extLst>
            </p:cNvPr>
            <p:cNvSpPr/>
            <p:nvPr/>
          </p:nvSpPr>
          <p:spPr>
            <a:xfrm>
              <a:off x="3537340" y="1418200"/>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grpFill/>
            <a:ln w="25400" cap="flat">
              <a:noFill/>
              <a:prstDash val="solid"/>
              <a:miter lim="400000"/>
            </a:ln>
            <a:effectLst/>
          </p:spPr>
          <p:txBody>
            <a:bodyPr anchor="ctr"/>
            <a:lstStyle/>
            <a:p>
              <a:pPr algn="ctr"/>
              <a:endParaRPr/>
            </a:p>
          </p:txBody>
        </p:sp>
        <p:sp>
          <p:nvSpPr>
            <p:cNvPr id="18" name="îşḻiḑe">
              <a:extLst>
                <a:ext uri="{FF2B5EF4-FFF2-40B4-BE49-F238E27FC236}">
                  <a16:creationId xmlns:a16="http://schemas.microsoft.com/office/drawing/2014/main" id="{9039C762-4966-43FF-E96B-A9F0BF73312D}"/>
                </a:ext>
              </a:extLst>
            </p:cNvPr>
            <p:cNvSpPr/>
            <p:nvPr/>
          </p:nvSpPr>
          <p:spPr>
            <a:xfrm>
              <a:off x="3672980" y="1247323"/>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grpFill/>
            <a:ln w="25400" cap="flat">
              <a:noFill/>
              <a:prstDash val="solid"/>
              <a:miter lim="400000"/>
            </a:ln>
            <a:effectLst/>
          </p:spPr>
          <p:txBody>
            <a:bodyPr anchor="ctr"/>
            <a:lstStyle/>
            <a:p>
              <a:pPr algn="ctr"/>
              <a:endParaRPr/>
            </a:p>
          </p:txBody>
        </p:sp>
        <p:sp>
          <p:nvSpPr>
            <p:cNvPr id="19" name="îṥḻíďe">
              <a:extLst>
                <a:ext uri="{FF2B5EF4-FFF2-40B4-BE49-F238E27FC236}">
                  <a16:creationId xmlns:a16="http://schemas.microsoft.com/office/drawing/2014/main" id="{42531FF3-D04D-857A-3701-AC5E865CCB5D}"/>
                </a:ext>
              </a:extLst>
            </p:cNvPr>
            <p:cNvSpPr/>
            <p:nvPr/>
          </p:nvSpPr>
          <p:spPr>
            <a:xfrm>
              <a:off x="4072085" y="1252852"/>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grpFill/>
            <a:ln w="25400" cap="flat">
              <a:noFill/>
              <a:prstDash val="solid"/>
              <a:miter lim="400000"/>
            </a:ln>
            <a:effectLst/>
          </p:spPr>
          <p:txBody>
            <a:bodyPr anchor="ctr"/>
            <a:lstStyle/>
            <a:p>
              <a:pPr algn="ctr"/>
              <a:endParaRPr/>
            </a:p>
          </p:txBody>
        </p:sp>
        <p:sp>
          <p:nvSpPr>
            <p:cNvPr id="20" name="işľîḋê">
              <a:extLst>
                <a:ext uri="{FF2B5EF4-FFF2-40B4-BE49-F238E27FC236}">
                  <a16:creationId xmlns:a16="http://schemas.microsoft.com/office/drawing/2014/main" id="{6CC7CCE5-7FFE-4E67-ED6F-5AC641B634DD}"/>
                </a:ext>
              </a:extLst>
            </p:cNvPr>
            <p:cNvSpPr/>
            <p:nvPr/>
          </p:nvSpPr>
          <p:spPr>
            <a:xfrm>
              <a:off x="3479660" y="1494826"/>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grpFill/>
            <a:ln w="25400" cap="flat">
              <a:noFill/>
              <a:prstDash val="solid"/>
              <a:miter lim="400000"/>
            </a:ln>
            <a:effectLst/>
          </p:spPr>
          <p:txBody>
            <a:bodyPr anchor="ctr"/>
            <a:lstStyle/>
            <a:p>
              <a:pPr algn="ctr"/>
              <a:endParaRPr/>
            </a:p>
          </p:txBody>
        </p:sp>
        <p:sp>
          <p:nvSpPr>
            <p:cNvPr id="21" name="îśḷíďè">
              <a:extLst>
                <a:ext uri="{FF2B5EF4-FFF2-40B4-BE49-F238E27FC236}">
                  <a16:creationId xmlns:a16="http://schemas.microsoft.com/office/drawing/2014/main" id="{A7612922-6FA7-DE1A-91CF-26733938C364}"/>
                </a:ext>
              </a:extLst>
            </p:cNvPr>
            <p:cNvSpPr/>
            <p:nvPr/>
          </p:nvSpPr>
          <p:spPr>
            <a:xfrm>
              <a:off x="3367978" y="1754955"/>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grpFill/>
            <a:ln w="25400" cap="flat">
              <a:noFill/>
              <a:prstDash val="solid"/>
              <a:miter lim="400000"/>
            </a:ln>
            <a:effectLst/>
          </p:spPr>
          <p:txBody>
            <a:bodyPr anchor="ctr"/>
            <a:lstStyle/>
            <a:p>
              <a:pPr algn="ctr"/>
              <a:endParaRPr/>
            </a:p>
          </p:txBody>
        </p:sp>
        <p:sp>
          <p:nvSpPr>
            <p:cNvPr id="22" name="îṥḷiḓè">
              <a:extLst>
                <a:ext uri="{FF2B5EF4-FFF2-40B4-BE49-F238E27FC236}">
                  <a16:creationId xmlns:a16="http://schemas.microsoft.com/office/drawing/2014/main" id="{20A70F71-9742-B62B-1EC3-534BFEB59B9F}"/>
                </a:ext>
              </a:extLst>
            </p:cNvPr>
            <p:cNvSpPr/>
            <p:nvPr/>
          </p:nvSpPr>
          <p:spPr>
            <a:xfrm>
              <a:off x="3798219" y="2232769"/>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grpFill/>
            <a:ln w="25400" cap="flat">
              <a:noFill/>
              <a:prstDash val="solid"/>
              <a:miter lim="400000"/>
            </a:ln>
            <a:effectLst/>
          </p:spPr>
          <p:txBody>
            <a:bodyPr anchor="ctr"/>
            <a:lstStyle/>
            <a:p>
              <a:pPr algn="ctr"/>
              <a:endParaRPr/>
            </a:p>
          </p:txBody>
        </p:sp>
        <p:sp>
          <p:nvSpPr>
            <p:cNvPr id="23" name="iṥliďe">
              <a:extLst>
                <a:ext uri="{FF2B5EF4-FFF2-40B4-BE49-F238E27FC236}">
                  <a16:creationId xmlns:a16="http://schemas.microsoft.com/office/drawing/2014/main" id="{DA68CA02-598E-0A10-4CD3-9F98DF9E3C5A}"/>
                </a:ext>
              </a:extLst>
            </p:cNvPr>
            <p:cNvSpPr/>
            <p:nvPr/>
          </p:nvSpPr>
          <p:spPr>
            <a:xfrm>
              <a:off x="3443720" y="2870076"/>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grpFill/>
            <a:ln w="25400" cap="flat">
              <a:noFill/>
              <a:prstDash val="solid"/>
              <a:miter lim="400000"/>
            </a:ln>
            <a:effectLst/>
          </p:spPr>
          <p:txBody>
            <a:bodyPr anchor="ctr"/>
            <a:lstStyle/>
            <a:p>
              <a:pPr algn="ctr"/>
              <a:endParaRPr/>
            </a:p>
          </p:txBody>
        </p:sp>
        <p:sp>
          <p:nvSpPr>
            <p:cNvPr id="24" name="î$ļídé">
              <a:extLst>
                <a:ext uri="{FF2B5EF4-FFF2-40B4-BE49-F238E27FC236}">
                  <a16:creationId xmlns:a16="http://schemas.microsoft.com/office/drawing/2014/main" id="{2437DC81-DD2B-92FC-7426-2107379D14FD}"/>
                </a:ext>
              </a:extLst>
            </p:cNvPr>
            <p:cNvSpPr/>
            <p:nvPr/>
          </p:nvSpPr>
          <p:spPr>
            <a:xfrm>
              <a:off x="2721842" y="3238975"/>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grpFill/>
            <a:ln w="25400" cap="flat">
              <a:noFill/>
              <a:prstDash val="solid"/>
              <a:miter lim="400000"/>
            </a:ln>
            <a:effectLst/>
          </p:spPr>
          <p:txBody>
            <a:bodyPr anchor="ctr"/>
            <a:lstStyle/>
            <a:p>
              <a:pPr algn="ctr"/>
              <a:endParaRPr/>
            </a:p>
          </p:txBody>
        </p:sp>
        <p:sp>
          <p:nvSpPr>
            <p:cNvPr id="25" name="ïşļíḍé">
              <a:extLst>
                <a:ext uri="{FF2B5EF4-FFF2-40B4-BE49-F238E27FC236}">
                  <a16:creationId xmlns:a16="http://schemas.microsoft.com/office/drawing/2014/main" id="{DFC39256-ADEB-4BA1-A197-559100741D58}"/>
                </a:ext>
              </a:extLst>
            </p:cNvPr>
            <p:cNvSpPr/>
            <p:nvPr/>
          </p:nvSpPr>
          <p:spPr>
            <a:xfrm>
              <a:off x="3014633" y="3360630"/>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grpFill/>
            <a:ln w="25400" cap="flat">
              <a:noFill/>
              <a:prstDash val="solid"/>
              <a:miter lim="400000"/>
            </a:ln>
            <a:effectLst/>
          </p:spPr>
          <p:txBody>
            <a:bodyPr anchor="ctr"/>
            <a:lstStyle/>
            <a:p>
              <a:pPr algn="ctr"/>
              <a:endParaRPr/>
            </a:p>
          </p:txBody>
        </p:sp>
        <p:sp>
          <p:nvSpPr>
            <p:cNvPr id="26" name="î$líḋè">
              <a:extLst>
                <a:ext uri="{FF2B5EF4-FFF2-40B4-BE49-F238E27FC236}">
                  <a16:creationId xmlns:a16="http://schemas.microsoft.com/office/drawing/2014/main" id="{1F1C3393-D4AB-BA6E-0FD2-A719A02A8A68}"/>
                </a:ext>
              </a:extLst>
            </p:cNvPr>
            <p:cNvSpPr/>
            <p:nvPr/>
          </p:nvSpPr>
          <p:spPr>
            <a:xfrm>
              <a:off x="2895033" y="3401778"/>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grpFill/>
            <a:ln w="25400" cap="flat">
              <a:noFill/>
              <a:prstDash val="solid"/>
              <a:miter lim="400000"/>
            </a:ln>
            <a:effectLst/>
          </p:spPr>
          <p:txBody>
            <a:bodyPr anchor="ctr"/>
            <a:lstStyle/>
            <a:p>
              <a:pPr algn="ctr"/>
              <a:endParaRPr/>
            </a:p>
          </p:txBody>
        </p:sp>
        <p:sp>
          <p:nvSpPr>
            <p:cNvPr id="27" name="ï$1îḑe">
              <a:extLst>
                <a:ext uri="{FF2B5EF4-FFF2-40B4-BE49-F238E27FC236}">
                  <a16:creationId xmlns:a16="http://schemas.microsoft.com/office/drawing/2014/main" id="{D0D35785-451A-AF93-4BC0-8C885B310BCE}"/>
                </a:ext>
              </a:extLst>
            </p:cNvPr>
            <p:cNvSpPr/>
            <p:nvPr/>
          </p:nvSpPr>
          <p:spPr>
            <a:xfrm>
              <a:off x="3271035" y="3400703"/>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grpFill/>
            <a:ln w="25400" cap="flat">
              <a:noFill/>
              <a:prstDash val="solid"/>
              <a:miter lim="400000"/>
            </a:ln>
            <a:effectLst/>
          </p:spPr>
          <p:txBody>
            <a:bodyPr anchor="ctr"/>
            <a:lstStyle/>
            <a:p>
              <a:pPr algn="ctr"/>
              <a:endParaRPr/>
            </a:p>
          </p:txBody>
        </p:sp>
        <p:sp>
          <p:nvSpPr>
            <p:cNvPr id="28" name="iṥḻíḋè">
              <a:extLst>
                <a:ext uri="{FF2B5EF4-FFF2-40B4-BE49-F238E27FC236}">
                  <a16:creationId xmlns:a16="http://schemas.microsoft.com/office/drawing/2014/main" id="{6B7F9CB1-9A77-10B2-1313-CBD87AEC363E}"/>
                </a:ext>
              </a:extLst>
            </p:cNvPr>
            <p:cNvSpPr/>
            <p:nvPr/>
          </p:nvSpPr>
          <p:spPr>
            <a:xfrm>
              <a:off x="3099915" y="3243765"/>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grpFill/>
            <a:ln w="25400" cap="flat">
              <a:noFill/>
              <a:prstDash val="solid"/>
              <a:miter lim="400000"/>
            </a:ln>
            <a:effectLst/>
          </p:spPr>
          <p:txBody>
            <a:bodyPr anchor="ctr"/>
            <a:lstStyle/>
            <a:p>
              <a:pPr algn="ctr"/>
              <a:endParaRPr/>
            </a:p>
          </p:txBody>
        </p:sp>
        <p:sp>
          <p:nvSpPr>
            <p:cNvPr id="29" name="ïš1íde">
              <a:extLst>
                <a:ext uri="{FF2B5EF4-FFF2-40B4-BE49-F238E27FC236}">
                  <a16:creationId xmlns:a16="http://schemas.microsoft.com/office/drawing/2014/main" id="{D6A2BF27-ACB7-5B57-2AD8-8C746ADE9A6A}"/>
                </a:ext>
              </a:extLst>
            </p:cNvPr>
            <p:cNvSpPr/>
            <p:nvPr/>
          </p:nvSpPr>
          <p:spPr>
            <a:xfrm>
              <a:off x="3040202" y="3273501"/>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grpFill/>
            <a:ln w="25400" cap="flat">
              <a:noFill/>
              <a:prstDash val="solid"/>
              <a:miter lim="400000"/>
            </a:ln>
            <a:effectLst/>
          </p:spPr>
          <p:txBody>
            <a:bodyPr anchor="ctr"/>
            <a:lstStyle/>
            <a:p>
              <a:pPr algn="ctr"/>
              <a:endParaRPr/>
            </a:p>
          </p:txBody>
        </p:sp>
        <p:sp>
          <p:nvSpPr>
            <p:cNvPr id="30" name="isliḋê">
              <a:extLst>
                <a:ext uri="{FF2B5EF4-FFF2-40B4-BE49-F238E27FC236}">
                  <a16:creationId xmlns:a16="http://schemas.microsoft.com/office/drawing/2014/main" id="{71BDA0AD-299A-F041-552E-DD0348B04ECD}"/>
                </a:ext>
              </a:extLst>
            </p:cNvPr>
            <p:cNvSpPr/>
            <p:nvPr/>
          </p:nvSpPr>
          <p:spPr>
            <a:xfrm>
              <a:off x="2935381" y="3141153"/>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grpFill/>
            <a:ln w="25400" cap="flat">
              <a:noFill/>
              <a:prstDash val="solid"/>
              <a:miter lim="400000"/>
            </a:ln>
            <a:effectLst/>
          </p:spPr>
          <p:txBody>
            <a:bodyPr anchor="ctr"/>
            <a:lstStyle/>
            <a:p>
              <a:pPr algn="ctr"/>
              <a:endParaRPr/>
            </a:p>
          </p:txBody>
        </p:sp>
        <p:sp>
          <p:nvSpPr>
            <p:cNvPr id="31" name="îs1iḍè">
              <a:extLst>
                <a:ext uri="{FF2B5EF4-FFF2-40B4-BE49-F238E27FC236}">
                  <a16:creationId xmlns:a16="http://schemas.microsoft.com/office/drawing/2014/main" id="{D14CF4D7-C561-8373-9487-DB4715501B4B}"/>
                </a:ext>
              </a:extLst>
            </p:cNvPr>
            <p:cNvSpPr/>
            <p:nvPr/>
          </p:nvSpPr>
          <p:spPr>
            <a:xfrm>
              <a:off x="2937717" y="3092070"/>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grpFill/>
            <a:ln w="25400" cap="flat">
              <a:noFill/>
              <a:prstDash val="solid"/>
              <a:miter lim="400000"/>
            </a:ln>
            <a:effectLst/>
          </p:spPr>
          <p:txBody>
            <a:bodyPr anchor="ctr"/>
            <a:lstStyle/>
            <a:p>
              <a:pPr algn="ctr"/>
              <a:endParaRPr/>
            </a:p>
          </p:txBody>
        </p:sp>
        <p:sp>
          <p:nvSpPr>
            <p:cNvPr id="32" name="iṧlïḍé">
              <a:extLst>
                <a:ext uri="{FF2B5EF4-FFF2-40B4-BE49-F238E27FC236}">
                  <a16:creationId xmlns:a16="http://schemas.microsoft.com/office/drawing/2014/main" id="{EF3C0246-827F-6688-552B-6353A627BCED}"/>
                </a:ext>
              </a:extLst>
            </p:cNvPr>
            <p:cNvSpPr/>
            <p:nvPr/>
          </p:nvSpPr>
          <p:spPr>
            <a:xfrm>
              <a:off x="2983567" y="3093648"/>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grpFill/>
            <a:ln w="25400" cap="flat">
              <a:noFill/>
              <a:prstDash val="solid"/>
              <a:miter lim="400000"/>
            </a:ln>
            <a:effectLst/>
          </p:spPr>
          <p:txBody>
            <a:bodyPr anchor="ctr"/>
            <a:lstStyle/>
            <a:p>
              <a:pPr algn="ctr"/>
              <a:endParaRPr/>
            </a:p>
          </p:txBody>
        </p:sp>
        <p:sp>
          <p:nvSpPr>
            <p:cNvPr id="33" name="iSļîḋé">
              <a:extLst>
                <a:ext uri="{FF2B5EF4-FFF2-40B4-BE49-F238E27FC236}">
                  <a16:creationId xmlns:a16="http://schemas.microsoft.com/office/drawing/2014/main" id="{8499D03D-4112-F604-379C-0C3D9A9A5844}"/>
                </a:ext>
              </a:extLst>
            </p:cNvPr>
            <p:cNvSpPr/>
            <p:nvPr/>
          </p:nvSpPr>
          <p:spPr>
            <a:xfrm>
              <a:off x="2959952" y="3134535"/>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grpFill/>
            <a:ln w="25400" cap="flat">
              <a:noFill/>
              <a:prstDash val="solid"/>
              <a:miter lim="400000"/>
            </a:ln>
            <a:effectLst/>
          </p:spPr>
          <p:txBody>
            <a:bodyPr anchor="ctr"/>
            <a:lstStyle/>
            <a:p>
              <a:pPr algn="ctr"/>
              <a:endParaRPr/>
            </a:p>
          </p:txBody>
        </p:sp>
        <p:sp>
          <p:nvSpPr>
            <p:cNvPr id="34" name="îṥḷíḑé">
              <a:extLst>
                <a:ext uri="{FF2B5EF4-FFF2-40B4-BE49-F238E27FC236}">
                  <a16:creationId xmlns:a16="http://schemas.microsoft.com/office/drawing/2014/main" id="{A0C08226-B047-29A2-9DB0-0F30E273E228}"/>
                </a:ext>
              </a:extLst>
            </p:cNvPr>
            <p:cNvSpPr/>
            <p:nvPr/>
          </p:nvSpPr>
          <p:spPr>
            <a:xfrm>
              <a:off x="3029817" y="3184357"/>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grpFill/>
            <a:ln w="25400" cap="flat">
              <a:noFill/>
              <a:prstDash val="solid"/>
              <a:miter lim="400000"/>
            </a:ln>
            <a:effectLst/>
          </p:spPr>
          <p:txBody>
            <a:bodyPr anchor="ctr"/>
            <a:lstStyle/>
            <a:p>
              <a:pPr algn="ctr"/>
              <a:endParaRPr/>
            </a:p>
          </p:txBody>
        </p:sp>
        <p:sp>
          <p:nvSpPr>
            <p:cNvPr id="35" name="íṡ1ide">
              <a:extLst>
                <a:ext uri="{FF2B5EF4-FFF2-40B4-BE49-F238E27FC236}">
                  <a16:creationId xmlns:a16="http://schemas.microsoft.com/office/drawing/2014/main" id="{BF7CACC5-B3EC-F06E-70D8-5BE2D4EFCF7E}"/>
                </a:ext>
              </a:extLst>
            </p:cNvPr>
            <p:cNvSpPr/>
            <p:nvPr/>
          </p:nvSpPr>
          <p:spPr>
            <a:xfrm>
              <a:off x="3034154" y="3223970"/>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grpFill/>
            <a:ln w="25400" cap="flat">
              <a:noFill/>
              <a:prstDash val="solid"/>
              <a:miter lim="400000"/>
            </a:ln>
            <a:effectLst/>
          </p:spPr>
          <p:txBody>
            <a:bodyPr anchor="ctr"/>
            <a:lstStyle/>
            <a:p>
              <a:pPr algn="ctr"/>
              <a:endParaRPr/>
            </a:p>
          </p:txBody>
        </p:sp>
        <p:sp>
          <p:nvSpPr>
            <p:cNvPr id="36" name="iŝḻíḓé">
              <a:extLst>
                <a:ext uri="{FF2B5EF4-FFF2-40B4-BE49-F238E27FC236}">
                  <a16:creationId xmlns:a16="http://schemas.microsoft.com/office/drawing/2014/main" id="{6F2ABE48-E53E-3521-1B05-E8C65E9D1139}"/>
                </a:ext>
              </a:extLst>
            </p:cNvPr>
            <p:cNvSpPr/>
            <p:nvPr/>
          </p:nvSpPr>
          <p:spPr>
            <a:xfrm>
              <a:off x="2785378" y="3359199"/>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grpFill/>
            <a:ln w="25400" cap="flat">
              <a:noFill/>
              <a:prstDash val="solid"/>
              <a:miter lim="400000"/>
            </a:ln>
            <a:effectLst/>
          </p:spPr>
          <p:txBody>
            <a:bodyPr anchor="ctr"/>
            <a:lstStyle/>
            <a:p>
              <a:pPr algn="ctr"/>
              <a:endParaRPr/>
            </a:p>
          </p:txBody>
        </p:sp>
        <p:sp>
          <p:nvSpPr>
            <p:cNvPr id="37" name="ïS1íḋè">
              <a:extLst>
                <a:ext uri="{FF2B5EF4-FFF2-40B4-BE49-F238E27FC236}">
                  <a16:creationId xmlns:a16="http://schemas.microsoft.com/office/drawing/2014/main" id="{07483D82-5BAB-4530-8993-E102E804BBF2}"/>
                </a:ext>
              </a:extLst>
            </p:cNvPr>
            <p:cNvSpPr/>
            <p:nvPr/>
          </p:nvSpPr>
          <p:spPr>
            <a:xfrm>
              <a:off x="3344267" y="3394292"/>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grpFill/>
            <a:ln w="25400" cap="flat">
              <a:noFill/>
              <a:prstDash val="solid"/>
              <a:miter lim="400000"/>
            </a:ln>
            <a:effectLst/>
          </p:spPr>
          <p:txBody>
            <a:bodyPr anchor="ctr"/>
            <a:lstStyle/>
            <a:p>
              <a:pPr algn="ctr"/>
              <a:endParaRPr/>
            </a:p>
          </p:txBody>
        </p:sp>
        <p:sp>
          <p:nvSpPr>
            <p:cNvPr id="38" name="işļíḋê">
              <a:extLst>
                <a:ext uri="{FF2B5EF4-FFF2-40B4-BE49-F238E27FC236}">
                  <a16:creationId xmlns:a16="http://schemas.microsoft.com/office/drawing/2014/main" id="{B8C0C4B0-1942-1AD3-55A7-93F9ABAAA82E}"/>
                </a:ext>
              </a:extLst>
            </p:cNvPr>
            <p:cNvSpPr/>
            <p:nvPr/>
          </p:nvSpPr>
          <p:spPr>
            <a:xfrm>
              <a:off x="3331641" y="3425859"/>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grpFill/>
            <a:ln w="25400" cap="flat">
              <a:noFill/>
              <a:prstDash val="solid"/>
              <a:miter lim="400000"/>
            </a:ln>
            <a:effectLst/>
          </p:spPr>
          <p:txBody>
            <a:bodyPr anchor="ctr"/>
            <a:lstStyle/>
            <a:p>
              <a:pPr algn="ctr"/>
              <a:endParaRPr/>
            </a:p>
          </p:txBody>
        </p:sp>
        <p:sp>
          <p:nvSpPr>
            <p:cNvPr id="39" name="îṥḻîḍê">
              <a:extLst>
                <a:ext uri="{FF2B5EF4-FFF2-40B4-BE49-F238E27FC236}">
                  <a16:creationId xmlns:a16="http://schemas.microsoft.com/office/drawing/2014/main" id="{E18253E5-0601-A4B8-6E86-6BC387F19048}"/>
                </a:ext>
              </a:extLst>
            </p:cNvPr>
            <p:cNvSpPr/>
            <p:nvPr/>
          </p:nvSpPr>
          <p:spPr>
            <a:xfrm>
              <a:off x="3393321" y="3447981"/>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grpFill/>
            <a:ln w="25400" cap="flat">
              <a:noFill/>
              <a:prstDash val="solid"/>
              <a:miter lim="400000"/>
            </a:ln>
            <a:effectLst/>
          </p:spPr>
          <p:txBody>
            <a:bodyPr anchor="ctr"/>
            <a:lstStyle/>
            <a:p>
              <a:pPr algn="ctr"/>
              <a:endParaRPr/>
            </a:p>
          </p:txBody>
        </p:sp>
        <p:sp>
          <p:nvSpPr>
            <p:cNvPr id="40" name="iṩļíḓe">
              <a:extLst>
                <a:ext uri="{FF2B5EF4-FFF2-40B4-BE49-F238E27FC236}">
                  <a16:creationId xmlns:a16="http://schemas.microsoft.com/office/drawing/2014/main" id="{EA5E22A7-A598-D6C9-CDC8-F67E089605BA}"/>
                </a:ext>
              </a:extLst>
            </p:cNvPr>
            <p:cNvSpPr/>
            <p:nvPr/>
          </p:nvSpPr>
          <p:spPr>
            <a:xfrm>
              <a:off x="3434240" y="3430336"/>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grpFill/>
            <a:ln w="25400" cap="flat">
              <a:noFill/>
              <a:prstDash val="solid"/>
              <a:miter lim="400000"/>
            </a:ln>
            <a:effectLst/>
          </p:spPr>
          <p:txBody>
            <a:bodyPr anchor="ctr"/>
            <a:lstStyle/>
            <a:p>
              <a:pPr algn="ctr"/>
              <a:endParaRPr/>
            </a:p>
          </p:txBody>
        </p:sp>
        <p:sp>
          <p:nvSpPr>
            <p:cNvPr id="41" name="íşḷiḓé">
              <a:extLst>
                <a:ext uri="{FF2B5EF4-FFF2-40B4-BE49-F238E27FC236}">
                  <a16:creationId xmlns:a16="http://schemas.microsoft.com/office/drawing/2014/main" id="{CE4099A5-06A4-30C9-13D7-0245DD311A69}"/>
                </a:ext>
              </a:extLst>
            </p:cNvPr>
            <p:cNvSpPr/>
            <p:nvPr/>
          </p:nvSpPr>
          <p:spPr>
            <a:xfrm>
              <a:off x="3386807" y="340124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grpFill/>
            <a:ln w="25400" cap="flat">
              <a:noFill/>
              <a:prstDash val="solid"/>
              <a:miter lim="400000"/>
            </a:ln>
            <a:effectLst/>
          </p:spPr>
          <p:txBody>
            <a:bodyPr anchor="ctr"/>
            <a:lstStyle/>
            <a:p>
              <a:pPr algn="ctr"/>
              <a:endParaRPr/>
            </a:p>
          </p:txBody>
        </p:sp>
        <p:sp>
          <p:nvSpPr>
            <p:cNvPr id="42" name="ïŝliḑe">
              <a:extLst>
                <a:ext uri="{FF2B5EF4-FFF2-40B4-BE49-F238E27FC236}">
                  <a16:creationId xmlns:a16="http://schemas.microsoft.com/office/drawing/2014/main" id="{BD767651-A46F-55EC-A9BF-899CFE54F7B7}"/>
                </a:ext>
              </a:extLst>
            </p:cNvPr>
            <p:cNvSpPr/>
            <p:nvPr/>
          </p:nvSpPr>
          <p:spPr>
            <a:xfrm>
              <a:off x="3471329" y="3432447"/>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grpFill/>
            <a:ln w="25400" cap="flat">
              <a:noFill/>
              <a:prstDash val="solid"/>
              <a:miter lim="400000"/>
            </a:ln>
            <a:effectLst/>
          </p:spPr>
          <p:txBody>
            <a:bodyPr anchor="ctr"/>
            <a:lstStyle/>
            <a:p>
              <a:pPr algn="ctr"/>
              <a:endParaRPr/>
            </a:p>
          </p:txBody>
        </p:sp>
        <p:sp>
          <p:nvSpPr>
            <p:cNvPr id="43" name="îṡlídé">
              <a:extLst>
                <a:ext uri="{FF2B5EF4-FFF2-40B4-BE49-F238E27FC236}">
                  <a16:creationId xmlns:a16="http://schemas.microsoft.com/office/drawing/2014/main" id="{5C0A1362-93E3-4C6D-66D2-1179B69DCF15}"/>
                </a:ext>
              </a:extLst>
            </p:cNvPr>
            <p:cNvSpPr/>
            <p:nvPr/>
          </p:nvSpPr>
          <p:spPr>
            <a:xfrm>
              <a:off x="3444546" y="347094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grpFill/>
            <a:ln w="25400" cap="flat">
              <a:noFill/>
              <a:prstDash val="solid"/>
              <a:miter lim="400000"/>
            </a:ln>
            <a:effectLst/>
          </p:spPr>
          <p:txBody>
            <a:bodyPr anchor="ctr"/>
            <a:lstStyle/>
            <a:p>
              <a:pPr algn="ctr"/>
              <a:endParaRPr/>
            </a:p>
          </p:txBody>
        </p:sp>
        <p:sp>
          <p:nvSpPr>
            <p:cNvPr id="44" name="iS1iḓé">
              <a:extLst>
                <a:ext uri="{FF2B5EF4-FFF2-40B4-BE49-F238E27FC236}">
                  <a16:creationId xmlns:a16="http://schemas.microsoft.com/office/drawing/2014/main" id="{E2A3E55C-AAFB-64A1-1E7D-E4CDEA96C2EB}"/>
                </a:ext>
              </a:extLst>
            </p:cNvPr>
            <p:cNvSpPr/>
            <p:nvPr/>
          </p:nvSpPr>
          <p:spPr>
            <a:xfrm>
              <a:off x="3474836" y="3472701"/>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grpFill/>
            <a:ln w="25400" cap="flat">
              <a:noFill/>
              <a:prstDash val="solid"/>
              <a:miter lim="400000"/>
            </a:ln>
            <a:effectLst/>
          </p:spPr>
          <p:txBody>
            <a:bodyPr anchor="ctr"/>
            <a:lstStyle/>
            <a:p>
              <a:pPr algn="ctr"/>
              <a:endParaRPr/>
            </a:p>
          </p:txBody>
        </p:sp>
        <p:sp>
          <p:nvSpPr>
            <p:cNvPr id="45" name="iṥlidè">
              <a:extLst>
                <a:ext uri="{FF2B5EF4-FFF2-40B4-BE49-F238E27FC236}">
                  <a16:creationId xmlns:a16="http://schemas.microsoft.com/office/drawing/2014/main" id="{41FEABE5-6E30-4851-74FC-D9C0E1EDC111}"/>
                </a:ext>
              </a:extLst>
            </p:cNvPr>
            <p:cNvSpPr/>
            <p:nvPr/>
          </p:nvSpPr>
          <p:spPr>
            <a:xfrm>
              <a:off x="3486460" y="3511833"/>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grpFill/>
            <a:ln w="25400" cap="flat">
              <a:noFill/>
              <a:prstDash val="solid"/>
              <a:miter lim="400000"/>
            </a:ln>
            <a:effectLst/>
          </p:spPr>
          <p:txBody>
            <a:bodyPr anchor="ctr"/>
            <a:lstStyle/>
            <a:p>
              <a:pPr algn="ctr"/>
              <a:endParaRPr/>
            </a:p>
          </p:txBody>
        </p:sp>
        <p:sp>
          <p:nvSpPr>
            <p:cNvPr id="46" name="ïṥlïdè">
              <a:extLst>
                <a:ext uri="{FF2B5EF4-FFF2-40B4-BE49-F238E27FC236}">
                  <a16:creationId xmlns:a16="http://schemas.microsoft.com/office/drawing/2014/main" id="{60802F34-EA31-D1B0-F686-6BF4C5C3B8AD}"/>
                </a:ext>
              </a:extLst>
            </p:cNvPr>
            <p:cNvSpPr/>
            <p:nvPr/>
          </p:nvSpPr>
          <p:spPr>
            <a:xfrm>
              <a:off x="3201743" y="3611230"/>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grpFill/>
            <a:ln w="25400" cap="flat">
              <a:noFill/>
              <a:prstDash val="solid"/>
              <a:miter lim="400000"/>
            </a:ln>
            <a:effectLst/>
          </p:spPr>
          <p:txBody>
            <a:bodyPr anchor="ctr"/>
            <a:lstStyle/>
            <a:p>
              <a:pPr algn="ctr"/>
              <a:endParaRPr/>
            </a:p>
          </p:txBody>
        </p:sp>
        <p:sp>
          <p:nvSpPr>
            <p:cNvPr id="47" name="ïşlïḓé">
              <a:extLst>
                <a:ext uri="{FF2B5EF4-FFF2-40B4-BE49-F238E27FC236}">
                  <a16:creationId xmlns:a16="http://schemas.microsoft.com/office/drawing/2014/main" id="{15224D13-9C69-C47B-9EC7-FCAD60DFC289}"/>
                </a:ext>
              </a:extLst>
            </p:cNvPr>
            <p:cNvSpPr/>
            <p:nvPr/>
          </p:nvSpPr>
          <p:spPr>
            <a:xfrm>
              <a:off x="3163762" y="3609243"/>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grpFill/>
            <a:ln w="25400" cap="flat">
              <a:noFill/>
              <a:prstDash val="solid"/>
              <a:miter lim="400000"/>
            </a:ln>
            <a:effectLst/>
          </p:spPr>
          <p:txBody>
            <a:bodyPr anchor="ctr"/>
            <a:lstStyle/>
            <a:p>
              <a:pPr algn="ctr"/>
              <a:endParaRPr/>
            </a:p>
          </p:txBody>
        </p:sp>
        <p:sp>
          <p:nvSpPr>
            <p:cNvPr id="48" name="ïṥḻïde">
              <a:extLst>
                <a:ext uri="{FF2B5EF4-FFF2-40B4-BE49-F238E27FC236}">
                  <a16:creationId xmlns:a16="http://schemas.microsoft.com/office/drawing/2014/main" id="{E698E5E6-C895-3D58-4D06-D634520467C7}"/>
                </a:ext>
              </a:extLst>
            </p:cNvPr>
            <p:cNvSpPr/>
            <p:nvPr/>
          </p:nvSpPr>
          <p:spPr>
            <a:xfrm>
              <a:off x="3499270" y="3543405"/>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grpFill/>
            <a:ln w="25400" cap="flat">
              <a:noFill/>
              <a:prstDash val="solid"/>
              <a:miter lim="400000"/>
            </a:ln>
            <a:effectLst/>
          </p:spPr>
          <p:txBody>
            <a:bodyPr anchor="ctr"/>
            <a:lstStyle/>
            <a:p>
              <a:pPr algn="ctr"/>
              <a:endParaRPr/>
            </a:p>
          </p:txBody>
        </p:sp>
        <p:sp>
          <p:nvSpPr>
            <p:cNvPr id="49" name="íšľiḍé">
              <a:extLst>
                <a:ext uri="{FF2B5EF4-FFF2-40B4-BE49-F238E27FC236}">
                  <a16:creationId xmlns:a16="http://schemas.microsoft.com/office/drawing/2014/main" id="{E310F38C-E2AD-EBB7-378E-B8B78E70FDD0}"/>
                </a:ext>
              </a:extLst>
            </p:cNvPr>
            <p:cNvSpPr/>
            <p:nvPr/>
          </p:nvSpPr>
          <p:spPr>
            <a:xfrm>
              <a:off x="3477190" y="3573359"/>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grpFill/>
            <a:ln w="25400" cap="flat">
              <a:noFill/>
              <a:prstDash val="solid"/>
              <a:miter lim="400000"/>
            </a:ln>
            <a:effectLst/>
          </p:spPr>
          <p:txBody>
            <a:bodyPr anchor="ctr"/>
            <a:lstStyle/>
            <a:p>
              <a:pPr algn="ctr"/>
              <a:endParaRPr/>
            </a:p>
          </p:txBody>
        </p:sp>
        <p:sp>
          <p:nvSpPr>
            <p:cNvPr id="50" name="i$liďe">
              <a:extLst>
                <a:ext uri="{FF2B5EF4-FFF2-40B4-BE49-F238E27FC236}">
                  <a16:creationId xmlns:a16="http://schemas.microsoft.com/office/drawing/2014/main" id="{7CAF6ED7-270D-0141-417C-EF2447F416C0}"/>
                </a:ext>
              </a:extLst>
            </p:cNvPr>
            <p:cNvSpPr/>
            <p:nvPr/>
          </p:nvSpPr>
          <p:spPr>
            <a:xfrm>
              <a:off x="3463227" y="3603633"/>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grpFill/>
            <a:ln w="25400" cap="flat">
              <a:noFill/>
              <a:prstDash val="solid"/>
              <a:miter lim="400000"/>
            </a:ln>
            <a:effectLst/>
          </p:spPr>
          <p:txBody>
            <a:bodyPr anchor="ctr"/>
            <a:lstStyle/>
            <a:p>
              <a:pPr algn="ctr"/>
              <a:endParaRPr/>
            </a:p>
          </p:txBody>
        </p:sp>
        <p:sp>
          <p:nvSpPr>
            <p:cNvPr id="51" name="íṣļïde">
              <a:extLst>
                <a:ext uri="{FF2B5EF4-FFF2-40B4-BE49-F238E27FC236}">
                  <a16:creationId xmlns:a16="http://schemas.microsoft.com/office/drawing/2014/main" id="{2C8927AE-B83C-7AD8-DB76-A89E757A2B78}"/>
                </a:ext>
              </a:extLst>
            </p:cNvPr>
            <p:cNvSpPr/>
            <p:nvPr/>
          </p:nvSpPr>
          <p:spPr>
            <a:xfrm>
              <a:off x="3443086" y="3638761"/>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grpFill/>
            <a:ln w="25400" cap="flat">
              <a:noFill/>
              <a:prstDash val="solid"/>
              <a:miter lim="400000"/>
            </a:ln>
            <a:effectLst/>
          </p:spPr>
          <p:txBody>
            <a:bodyPr anchor="ctr"/>
            <a:lstStyle/>
            <a:p>
              <a:pPr algn="ctr"/>
              <a:endParaRPr/>
            </a:p>
          </p:txBody>
        </p:sp>
        <p:sp>
          <p:nvSpPr>
            <p:cNvPr id="52" name="ïŝlïḍe">
              <a:extLst>
                <a:ext uri="{FF2B5EF4-FFF2-40B4-BE49-F238E27FC236}">
                  <a16:creationId xmlns:a16="http://schemas.microsoft.com/office/drawing/2014/main" id="{EFB53D4E-CCBA-64D1-5EEE-4C7A66C44E3C}"/>
                </a:ext>
              </a:extLst>
            </p:cNvPr>
            <p:cNvSpPr/>
            <p:nvPr/>
          </p:nvSpPr>
          <p:spPr>
            <a:xfrm>
              <a:off x="3429659" y="3689387"/>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grpFill/>
            <a:ln w="25400" cap="flat">
              <a:noFill/>
              <a:prstDash val="solid"/>
              <a:miter lim="400000"/>
            </a:ln>
            <a:effectLst/>
          </p:spPr>
          <p:txBody>
            <a:bodyPr anchor="ctr"/>
            <a:lstStyle/>
            <a:p>
              <a:pPr algn="ctr"/>
              <a:endParaRPr/>
            </a:p>
          </p:txBody>
        </p:sp>
        <p:sp>
          <p:nvSpPr>
            <p:cNvPr id="53" name="íśľíḍe">
              <a:extLst>
                <a:ext uri="{FF2B5EF4-FFF2-40B4-BE49-F238E27FC236}">
                  <a16:creationId xmlns:a16="http://schemas.microsoft.com/office/drawing/2014/main" id="{6578075D-5923-09ED-2479-8AAD9557DCE0}"/>
                </a:ext>
              </a:extLst>
            </p:cNvPr>
            <p:cNvSpPr/>
            <p:nvPr/>
          </p:nvSpPr>
          <p:spPr>
            <a:xfrm>
              <a:off x="3541688" y="3591732"/>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grpFill/>
            <a:ln w="25400" cap="flat">
              <a:noFill/>
              <a:prstDash val="solid"/>
              <a:miter lim="400000"/>
            </a:ln>
            <a:effectLst/>
          </p:spPr>
          <p:txBody>
            <a:bodyPr anchor="ctr"/>
            <a:lstStyle/>
            <a:p>
              <a:pPr algn="ctr"/>
              <a:endParaRPr/>
            </a:p>
          </p:txBody>
        </p:sp>
        <p:sp>
          <p:nvSpPr>
            <p:cNvPr id="54" name="îṡļiḑè">
              <a:extLst>
                <a:ext uri="{FF2B5EF4-FFF2-40B4-BE49-F238E27FC236}">
                  <a16:creationId xmlns:a16="http://schemas.microsoft.com/office/drawing/2014/main" id="{BC63CDB9-889D-B8AF-3391-4262DDFE82FC}"/>
                </a:ext>
              </a:extLst>
            </p:cNvPr>
            <p:cNvSpPr/>
            <p:nvPr/>
          </p:nvSpPr>
          <p:spPr>
            <a:xfrm>
              <a:off x="3470588" y="3663018"/>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grpFill/>
            <a:ln w="25400" cap="flat">
              <a:noFill/>
              <a:prstDash val="solid"/>
              <a:miter lim="400000"/>
            </a:ln>
            <a:effectLst/>
          </p:spPr>
          <p:txBody>
            <a:bodyPr anchor="ctr"/>
            <a:lstStyle/>
            <a:p>
              <a:pPr algn="ctr"/>
              <a:endParaRPr/>
            </a:p>
          </p:txBody>
        </p:sp>
        <p:sp>
          <p:nvSpPr>
            <p:cNvPr id="55" name="iş1îďê">
              <a:extLst>
                <a:ext uri="{FF2B5EF4-FFF2-40B4-BE49-F238E27FC236}">
                  <a16:creationId xmlns:a16="http://schemas.microsoft.com/office/drawing/2014/main" id="{284E9F36-454D-C0B3-B164-4EB807E94511}"/>
                </a:ext>
              </a:extLst>
            </p:cNvPr>
            <p:cNvSpPr/>
            <p:nvPr/>
          </p:nvSpPr>
          <p:spPr>
            <a:xfrm>
              <a:off x="1825926" y="2244407"/>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grpFill/>
            <a:ln w="25400" cap="flat">
              <a:noFill/>
              <a:prstDash val="solid"/>
              <a:miter lim="400000"/>
            </a:ln>
            <a:effectLst/>
          </p:spPr>
          <p:txBody>
            <a:bodyPr anchor="ctr"/>
            <a:lstStyle/>
            <a:p>
              <a:pPr algn="ctr"/>
              <a:endParaRPr/>
            </a:p>
          </p:txBody>
        </p:sp>
        <p:sp>
          <p:nvSpPr>
            <p:cNvPr id="56" name="iṣḻïḍe">
              <a:extLst>
                <a:ext uri="{FF2B5EF4-FFF2-40B4-BE49-F238E27FC236}">
                  <a16:creationId xmlns:a16="http://schemas.microsoft.com/office/drawing/2014/main" id="{C885DCA9-C625-6DC7-9B2E-E30D921F882D}"/>
                </a:ext>
              </a:extLst>
            </p:cNvPr>
            <p:cNvSpPr/>
            <p:nvPr/>
          </p:nvSpPr>
          <p:spPr>
            <a:xfrm>
              <a:off x="1823323" y="2056804"/>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grpFill/>
            <a:ln w="25400" cap="flat">
              <a:noFill/>
              <a:prstDash val="solid"/>
              <a:miter lim="400000"/>
            </a:ln>
            <a:effectLst/>
          </p:spPr>
          <p:txBody>
            <a:bodyPr anchor="ctr"/>
            <a:lstStyle/>
            <a:p>
              <a:pPr algn="ctr"/>
              <a:endParaRPr/>
            </a:p>
          </p:txBody>
        </p:sp>
        <p:sp>
          <p:nvSpPr>
            <p:cNvPr id="57" name="išľïďè">
              <a:extLst>
                <a:ext uri="{FF2B5EF4-FFF2-40B4-BE49-F238E27FC236}">
                  <a16:creationId xmlns:a16="http://schemas.microsoft.com/office/drawing/2014/main" id="{9B9AA641-4024-1730-DCEB-FCD637701086}"/>
                </a:ext>
              </a:extLst>
            </p:cNvPr>
            <p:cNvSpPr/>
            <p:nvPr/>
          </p:nvSpPr>
          <p:spPr>
            <a:xfrm>
              <a:off x="1819244" y="2000935"/>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grpFill/>
            <a:ln w="25400" cap="flat">
              <a:noFill/>
              <a:prstDash val="solid"/>
              <a:miter lim="400000"/>
            </a:ln>
            <a:effectLst/>
          </p:spPr>
          <p:txBody>
            <a:bodyPr anchor="ctr"/>
            <a:lstStyle/>
            <a:p>
              <a:pPr algn="ctr"/>
              <a:endParaRPr/>
            </a:p>
          </p:txBody>
        </p:sp>
        <p:sp>
          <p:nvSpPr>
            <p:cNvPr id="58" name="îṥľiḑe">
              <a:extLst>
                <a:ext uri="{FF2B5EF4-FFF2-40B4-BE49-F238E27FC236}">
                  <a16:creationId xmlns:a16="http://schemas.microsoft.com/office/drawing/2014/main" id="{9D348DAB-E721-61AC-83C2-10BB5A2D9820}"/>
                </a:ext>
              </a:extLst>
            </p:cNvPr>
            <p:cNvSpPr/>
            <p:nvPr/>
          </p:nvSpPr>
          <p:spPr>
            <a:xfrm>
              <a:off x="1856174" y="2020886"/>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grpFill/>
            <a:ln w="25400" cap="flat">
              <a:noFill/>
              <a:prstDash val="solid"/>
              <a:miter lim="400000"/>
            </a:ln>
            <a:effectLst/>
          </p:spPr>
          <p:txBody>
            <a:bodyPr anchor="ctr"/>
            <a:lstStyle/>
            <a:p>
              <a:pPr algn="ctr"/>
              <a:endParaRPr/>
            </a:p>
          </p:txBody>
        </p:sp>
        <p:sp>
          <p:nvSpPr>
            <p:cNvPr id="59" name="íṥḷiḑé">
              <a:extLst>
                <a:ext uri="{FF2B5EF4-FFF2-40B4-BE49-F238E27FC236}">
                  <a16:creationId xmlns:a16="http://schemas.microsoft.com/office/drawing/2014/main" id="{46EC923D-FECC-EF55-F213-8D22D70ED4E4}"/>
                </a:ext>
              </a:extLst>
            </p:cNvPr>
            <p:cNvSpPr/>
            <p:nvPr/>
          </p:nvSpPr>
          <p:spPr>
            <a:xfrm>
              <a:off x="1296107" y="1987859"/>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grpFill/>
            <a:ln w="25400" cap="flat">
              <a:noFill/>
              <a:prstDash val="solid"/>
              <a:miter lim="400000"/>
            </a:ln>
            <a:effectLst/>
          </p:spPr>
          <p:txBody>
            <a:bodyPr anchor="ctr"/>
            <a:lstStyle/>
            <a:p>
              <a:pPr algn="ctr"/>
              <a:endParaRPr/>
            </a:p>
          </p:txBody>
        </p:sp>
        <p:sp>
          <p:nvSpPr>
            <p:cNvPr id="60" name="î$1íďe">
              <a:extLst>
                <a:ext uri="{FF2B5EF4-FFF2-40B4-BE49-F238E27FC236}">
                  <a16:creationId xmlns:a16="http://schemas.microsoft.com/office/drawing/2014/main" id="{3783C2A3-3922-EBBC-E445-326B75AAFFE3}"/>
                </a:ext>
              </a:extLst>
            </p:cNvPr>
            <p:cNvSpPr/>
            <p:nvPr/>
          </p:nvSpPr>
          <p:spPr>
            <a:xfrm>
              <a:off x="2777576" y="3634434"/>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grpFill/>
            <a:ln w="25400" cap="flat">
              <a:noFill/>
              <a:prstDash val="solid"/>
              <a:miter lim="400000"/>
            </a:ln>
            <a:effectLst/>
          </p:spPr>
          <p:txBody>
            <a:bodyPr anchor="ctr"/>
            <a:lstStyle/>
            <a:p>
              <a:pPr algn="ctr"/>
              <a:endParaRPr/>
            </a:p>
          </p:txBody>
        </p:sp>
        <p:sp>
          <p:nvSpPr>
            <p:cNvPr id="61" name="i$ḷíḓê">
              <a:extLst>
                <a:ext uri="{FF2B5EF4-FFF2-40B4-BE49-F238E27FC236}">
                  <a16:creationId xmlns:a16="http://schemas.microsoft.com/office/drawing/2014/main" id="{453AD185-38BD-5027-C9BE-DCEECE9B99FA}"/>
                </a:ext>
              </a:extLst>
            </p:cNvPr>
            <p:cNvSpPr/>
            <p:nvPr/>
          </p:nvSpPr>
          <p:spPr>
            <a:xfrm>
              <a:off x="3559421" y="5995142"/>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grpFill/>
            <a:ln w="25400" cap="flat">
              <a:noFill/>
              <a:prstDash val="solid"/>
              <a:miter lim="400000"/>
            </a:ln>
            <a:effectLst/>
          </p:spPr>
          <p:txBody>
            <a:bodyPr anchor="ctr"/>
            <a:lstStyle/>
            <a:p>
              <a:pPr algn="ctr"/>
              <a:endParaRPr/>
            </a:p>
          </p:txBody>
        </p:sp>
        <p:sp>
          <p:nvSpPr>
            <p:cNvPr id="62" name="iṡḻíḍè">
              <a:extLst>
                <a:ext uri="{FF2B5EF4-FFF2-40B4-BE49-F238E27FC236}">
                  <a16:creationId xmlns:a16="http://schemas.microsoft.com/office/drawing/2014/main" id="{8DE2F63B-0878-2C82-F7C9-A50ED87963D4}"/>
                </a:ext>
              </a:extLst>
            </p:cNvPr>
            <p:cNvSpPr/>
            <p:nvPr/>
          </p:nvSpPr>
          <p:spPr>
            <a:xfrm>
              <a:off x="3768642" y="5937250"/>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grpFill/>
            <a:ln w="25400" cap="flat">
              <a:noFill/>
              <a:prstDash val="solid"/>
              <a:miter lim="400000"/>
            </a:ln>
            <a:effectLst/>
          </p:spPr>
          <p:txBody>
            <a:bodyPr anchor="ctr"/>
            <a:lstStyle/>
            <a:p>
              <a:pPr algn="ctr"/>
              <a:endParaRPr/>
            </a:p>
          </p:txBody>
        </p:sp>
        <p:sp>
          <p:nvSpPr>
            <p:cNvPr id="63" name="îŝľiḑe">
              <a:extLst>
                <a:ext uri="{FF2B5EF4-FFF2-40B4-BE49-F238E27FC236}">
                  <a16:creationId xmlns:a16="http://schemas.microsoft.com/office/drawing/2014/main" id="{7708F9C0-C6C3-DAF0-4E8E-8ECC0CA43F1A}"/>
                </a:ext>
              </a:extLst>
            </p:cNvPr>
            <p:cNvSpPr/>
            <p:nvPr/>
          </p:nvSpPr>
          <p:spPr>
            <a:xfrm>
              <a:off x="4951705" y="2729160"/>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grpFill/>
            <a:ln w="25400" cap="flat">
              <a:noFill/>
              <a:prstDash val="solid"/>
              <a:miter lim="400000"/>
            </a:ln>
            <a:effectLst/>
          </p:spPr>
          <p:txBody>
            <a:bodyPr anchor="ctr"/>
            <a:lstStyle/>
            <a:p>
              <a:pPr algn="ctr"/>
              <a:endParaRPr/>
            </a:p>
          </p:txBody>
        </p:sp>
        <p:sp>
          <p:nvSpPr>
            <p:cNvPr id="64" name="ïṧľïḍè">
              <a:extLst>
                <a:ext uri="{FF2B5EF4-FFF2-40B4-BE49-F238E27FC236}">
                  <a16:creationId xmlns:a16="http://schemas.microsoft.com/office/drawing/2014/main" id="{163028D2-DEBF-2C20-DD86-56E30A35DC07}"/>
                </a:ext>
              </a:extLst>
            </p:cNvPr>
            <p:cNvSpPr/>
            <p:nvPr/>
          </p:nvSpPr>
          <p:spPr>
            <a:xfrm>
              <a:off x="7392962" y="4263491"/>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grpFill/>
            <a:ln w="25400" cap="flat">
              <a:noFill/>
              <a:prstDash val="solid"/>
              <a:miter lim="400000"/>
            </a:ln>
            <a:effectLst/>
          </p:spPr>
          <p:txBody>
            <a:bodyPr anchor="ctr"/>
            <a:lstStyle/>
            <a:p>
              <a:pPr algn="ctr"/>
              <a:endParaRPr/>
            </a:p>
          </p:txBody>
        </p:sp>
        <p:sp>
          <p:nvSpPr>
            <p:cNvPr id="65" name="is1íḋe">
              <a:extLst>
                <a:ext uri="{FF2B5EF4-FFF2-40B4-BE49-F238E27FC236}">
                  <a16:creationId xmlns:a16="http://schemas.microsoft.com/office/drawing/2014/main" id="{082725C7-FA34-7C8D-AA7C-AC569F009D9B}"/>
                </a:ext>
              </a:extLst>
            </p:cNvPr>
            <p:cNvSpPr/>
            <p:nvPr/>
          </p:nvSpPr>
          <p:spPr>
            <a:xfrm>
              <a:off x="6950702" y="4538501"/>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grpFill/>
            <a:ln w="25400" cap="flat">
              <a:noFill/>
              <a:prstDash val="solid"/>
              <a:miter lim="400000"/>
            </a:ln>
            <a:effectLst/>
          </p:spPr>
          <p:txBody>
            <a:bodyPr anchor="ctr"/>
            <a:lstStyle/>
            <a:p>
              <a:pPr algn="ctr"/>
              <a:endParaRPr/>
            </a:p>
          </p:txBody>
        </p:sp>
        <p:sp>
          <p:nvSpPr>
            <p:cNvPr id="66" name="ïṧ1íḓé">
              <a:extLst>
                <a:ext uri="{FF2B5EF4-FFF2-40B4-BE49-F238E27FC236}">
                  <a16:creationId xmlns:a16="http://schemas.microsoft.com/office/drawing/2014/main" id="{0BE88B52-23C3-1AA2-5642-50B1312CD02C}"/>
                </a:ext>
              </a:extLst>
            </p:cNvPr>
            <p:cNvSpPr/>
            <p:nvPr/>
          </p:nvSpPr>
          <p:spPr>
            <a:xfrm>
              <a:off x="7015877" y="4582107"/>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grpFill/>
            <a:ln w="25400" cap="flat">
              <a:noFill/>
              <a:prstDash val="solid"/>
              <a:miter lim="400000"/>
            </a:ln>
            <a:effectLst/>
          </p:spPr>
          <p:txBody>
            <a:bodyPr anchor="ctr"/>
            <a:lstStyle/>
            <a:p>
              <a:pPr algn="ctr"/>
              <a:endParaRPr/>
            </a:p>
          </p:txBody>
        </p:sp>
        <p:sp>
          <p:nvSpPr>
            <p:cNvPr id="67" name="î$ḷîde">
              <a:extLst>
                <a:ext uri="{FF2B5EF4-FFF2-40B4-BE49-F238E27FC236}">
                  <a16:creationId xmlns:a16="http://schemas.microsoft.com/office/drawing/2014/main" id="{46CD71B3-A1C6-E342-6F1C-C8EB9B1E5B15}"/>
                </a:ext>
              </a:extLst>
            </p:cNvPr>
            <p:cNvSpPr/>
            <p:nvPr/>
          </p:nvSpPr>
          <p:spPr>
            <a:xfrm>
              <a:off x="6990181" y="4542570"/>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grpFill/>
            <a:ln w="25400" cap="flat">
              <a:noFill/>
              <a:prstDash val="solid"/>
              <a:miter lim="400000"/>
            </a:ln>
            <a:effectLst/>
          </p:spPr>
          <p:txBody>
            <a:bodyPr anchor="ctr"/>
            <a:lstStyle/>
            <a:p>
              <a:pPr algn="ctr"/>
              <a:endParaRPr/>
            </a:p>
          </p:txBody>
        </p:sp>
        <p:sp>
          <p:nvSpPr>
            <p:cNvPr id="68" name="íš1íḋê">
              <a:extLst>
                <a:ext uri="{FF2B5EF4-FFF2-40B4-BE49-F238E27FC236}">
                  <a16:creationId xmlns:a16="http://schemas.microsoft.com/office/drawing/2014/main" id="{B32FDD3B-1CC2-68FB-B130-F7D9A500860B}"/>
                </a:ext>
              </a:extLst>
            </p:cNvPr>
            <p:cNvSpPr/>
            <p:nvPr/>
          </p:nvSpPr>
          <p:spPr>
            <a:xfrm>
              <a:off x="6964606" y="4555580"/>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grpFill/>
            <a:ln w="25400" cap="flat">
              <a:noFill/>
              <a:prstDash val="solid"/>
              <a:miter lim="400000"/>
            </a:ln>
            <a:effectLst/>
          </p:spPr>
          <p:txBody>
            <a:bodyPr anchor="ctr"/>
            <a:lstStyle/>
            <a:p>
              <a:pPr algn="ctr"/>
              <a:endParaRPr/>
            </a:p>
          </p:txBody>
        </p:sp>
        <p:sp>
          <p:nvSpPr>
            <p:cNvPr id="69" name="iṩļïḍe">
              <a:extLst>
                <a:ext uri="{FF2B5EF4-FFF2-40B4-BE49-F238E27FC236}">
                  <a16:creationId xmlns:a16="http://schemas.microsoft.com/office/drawing/2014/main" id="{B1BF94D3-17EB-3F92-5FE7-176DBC212386}"/>
                </a:ext>
              </a:extLst>
            </p:cNvPr>
            <p:cNvSpPr/>
            <p:nvPr/>
          </p:nvSpPr>
          <p:spPr>
            <a:xfrm>
              <a:off x="6946134" y="4515244"/>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grpFill/>
            <a:ln w="25400" cap="flat">
              <a:noFill/>
              <a:prstDash val="solid"/>
              <a:miter lim="400000"/>
            </a:ln>
            <a:effectLst/>
          </p:spPr>
          <p:txBody>
            <a:bodyPr anchor="ctr"/>
            <a:lstStyle/>
            <a:p>
              <a:pPr algn="ctr"/>
              <a:endParaRPr/>
            </a:p>
          </p:txBody>
        </p:sp>
        <p:sp>
          <p:nvSpPr>
            <p:cNvPr id="70" name="îSḻîḍé">
              <a:extLst>
                <a:ext uri="{FF2B5EF4-FFF2-40B4-BE49-F238E27FC236}">
                  <a16:creationId xmlns:a16="http://schemas.microsoft.com/office/drawing/2014/main" id="{62451B6E-8EF0-9AE4-8B5C-2DFCBDD0D38C}"/>
                </a:ext>
              </a:extLst>
            </p:cNvPr>
            <p:cNvSpPr/>
            <p:nvPr/>
          </p:nvSpPr>
          <p:spPr>
            <a:xfrm>
              <a:off x="7355849" y="4831107"/>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grpFill/>
            <a:ln w="25400" cap="flat">
              <a:noFill/>
              <a:prstDash val="solid"/>
              <a:miter lim="400000"/>
            </a:ln>
            <a:effectLst/>
          </p:spPr>
          <p:txBody>
            <a:bodyPr anchor="ctr"/>
            <a:lstStyle/>
            <a:p>
              <a:pPr algn="ctr"/>
              <a:endParaRPr/>
            </a:p>
          </p:txBody>
        </p:sp>
        <p:sp>
          <p:nvSpPr>
            <p:cNvPr id="71" name="ïṧ1îḍé">
              <a:extLst>
                <a:ext uri="{FF2B5EF4-FFF2-40B4-BE49-F238E27FC236}">
                  <a16:creationId xmlns:a16="http://schemas.microsoft.com/office/drawing/2014/main" id="{46213F00-F3C4-31CB-1CC8-E0250B56294A}"/>
                </a:ext>
              </a:extLst>
            </p:cNvPr>
            <p:cNvSpPr/>
            <p:nvPr/>
          </p:nvSpPr>
          <p:spPr>
            <a:xfrm>
              <a:off x="7418815" y="4803555"/>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grpFill/>
            <a:ln w="25400" cap="flat">
              <a:noFill/>
              <a:prstDash val="solid"/>
              <a:miter lim="400000"/>
            </a:ln>
            <a:effectLst/>
          </p:spPr>
          <p:txBody>
            <a:bodyPr anchor="ctr"/>
            <a:lstStyle/>
            <a:p>
              <a:pPr algn="ctr"/>
              <a:endParaRPr/>
            </a:p>
          </p:txBody>
        </p:sp>
        <p:sp>
          <p:nvSpPr>
            <p:cNvPr id="72" name="íśḻîḓè">
              <a:extLst>
                <a:ext uri="{FF2B5EF4-FFF2-40B4-BE49-F238E27FC236}">
                  <a16:creationId xmlns:a16="http://schemas.microsoft.com/office/drawing/2014/main" id="{95602A03-0714-D470-8C75-4B8C3FCB1546}"/>
                </a:ext>
              </a:extLst>
            </p:cNvPr>
            <p:cNvSpPr/>
            <p:nvPr/>
          </p:nvSpPr>
          <p:spPr>
            <a:xfrm>
              <a:off x="5322768" y="4656828"/>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grpFill/>
            <a:ln w="25400" cap="flat">
              <a:noFill/>
              <a:prstDash val="solid"/>
              <a:miter lim="400000"/>
            </a:ln>
            <a:effectLst/>
          </p:spPr>
          <p:txBody>
            <a:bodyPr anchor="ctr"/>
            <a:lstStyle/>
            <a:p>
              <a:pPr algn="ctr"/>
              <a:endParaRPr/>
            </a:p>
          </p:txBody>
        </p:sp>
        <p:sp>
          <p:nvSpPr>
            <p:cNvPr id="73" name="íṡḷiḓè">
              <a:extLst>
                <a:ext uri="{FF2B5EF4-FFF2-40B4-BE49-F238E27FC236}">
                  <a16:creationId xmlns:a16="http://schemas.microsoft.com/office/drawing/2014/main" id="{81B21C94-B8D1-A21B-DBF2-42F1CE8B7DC7}"/>
                </a:ext>
              </a:extLst>
            </p:cNvPr>
            <p:cNvSpPr/>
            <p:nvPr/>
          </p:nvSpPr>
          <p:spPr>
            <a:xfrm>
              <a:off x="5724659" y="4042992"/>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grpFill/>
            <a:ln w="25400" cap="flat">
              <a:noFill/>
              <a:prstDash val="solid"/>
              <a:miter lim="400000"/>
            </a:ln>
            <a:effectLst/>
          </p:spPr>
          <p:txBody>
            <a:bodyPr anchor="ctr"/>
            <a:lstStyle/>
            <a:p>
              <a:pPr algn="ctr"/>
              <a:endParaRPr/>
            </a:p>
          </p:txBody>
        </p:sp>
        <p:sp>
          <p:nvSpPr>
            <p:cNvPr id="74" name="iṧḷídê">
              <a:extLst>
                <a:ext uri="{FF2B5EF4-FFF2-40B4-BE49-F238E27FC236}">
                  <a16:creationId xmlns:a16="http://schemas.microsoft.com/office/drawing/2014/main" id="{EA6A9BC2-7AE1-2A74-C6CE-259F425AFE92}"/>
                </a:ext>
              </a:extLst>
            </p:cNvPr>
            <p:cNvSpPr/>
            <p:nvPr/>
          </p:nvSpPr>
          <p:spPr>
            <a:xfrm>
              <a:off x="5797850" y="3949493"/>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grpFill/>
            <a:ln w="25400" cap="flat">
              <a:noFill/>
              <a:prstDash val="solid"/>
              <a:miter lim="400000"/>
            </a:ln>
            <a:effectLst/>
          </p:spPr>
          <p:txBody>
            <a:bodyPr anchor="ctr"/>
            <a:lstStyle/>
            <a:p>
              <a:pPr algn="ctr"/>
              <a:endParaRPr/>
            </a:p>
          </p:txBody>
        </p:sp>
        <p:sp>
          <p:nvSpPr>
            <p:cNvPr id="75" name="îSľiḓê">
              <a:extLst>
                <a:ext uri="{FF2B5EF4-FFF2-40B4-BE49-F238E27FC236}">
                  <a16:creationId xmlns:a16="http://schemas.microsoft.com/office/drawing/2014/main" id="{F235860A-A88B-C216-76A0-2307E4110A6A}"/>
                </a:ext>
              </a:extLst>
            </p:cNvPr>
            <p:cNvSpPr/>
            <p:nvPr/>
          </p:nvSpPr>
          <p:spPr>
            <a:xfrm>
              <a:off x="5771093" y="400730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grpFill/>
            <a:ln w="25400" cap="flat">
              <a:noFill/>
              <a:prstDash val="solid"/>
              <a:miter lim="400000"/>
            </a:ln>
            <a:effectLst/>
          </p:spPr>
          <p:txBody>
            <a:bodyPr anchor="ctr"/>
            <a:lstStyle/>
            <a:p>
              <a:pPr algn="ctr"/>
              <a:endParaRPr/>
            </a:p>
          </p:txBody>
        </p:sp>
        <p:sp>
          <p:nvSpPr>
            <p:cNvPr id="76" name="ïSḻiḓe">
              <a:extLst>
                <a:ext uri="{FF2B5EF4-FFF2-40B4-BE49-F238E27FC236}">
                  <a16:creationId xmlns:a16="http://schemas.microsoft.com/office/drawing/2014/main" id="{79E48159-50FD-EB33-351D-0AED544C7BC5}"/>
                </a:ext>
              </a:extLst>
            </p:cNvPr>
            <p:cNvSpPr/>
            <p:nvPr/>
          </p:nvSpPr>
          <p:spPr>
            <a:xfrm>
              <a:off x="4744799" y="3515700"/>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grpFill/>
            <a:ln w="25400" cap="flat">
              <a:noFill/>
              <a:prstDash val="solid"/>
              <a:miter lim="400000"/>
            </a:ln>
            <a:effectLst/>
          </p:spPr>
          <p:txBody>
            <a:bodyPr anchor="ctr"/>
            <a:lstStyle/>
            <a:p>
              <a:pPr algn="ctr"/>
              <a:endParaRPr/>
            </a:p>
          </p:txBody>
        </p:sp>
        <p:sp>
          <p:nvSpPr>
            <p:cNvPr id="77" name="iṥļíďê">
              <a:extLst>
                <a:ext uri="{FF2B5EF4-FFF2-40B4-BE49-F238E27FC236}">
                  <a16:creationId xmlns:a16="http://schemas.microsoft.com/office/drawing/2014/main" id="{091F797F-1397-4DE8-B4F2-3DA9928117BC}"/>
                </a:ext>
              </a:extLst>
            </p:cNvPr>
            <p:cNvSpPr/>
            <p:nvPr/>
          </p:nvSpPr>
          <p:spPr>
            <a:xfrm>
              <a:off x="4718288" y="3519867"/>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grpFill/>
            <a:ln w="25400" cap="flat">
              <a:noFill/>
              <a:prstDash val="solid"/>
              <a:miter lim="400000"/>
            </a:ln>
            <a:effectLst/>
          </p:spPr>
          <p:txBody>
            <a:bodyPr anchor="ctr"/>
            <a:lstStyle/>
            <a:p>
              <a:pPr algn="ctr"/>
              <a:endParaRPr/>
            </a:p>
          </p:txBody>
        </p:sp>
        <p:sp>
          <p:nvSpPr>
            <p:cNvPr id="78" name="ïṥḷíḑê">
              <a:extLst>
                <a:ext uri="{FF2B5EF4-FFF2-40B4-BE49-F238E27FC236}">
                  <a16:creationId xmlns:a16="http://schemas.microsoft.com/office/drawing/2014/main" id="{70C108DD-DC0E-4B77-1942-BFE25B79465D}"/>
                </a:ext>
              </a:extLst>
            </p:cNvPr>
            <p:cNvSpPr/>
            <p:nvPr/>
          </p:nvSpPr>
          <p:spPr>
            <a:xfrm>
              <a:off x="4711539" y="347850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grpFill/>
            <a:ln w="25400" cap="flat">
              <a:noFill/>
              <a:prstDash val="solid"/>
              <a:miter lim="400000"/>
            </a:ln>
            <a:effectLst/>
          </p:spPr>
          <p:txBody>
            <a:bodyPr anchor="ctr"/>
            <a:lstStyle/>
            <a:p>
              <a:pPr algn="ctr"/>
              <a:endParaRPr/>
            </a:p>
          </p:txBody>
        </p:sp>
        <p:sp>
          <p:nvSpPr>
            <p:cNvPr id="79" name="iṥľíḋé">
              <a:extLst>
                <a:ext uri="{FF2B5EF4-FFF2-40B4-BE49-F238E27FC236}">
                  <a16:creationId xmlns:a16="http://schemas.microsoft.com/office/drawing/2014/main" id="{9C72D711-D7F1-AA17-2F57-591F5955B974}"/>
                </a:ext>
              </a:extLst>
            </p:cNvPr>
            <p:cNvSpPr/>
            <p:nvPr/>
          </p:nvSpPr>
          <p:spPr>
            <a:xfrm>
              <a:off x="4753604" y="348042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grpFill/>
            <a:ln w="25400" cap="flat">
              <a:noFill/>
              <a:prstDash val="solid"/>
              <a:miter lim="400000"/>
            </a:ln>
            <a:effectLst/>
          </p:spPr>
          <p:txBody>
            <a:bodyPr anchor="ctr"/>
            <a:lstStyle/>
            <a:p>
              <a:pPr algn="ctr"/>
              <a:endParaRPr/>
            </a:p>
          </p:txBody>
        </p:sp>
        <p:sp>
          <p:nvSpPr>
            <p:cNvPr id="80" name="ïṩḷidè">
              <a:extLst>
                <a:ext uri="{FF2B5EF4-FFF2-40B4-BE49-F238E27FC236}">
                  <a16:creationId xmlns:a16="http://schemas.microsoft.com/office/drawing/2014/main" id="{6A6164E7-302D-2109-795E-B37833CEC844}"/>
                </a:ext>
              </a:extLst>
            </p:cNvPr>
            <p:cNvSpPr/>
            <p:nvPr/>
          </p:nvSpPr>
          <p:spPr>
            <a:xfrm>
              <a:off x="4664619" y="3447009"/>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grpFill/>
            <a:ln w="25400" cap="flat">
              <a:noFill/>
              <a:prstDash val="solid"/>
              <a:miter lim="400000"/>
            </a:ln>
            <a:effectLst/>
          </p:spPr>
          <p:txBody>
            <a:bodyPr anchor="ctr"/>
            <a:lstStyle/>
            <a:p>
              <a:pPr algn="ctr"/>
              <a:endParaRPr/>
            </a:p>
          </p:txBody>
        </p:sp>
        <p:sp>
          <p:nvSpPr>
            <p:cNvPr id="81" name="iṡļiḓé">
              <a:extLst>
                <a:ext uri="{FF2B5EF4-FFF2-40B4-BE49-F238E27FC236}">
                  <a16:creationId xmlns:a16="http://schemas.microsoft.com/office/drawing/2014/main" id="{9B791F2C-7F7A-A8DA-544E-1DF8FFAF92DF}"/>
                </a:ext>
              </a:extLst>
            </p:cNvPr>
            <p:cNvSpPr/>
            <p:nvPr/>
          </p:nvSpPr>
          <p:spPr>
            <a:xfrm>
              <a:off x="6355015" y="1385657"/>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grpFill/>
            <a:ln w="25400" cap="flat">
              <a:noFill/>
              <a:prstDash val="solid"/>
              <a:miter lim="400000"/>
            </a:ln>
            <a:effectLst/>
          </p:spPr>
          <p:txBody>
            <a:bodyPr anchor="ctr"/>
            <a:lstStyle/>
            <a:p>
              <a:pPr algn="ctr"/>
              <a:endParaRPr dirty="0"/>
            </a:p>
          </p:txBody>
        </p:sp>
        <p:sp>
          <p:nvSpPr>
            <p:cNvPr id="82" name="íṡļîde">
              <a:extLst>
                <a:ext uri="{FF2B5EF4-FFF2-40B4-BE49-F238E27FC236}">
                  <a16:creationId xmlns:a16="http://schemas.microsoft.com/office/drawing/2014/main" id="{07104D48-3A83-A376-BC18-0DACC9FEA64D}"/>
                </a:ext>
              </a:extLst>
            </p:cNvPr>
            <p:cNvSpPr/>
            <p:nvPr/>
          </p:nvSpPr>
          <p:spPr>
            <a:xfrm>
              <a:off x="7558388" y="1310558"/>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grpFill/>
            <a:ln w="25400" cap="flat">
              <a:noFill/>
              <a:prstDash val="solid"/>
              <a:miter lim="400000"/>
            </a:ln>
            <a:effectLst/>
          </p:spPr>
          <p:txBody>
            <a:bodyPr anchor="ctr"/>
            <a:lstStyle/>
            <a:p>
              <a:pPr algn="ctr"/>
              <a:endParaRPr/>
            </a:p>
          </p:txBody>
        </p:sp>
        <p:sp>
          <p:nvSpPr>
            <p:cNvPr id="83" name="ïṧḻïḍé">
              <a:extLst>
                <a:ext uri="{FF2B5EF4-FFF2-40B4-BE49-F238E27FC236}">
                  <a16:creationId xmlns:a16="http://schemas.microsoft.com/office/drawing/2014/main" id="{4D21C1C5-1F07-CAE3-FDE6-C0698ED1EB22}"/>
                </a:ext>
              </a:extLst>
            </p:cNvPr>
            <p:cNvSpPr/>
            <p:nvPr/>
          </p:nvSpPr>
          <p:spPr>
            <a:xfrm>
              <a:off x="9628653" y="2148074"/>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grpFill/>
            <a:ln w="25400" cap="flat">
              <a:noFill/>
              <a:prstDash val="solid"/>
              <a:miter lim="400000"/>
            </a:ln>
            <a:effectLst/>
          </p:spPr>
          <p:txBody>
            <a:bodyPr anchor="ctr"/>
            <a:lstStyle/>
            <a:p>
              <a:pPr algn="ctr"/>
              <a:endParaRPr/>
            </a:p>
          </p:txBody>
        </p:sp>
        <p:sp>
          <p:nvSpPr>
            <p:cNvPr id="84" name="i$ľîḓe">
              <a:extLst>
                <a:ext uri="{FF2B5EF4-FFF2-40B4-BE49-F238E27FC236}">
                  <a16:creationId xmlns:a16="http://schemas.microsoft.com/office/drawing/2014/main" id="{4100A4C5-9B31-6365-B645-546A52FABD02}"/>
                </a:ext>
              </a:extLst>
            </p:cNvPr>
            <p:cNvSpPr/>
            <p:nvPr/>
          </p:nvSpPr>
          <p:spPr>
            <a:xfrm>
              <a:off x="9834882" y="2436351"/>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grpFill/>
            <a:ln w="25400" cap="flat">
              <a:noFill/>
              <a:prstDash val="solid"/>
              <a:miter lim="400000"/>
            </a:ln>
            <a:effectLst/>
          </p:spPr>
          <p:txBody>
            <a:bodyPr anchor="ctr"/>
            <a:lstStyle/>
            <a:p>
              <a:pPr algn="ctr"/>
              <a:endParaRPr/>
            </a:p>
          </p:txBody>
        </p:sp>
        <p:sp>
          <p:nvSpPr>
            <p:cNvPr id="85" name="íṩḷidè">
              <a:extLst>
                <a:ext uri="{FF2B5EF4-FFF2-40B4-BE49-F238E27FC236}">
                  <a16:creationId xmlns:a16="http://schemas.microsoft.com/office/drawing/2014/main" id="{05BF9304-52E2-281F-8143-7DB49EB2CE0D}"/>
                </a:ext>
              </a:extLst>
            </p:cNvPr>
            <p:cNvSpPr/>
            <p:nvPr/>
          </p:nvSpPr>
          <p:spPr>
            <a:xfrm>
              <a:off x="9716338" y="2591817"/>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grpFill/>
            <a:ln w="25400" cap="flat">
              <a:noFill/>
              <a:prstDash val="solid"/>
              <a:miter lim="400000"/>
            </a:ln>
            <a:effectLst/>
          </p:spPr>
          <p:txBody>
            <a:bodyPr anchor="ctr"/>
            <a:lstStyle/>
            <a:p>
              <a:pPr algn="ctr"/>
              <a:endParaRPr/>
            </a:p>
          </p:txBody>
        </p:sp>
        <p:sp>
          <p:nvSpPr>
            <p:cNvPr id="86" name="îşľiḋé">
              <a:extLst>
                <a:ext uri="{FF2B5EF4-FFF2-40B4-BE49-F238E27FC236}">
                  <a16:creationId xmlns:a16="http://schemas.microsoft.com/office/drawing/2014/main" id="{FD47875B-DA22-E0DA-2166-9E97A9B4D939}"/>
                </a:ext>
              </a:extLst>
            </p:cNvPr>
            <p:cNvSpPr/>
            <p:nvPr/>
          </p:nvSpPr>
          <p:spPr>
            <a:xfrm>
              <a:off x="9773896" y="2850018"/>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grpFill/>
            <a:ln w="25400" cap="flat">
              <a:noFill/>
              <a:prstDash val="solid"/>
              <a:miter lim="400000"/>
            </a:ln>
            <a:effectLst/>
          </p:spPr>
          <p:txBody>
            <a:bodyPr anchor="ctr"/>
            <a:lstStyle/>
            <a:p>
              <a:pPr algn="ctr"/>
              <a:endParaRPr/>
            </a:p>
          </p:txBody>
        </p:sp>
        <p:sp>
          <p:nvSpPr>
            <p:cNvPr id="87" name="íṧḷiďe">
              <a:extLst>
                <a:ext uri="{FF2B5EF4-FFF2-40B4-BE49-F238E27FC236}">
                  <a16:creationId xmlns:a16="http://schemas.microsoft.com/office/drawing/2014/main" id="{8DD4BF13-14DF-E9E3-C1E0-6A8CD2EBD3CC}"/>
                </a:ext>
              </a:extLst>
            </p:cNvPr>
            <p:cNvSpPr/>
            <p:nvPr/>
          </p:nvSpPr>
          <p:spPr>
            <a:xfrm>
              <a:off x="9703522" y="2858648"/>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grpFill/>
            <a:ln w="25400" cap="flat">
              <a:noFill/>
              <a:prstDash val="solid"/>
              <a:miter lim="400000"/>
            </a:ln>
            <a:effectLst/>
          </p:spPr>
          <p:txBody>
            <a:bodyPr anchor="ctr"/>
            <a:lstStyle/>
            <a:p>
              <a:pPr algn="ctr"/>
              <a:endParaRPr/>
            </a:p>
          </p:txBody>
        </p:sp>
        <p:sp>
          <p:nvSpPr>
            <p:cNvPr id="88" name="íṣļíḍé">
              <a:extLst>
                <a:ext uri="{FF2B5EF4-FFF2-40B4-BE49-F238E27FC236}">
                  <a16:creationId xmlns:a16="http://schemas.microsoft.com/office/drawing/2014/main" id="{D03009ED-F2EC-DD0F-41F3-28E29DE91ECF}"/>
                </a:ext>
              </a:extLst>
            </p:cNvPr>
            <p:cNvSpPr/>
            <p:nvPr/>
          </p:nvSpPr>
          <p:spPr>
            <a:xfrm>
              <a:off x="9478424" y="3163043"/>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grpFill/>
            <a:ln w="25400" cap="flat">
              <a:noFill/>
              <a:prstDash val="solid"/>
              <a:miter lim="400000"/>
            </a:ln>
            <a:effectLst/>
          </p:spPr>
          <p:txBody>
            <a:bodyPr anchor="ctr"/>
            <a:lstStyle/>
            <a:p>
              <a:pPr algn="ctr"/>
              <a:endParaRPr/>
            </a:p>
          </p:txBody>
        </p:sp>
        <p:sp>
          <p:nvSpPr>
            <p:cNvPr id="89" name="ïS1idê">
              <a:extLst>
                <a:ext uri="{FF2B5EF4-FFF2-40B4-BE49-F238E27FC236}">
                  <a16:creationId xmlns:a16="http://schemas.microsoft.com/office/drawing/2014/main" id="{91073BFD-95E1-57FF-A9F5-6B996B64DF5C}"/>
                </a:ext>
              </a:extLst>
            </p:cNvPr>
            <p:cNvSpPr/>
            <p:nvPr/>
          </p:nvSpPr>
          <p:spPr>
            <a:xfrm>
              <a:off x="9135285" y="3359667"/>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grpFill/>
            <a:ln w="25400" cap="flat">
              <a:noFill/>
              <a:prstDash val="solid"/>
              <a:miter lim="400000"/>
            </a:ln>
            <a:effectLst/>
          </p:spPr>
          <p:txBody>
            <a:bodyPr anchor="ctr"/>
            <a:lstStyle/>
            <a:p>
              <a:pPr algn="ctr"/>
              <a:endParaRPr/>
            </a:p>
          </p:txBody>
        </p:sp>
        <p:sp>
          <p:nvSpPr>
            <p:cNvPr id="90" name="ïŝļîḓè">
              <a:extLst>
                <a:ext uri="{FF2B5EF4-FFF2-40B4-BE49-F238E27FC236}">
                  <a16:creationId xmlns:a16="http://schemas.microsoft.com/office/drawing/2014/main" id="{40EF131A-6FE7-0FEB-3391-61BD0AF0FFB1}"/>
                </a:ext>
              </a:extLst>
            </p:cNvPr>
            <p:cNvSpPr/>
            <p:nvPr/>
          </p:nvSpPr>
          <p:spPr>
            <a:xfrm>
              <a:off x="9517257" y="3403769"/>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grpFill/>
            <a:ln w="25400" cap="flat">
              <a:noFill/>
              <a:prstDash val="solid"/>
              <a:miter lim="400000"/>
            </a:ln>
            <a:effectLst/>
          </p:spPr>
          <p:txBody>
            <a:bodyPr anchor="ctr"/>
            <a:lstStyle/>
            <a:p>
              <a:pPr algn="ctr"/>
              <a:endParaRPr/>
            </a:p>
          </p:txBody>
        </p:sp>
        <p:sp>
          <p:nvSpPr>
            <p:cNvPr id="91" name="ï$líde">
              <a:extLst>
                <a:ext uri="{FF2B5EF4-FFF2-40B4-BE49-F238E27FC236}">
                  <a16:creationId xmlns:a16="http://schemas.microsoft.com/office/drawing/2014/main" id="{30063569-567E-EEFD-E614-E7707490F400}"/>
                </a:ext>
              </a:extLst>
            </p:cNvPr>
            <p:cNvSpPr/>
            <p:nvPr/>
          </p:nvSpPr>
          <p:spPr>
            <a:xfrm>
              <a:off x="9453604" y="3685864"/>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grpFill/>
            <a:ln w="25400" cap="flat">
              <a:noFill/>
              <a:prstDash val="solid"/>
              <a:miter lim="400000"/>
            </a:ln>
            <a:effectLst/>
          </p:spPr>
          <p:txBody>
            <a:bodyPr anchor="ctr"/>
            <a:lstStyle/>
            <a:p>
              <a:pPr algn="ctr"/>
              <a:endParaRPr/>
            </a:p>
          </p:txBody>
        </p:sp>
        <p:sp>
          <p:nvSpPr>
            <p:cNvPr id="92" name="îŝļíḑé">
              <a:extLst>
                <a:ext uri="{FF2B5EF4-FFF2-40B4-BE49-F238E27FC236}">
                  <a16:creationId xmlns:a16="http://schemas.microsoft.com/office/drawing/2014/main" id="{EFD88E54-00E3-0423-27EA-B735A71CF7B8}"/>
                </a:ext>
              </a:extLst>
            </p:cNvPr>
            <p:cNvSpPr/>
            <p:nvPr/>
          </p:nvSpPr>
          <p:spPr>
            <a:xfrm>
              <a:off x="9553899" y="3604386"/>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grpFill/>
            <a:ln w="25400" cap="flat">
              <a:noFill/>
              <a:prstDash val="solid"/>
              <a:miter lim="400000"/>
            </a:ln>
            <a:effectLst/>
          </p:spPr>
          <p:txBody>
            <a:bodyPr anchor="ctr"/>
            <a:lstStyle/>
            <a:p>
              <a:pPr algn="ctr"/>
              <a:endParaRPr/>
            </a:p>
          </p:txBody>
        </p:sp>
        <p:sp>
          <p:nvSpPr>
            <p:cNvPr id="93" name="ïsliḋe">
              <a:extLst>
                <a:ext uri="{FF2B5EF4-FFF2-40B4-BE49-F238E27FC236}">
                  <a16:creationId xmlns:a16="http://schemas.microsoft.com/office/drawing/2014/main" id="{73DCAEAA-58E2-D2AF-016C-74095CD0D39D}"/>
                </a:ext>
              </a:extLst>
            </p:cNvPr>
            <p:cNvSpPr/>
            <p:nvPr/>
          </p:nvSpPr>
          <p:spPr>
            <a:xfrm>
              <a:off x="9690104" y="3635830"/>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grpFill/>
            <a:ln w="25400" cap="flat">
              <a:noFill/>
              <a:prstDash val="solid"/>
              <a:miter lim="400000"/>
            </a:ln>
            <a:effectLst/>
          </p:spPr>
          <p:txBody>
            <a:bodyPr anchor="ctr"/>
            <a:lstStyle/>
            <a:p>
              <a:pPr algn="ctr"/>
              <a:endParaRPr/>
            </a:p>
          </p:txBody>
        </p:sp>
        <p:sp>
          <p:nvSpPr>
            <p:cNvPr id="94" name="îsḻiḍe">
              <a:extLst>
                <a:ext uri="{FF2B5EF4-FFF2-40B4-BE49-F238E27FC236}">
                  <a16:creationId xmlns:a16="http://schemas.microsoft.com/office/drawing/2014/main" id="{AE768C86-CC2B-40A4-7C84-D2E23A48A625}"/>
                </a:ext>
              </a:extLst>
            </p:cNvPr>
            <p:cNvSpPr/>
            <p:nvPr/>
          </p:nvSpPr>
          <p:spPr>
            <a:xfrm>
              <a:off x="9646111" y="3565738"/>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grpFill/>
            <a:ln w="25400" cap="flat">
              <a:noFill/>
              <a:prstDash val="solid"/>
              <a:miter lim="400000"/>
            </a:ln>
            <a:effectLst/>
          </p:spPr>
          <p:txBody>
            <a:bodyPr anchor="ctr"/>
            <a:lstStyle/>
            <a:p>
              <a:pPr algn="ctr"/>
              <a:endParaRPr/>
            </a:p>
          </p:txBody>
        </p:sp>
        <p:sp>
          <p:nvSpPr>
            <p:cNvPr id="95" name="iṩḻíḍè">
              <a:extLst>
                <a:ext uri="{FF2B5EF4-FFF2-40B4-BE49-F238E27FC236}">
                  <a16:creationId xmlns:a16="http://schemas.microsoft.com/office/drawing/2014/main" id="{AC529F26-F8F3-0443-5889-228AB49D20DE}"/>
                </a:ext>
              </a:extLst>
            </p:cNvPr>
            <p:cNvSpPr/>
            <p:nvPr/>
          </p:nvSpPr>
          <p:spPr>
            <a:xfrm>
              <a:off x="9594891" y="3654803"/>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grpFill/>
            <a:ln w="25400" cap="flat">
              <a:noFill/>
              <a:prstDash val="solid"/>
              <a:miter lim="400000"/>
            </a:ln>
            <a:effectLst/>
          </p:spPr>
          <p:txBody>
            <a:bodyPr anchor="ctr"/>
            <a:lstStyle/>
            <a:p>
              <a:pPr algn="ctr"/>
              <a:endParaRPr/>
            </a:p>
          </p:txBody>
        </p:sp>
        <p:sp>
          <p:nvSpPr>
            <p:cNvPr id="96" name="ïṧḻídé">
              <a:extLst>
                <a:ext uri="{FF2B5EF4-FFF2-40B4-BE49-F238E27FC236}">
                  <a16:creationId xmlns:a16="http://schemas.microsoft.com/office/drawing/2014/main" id="{9AE43FAC-B703-0C6D-1294-3FB7E8A0A49A}"/>
                </a:ext>
              </a:extLst>
            </p:cNvPr>
            <p:cNvSpPr/>
            <p:nvPr/>
          </p:nvSpPr>
          <p:spPr>
            <a:xfrm>
              <a:off x="9632393" y="3706816"/>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grpFill/>
            <a:ln w="25400" cap="flat">
              <a:noFill/>
              <a:prstDash val="solid"/>
              <a:miter lim="400000"/>
            </a:ln>
            <a:effectLst/>
          </p:spPr>
          <p:txBody>
            <a:bodyPr anchor="ctr"/>
            <a:lstStyle/>
            <a:p>
              <a:pPr algn="ctr"/>
              <a:endParaRPr/>
            </a:p>
          </p:txBody>
        </p:sp>
        <p:sp>
          <p:nvSpPr>
            <p:cNvPr id="97" name="ïşļîḑê">
              <a:extLst>
                <a:ext uri="{FF2B5EF4-FFF2-40B4-BE49-F238E27FC236}">
                  <a16:creationId xmlns:a16="http://schemas.microsoft.com/office/drawing/2014/main" id="{38758066-23A4-293A-2786-1B370D9C4130}"/>
                </a:ext>
              </a:extLst>
            </p:cNvPr>
            <p:cNvSpPr/>
            <p:nvPr/>
          </p:nvSpPr>
          <p:spPr>
            <a:xfrm>
              <a:off x="9681665" y="3678031"/>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grpFill/>
            <a:ln w="25400" cap="flat">
              <a:noFill/>
              <a:prstDash val="solid"/>
              <a:miter lim="400000"/>
            </a:ln>
            <a:effectLst/>
          </p:spPr>
          <p:txBody>
            <a:bodyPr anchor="ctr"/>
            <a:lstStyle/>
            <a:p>
              <a:pPr algn="ctr"/>
              <a:endParaRPr/>
            </a:p>
          </p:txBody>
        </p:sp>
        <p:sp>
          <p:nvSpPr>
            <p:cNvPr id="98" name="ïṡľîḋê">
              <a:extLst>
                <a:ext uri="{FF2B5EF4-FFF2-40B4-BE49-F238E27FC236}">
                  <a16:creationId xmlns:a16="http://schemas.microsoft.com/office/drawing/2014/main" id="{45B0C85B-EE7B-03D1-67FA-777F05128D0E}"/>
                </a:ext>
              </a:extLst>
            </p:cNvPr>
            <p:cNvSpPr/>
            <p:nvPr/>
          </p:nvSpPr>
          <p:spPr>
            <a:xfrm>
              <a:off x="9628583" y="3726518"/>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grpFill/>
            <a:ln w="25400" cap="flat">
              <a:noFill/>
              <a:prstDash val="solid"/>
              <a:miter lim="400000"/>
            </a:ln>
            <a:effectLst/>
          </p:spPr>
          <p:txBody>
            <a:bodyPr anchor="ctr"/>
            <a:lstStyle/>
            <a:p>
              <a:pPr algn="ctr"/>
              <a:endParaRPr/>
            </a:p>
          </p:txBody>
        </p:sp>
        <p:sp>
          <p:nvSpPr>
            <p:cNvPr id="99" name="îṣļíďé">
              <a:extLst>
                <a:ext uri="{FF2B5EF4-FFF2-40B4-BE49-F238E27FC236}">
                  <a16:creationId xmlns:a16="http://schemas.microsoft.com/office/drawing/2014/main" id="{F3F4621D-CB9E-8598-4E9B-86D18CCEA0A4}"/>
                </a:ext>
              </a:extLst>
            </p:cNvPr>
            <p:cNvSpPr/>
            <p:nvPr/>
          </p:nvSpPr>
          <p:spPr>
            <a:xfrm>
              <a:off x="9187751" y="3843193"/>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grpFill/>
            <a:ln w="25400" cap="flat">
              <a:noFill/>
              <a:prstDash val="solid"/>
              <a:miter lim="400000"/>
            </a:ln>
            <a:effectLst/>
          </p:spPr>
          <p:txBody>
            <a:bodyPr anchor="ctr"/>
            <a:lstStyle/>
            <a:p>
              <a:pPr algn="ctr"/>
              <a:endParaRPr/>
            </a:p>
          </p:txBody>
        </p:sp>
        <p:sp>
          <p:nvSpPr>
            <p:cNvPr id="100" name="íṧḷiḋé">
              <a:extLst>
                <a:ext uri="{FF2B5EF4-FFF2-40B4-BE49-F238E27FC236}">
                  <a16:creationId xmlns:a16="http://schemas.microsoft.com/office/drawing/2014/main" id="{AA4F867F-96B1-D4B1-2F1D-255CA2D4176D}"/>
                </a:ext>
              </a:extLst>
            </p:cNvPr>
            <p:cNvSpPr/>
            <p:nvPr/>
          </p:nvSpPr>
          <p:spPr>
            <a:xfrm>
              <a:off x="9518950" y="4026819"/>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grpFill/>
            <a:ln w="25400" cap="flat">
              <a:noFill/>
              <a:prstDash val="solid"/>
              <a:miter lim="400000"/>
            </a:ln>
            <a:effectLst/>
          </p:spPr>
          <p:txBody>
            <a:bodyPr anchor="ctr"/>
            <a:lstStyle/>
            <a:p>
              <a:pPr algn="ctr"/>
              <a:endParaRPr/>
            </a:p>
          </p:txBody>
        </p:sp>
        <p:sp>
          <p:nvSpPr>
            <p:cNvPr id="101" name="i$ľiḍê">
              <a:extLst>
                <a:ext uri="{FF2B5EF4-FFF2-40B4-BE49-F238E27FC236}">
                  <a16:creationId xmlns:a16="http://schemas.microsoft.com/office/drawing/2014/main" id="{E0A65BB1-A275-90DA-BCD9-5CAFA58FCDFC}"/>
                </a:ext>
              </a:extLst>
            </p:cNvPr>
            <p:cNvSpPr/>
            <p:nvPr/>
          </p:nvSpPr>
          <p:spPr>
            <a:xfrm>
              <a:off x="9816350" y="3993819"/>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grpFill/>
            <a:ln w="25400" cap="flat">
              <a:noFill/>
              <a:prstDash val="solid"/>
              <a:miter lim="400000"/>
            </a:ln>
            <a:effectLst/>
          </p:spPr>
          <p:txBody>
            <a:bodyPr anchor="ctr"/>
            <a:lstStyle/>
            <a:p>
              <a:pPr algn="ctr"/>
              <a:endParaRPr/>
            </a:p>
          </p:txBody>
        </p:sp>
        <p:sp>
          <p:nvSpPr>
            <p:cNvPr id="102" name="îṡ1îḋè">
              <a:extLst>
                <a:ext uri="{FF2B5EF4-FFF2-40B4-BE49-F238E27FC236}">
                  <a16:creationId xmlns:a16="http://schemas.microsoft.com/office/drawing/2014/main" id="{76BAE487-536B-A4DE-FE4B-5EAFDC2AB50C}"/>
                </a:ext>
              </a:extLst>
            </p:cNvPr>
            <p:cNvSpPr/>
            <p:nvPr/>
          </p:nvSpPr>
          <p:spPr>
            <a:xfrm>
              <a:off x="9834437" y="4184237"/>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grpFill/>
            <a:ln w="25400" cap="flat">
              <a:noFill/>
              <a:prstDash val="solid"/>
              <a:miter lim="400000"/>
            </a:ln>
            <a:effectLst/>
          </p:spPr>
          <p:txBody>
            <a:bodyPr anchor="ctr"/>
            <a:lstStyle/>
            <a:p>
              <a:pPr algn="ctr"/>
              <a:endParaRPr/>
            </a:p>
          </p:txBody>
        </p:sp>
        <p:sp>
          <p:nvSpPr>
            <p:cNvPr id="103" name="îSļiḋe">
              <a:extLst>
                <a:ext uri="{FF2B5EF4-FFF2-40B4-BE49-F238E27FC236}">
                  <a16:creationId xmlns:a16="http://schemas.microsoft.com/office/drawing/2014/main" id="{9FFADCF8-4DAA-E931-1781-8596C6D8B4FF}"/>
                </a:ext>
              </a:extLst>
            </p:cNvPr>
            <p:cNvSpPr/>
            <p:nvPr/>
          </p:nvSpPr>
          <p:spPr>
            <a:xfrm>
              <a:off x="9664278" y="4387494"/>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grpFill/>
            <a:ln w="25400" cap="flat">
              <a:noFill/>
              <a:prstDash val="solid"/>
              <a:miter lim="400000"/>
            </a:ln>
            <a:effectLst/>
          </p:spPr>
          <p:txBody>
            <a:bodyPr anchor="ctr"/>
            <a:lstStyle/>
            <a:p>
              <a:pPr algn="ctr"/>
              <a:endParaRPr/>
            </a:p>
          </p:txBody>
        </p:sp>
        <p:sp>
          <p:nvSpPr>
            <p:cNvPr id="104" name="îṣlïḓé">
              <a:extLst>
                <a:ext uri="{FF2B5EF4-FFF2-40B4-BE49-F238E27FC236}">
                  <a16:creationId xmlns:a16="http://schemas.microsoft.com/office/drawing/2014/main" id="{DCB7EF37-2270-C3F8-71E4-B7E67A498D73}"/>
                </a:ext>
              </a:extLst>
            </p:cNvPr>
            <p:cNvSpPr/>
            <p:nvPr/>
          </p:nvSpPr>
          <p:spPr>
            <a:xfrm>
              <a:off x="9557284" y="4379124"/>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grpFill/>
            <a:ln w="25400" cap="flat">
              <a:noFill/>
              <a:prstDash val="solid"/>
              <a:miter lim="400000"/>
            </a:ln>
            <a:effectLst/>
          </p:spPr>
          <p:txBody>
            <a:bodyPr anchor="ctr"/>
            <a:lstStyle/>
            <a:p>
              <a:pPr algn="ctr"/>
              <a:endParaRPr/>
            </a:p>
          </p:txBody>
        </p:sp>
        <p:sp>
          <p:nvSpPr>
            <p:cNvPr id="105" name="ïṥḷídè">
              <a:extLst>
                <a:ext uri="{FF2B5EF4-FFF2-40B4-BE49-F238E27FC236}">
                  <a16:creationId xmlns:a16="http://schemas.microsoft.com/office/drawing/2014/main" id="{78E97BD1-DCEE-93E0-9C3F-015220A324CD}"/>
                </a:ext>
              </a:extLst>
            </p:cNvPr>
            <p:cNvSpPr/>
            <p:nvPr/>
          </p:nvSpPr>
          <p:spPr>
            <a:xfrm>
              <a:off x="9429485" y="4387992"/>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grpFill/>
            <a:ln w="25400" cap="flat">
              <a:noFill/>
              <a:prstDash val="solid"/>
              <a:miter lim="400000"/>
            </a:ln>
            <a:effectLst/>
          </p:spPr>
          <p:txBody>
            <a:bodyPr anchor="ctr"/>
            <a:lstStyle/>
            <a:p>
              <a:pPr algn="ctr"/>
              <a:endParaRPr/>
            </a:p>
          </p:txBody>
        </p:sp>
        <p:sp>
          <p:nvSpPr>
            <p:cNvPr id="106" name="išḷïḍè">
              <a:extLst>
                <a:ext uri="{FF2B5EF4-FFF2-40B4-BE49-F238E27FC236}">
                  <a16:creationId xmlns:a16="http://schemas.microsoft.com/office/drawing/2014/main" id="{146300EA-0B46-FD36-0778-71516D074A90}"/>
                </a:ext>
              </a:extLst>
            </p:cNvPr>
            <p:cNvSpPr/>
            <p:nvPr/>
          </p:nvSpPr>
          <p:spPr>
            <a:xfrm>
              <a:off x="9520068" y="4428015"/>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grpFill/>
            <a:ln w="25400" cap="flat">
              <a:noFill/>
              <a:prstDash val="solid"/>
              <a:miter lim="400000"/>
            </a:ln>
            <a:effectLst/>
          </p:spPr>
          <p:txBody>
            <a:bodyPr anchor="ctr"/>
            <a:lstStyle/>
            <a:p>
              <a:pPr algn="ctr"/>
              <a:endParaRPr/>
            </a:p>
          </p:txBody>
        </p:sp>
        <p:sp>
          <p:nvSpPr>
            <p:cNvPr id="107" name="íṧḻîďê">
              <a:extLst>
                <a:ext uri="{FF2B5EF4-FFF2-40B4-BE49-F238E27FC236}">
                  <a16:creationId xmlns:a16="http://schemas.microsoft.com/office/drawing/2014/main" id="{7B5CB38E-3A08-EF68-D923-05889B899CCD}"/>
                </a:ext>
              </a:extLst>
            </p:cNvPr>
            <p:cNvSpPr/>
            <p:nvPr/>
          </p:nvSpPr>
          <p:spPr>
            <a:xfrm>
              <a:off x="9067733" y="4304888"/>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grpFill/>
            <a:ln w="25400" cap="flat">
              <a:noFill/>
              <a:prstDash val="solid"/>
              <a:miter lim="400000"/>
            </a:ln>
            <a:effectLst/>
          </p:spPr>
          <p:txBody>
            <a:bodyPr anchor="ctr"/>
            <a:lstStyle/>
            <a:p>
              <a:pPr algn="ctr"/>
              <a:endParaRPr/>
            </a:p>
          </p:txBody>
        </p:sp>
        <p:sp>
          <p:nvSpPr>
            <p:cNvPr id="108" name="ï$ľiḓê">
              <a:extLst>
                <a:ext uri="{FF2B5EF4-FFF2-40B4-BE49-F238E27FC236}">
                  <a16:creationId xmlns:a16="http://schemas.microsoft.com/office/drawing/2014/main" id="{64C86F7D-7DC2-FEFA-5DA6-51A1AA146557}"/>
                </a:ext>
              </a:extLst>
            </p:cNvPr>
            <p:cNvSpPr/>
            <p:nvPr/>
          </p:nvSpPr>
          <p:spPr>
            <a:xfrm>
              <a:off x="8739813" y="3881623"/>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grpFill/>
            <a:ln w="25400" cap="flat">
              <a:noFill/>
              <a:prstDash val="solid"/>
              <a:miter lim="400000"/>
            </a:ln>
            <a:effectLst/>
          </p:spPr>
          <p:txBody>
            <a:bodyPr anchor="ctr"/>
            <a:lstStyle/>
            <a:p>
              <a:pPr algn="ctr"/>
              <a:endParaRPr/>
            </a:p>
          </p:txBody>
        </p:sp>
        <p:sp>
          <p:nvSpPr>
            <p:cNvPr id="109" name="isļîḍé">
              <a:extLst>
                <a:ext uri="{FF2B5EF4-FFF2-40B4-BE49-F238E27FC236}">
                  <a16:creationId xmlns:a16="http://schemas.microsoft.com/office/drawing/2014/main" id="{16F3C775-CB1A-FAB0-7D54-8F5244E76D0B}"/>
                </a:ext>
              </a:extLst>
            </p:cNvPr>
            <p:cNvSpPr/>
            <p:nvPr/>
          </p:nvSpPr>
          <p:spPr>
            <a:xfrm>
              <a:off x="8199229" y="3742697"/>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grpFill/>
            <a:ln w="25400" cap="flat">
              <a:noFill/>
              <a:prstDash val="solid"/>
              <a:miter lim="400000"/>
            </a:ln>
            <a:effectLst/>
          </p:spPr>
          <p:txBody>
            <a:bodyPr anchor="ctr"/>
            <a:lstStyle/>
            <a:p>
              <a:pPr algn="ctr"/>
              <a:endParaRPr/>
            </a:p>
          </p:txBody>
        </p:sp>
        <p:sp>
          <p:nvSpPr>
            <p:cNvPr id="110" name="í$ľîḋê">
              <a:extLst>
                <a:ext uri="{FF2B5EF4-FFF2-40B4-BE49-F238E27FC236}">
                  <a16:creationId xmlns:a16="http://schemas.microsoft.com/office/drawing/2014/main" id="{5FF6BC67-5846-9648-2636-A5EF0C50CFAA}"/>
                </a:ext>
              </a:extLst>
            </p:cNvPr>
            <p:cNvSpPr/>
            <p:nvPr/>
          </p:nvSpPr>
          <p:spPr>
            <a:xfrm>
              <a:off x="7957224" y="3867942"/>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grpFill/>
            <a:ln w="25400" cap="flat">
              <a:noFill/>
              <a:prstDash val="solid"/>
              <a:miter lim="400000"/>
            </a:ln>
            <a:effectLst/>
          </p:spPr>
          <p:txBody>
            <a:bodyPr anchor="ctr"/>
            <a:lstStyle/>
            <a:p>
              <a:pPr algn="ctr"/>
              <a:endParaRPr/>
            </a:p>
          </p:txBody>
        </p:sp>
        <p:sp>
          <p:nvSpPr>
            <p:cNvPr id="111" name="ïślîḍè">
              <a:extLst>
                <a:ext uri="{FF2B5EF4-FFF2-40B4-BE49-F238E27FC236}">
                  <a16:creationId xmlns:a16="http://schemas.microsoft.com/office/drawing/2014/main" id="{8BFCBBC2-2932-7F99-B820-7639253D1B88}"/>
                </a:ext>
              </a:extLst>
            </p:cNvPr>
            <p:cNvSpPr/>
            <p:nvPr/>
          </p:nvSpPr>
          <p:spPr>
            <a:xfrm>
              <a:off x="7953865" y="3917350"/>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grpFill/>
            <a:ln w="25400" cap="flat">
              <a:noFill/>
              <a:prstDash val="solid"/>
              <a:miter lim="400000"/>
            </a:ln>
            <a:effectLst/>
          </p:spPr>
          <p:txBody>
            <a:bodyPr anchor="ctr"/>
            <a:lstStyle/>
            <a:p>
              <a:pPr algn="ctr"/>
              <a:endParaRPr/>
            </a:p>
          </p:txBody>
        </p:sp>
        <p:sp>
          <p:nvSpPr>
            <p:cNvPr id="112" name="îṣḷiďè">
              <a:extLst>
                <a:ext uri="{FF2B5EF4-FFF2-40B4-BE49-F238E27FC236}">
                  <a16:creationId xmlns:a16="http://schemas.microsoft.com/office/drawing/2014/main" id="{33E14F5C-475B-E334-836E-6FEFBEA79A62}"/>
                </a:ext>
              </a:extLst>
            </p:cNvPr>
            <p:cNvSpPr/>
            <p:nvPr/>
          </p:nvSpPr>
          <p:spPr>
            <a:xfrm>
              <a:off x="7931635" y="3837005"/>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grpFill/>
            <a:ln w="25400" cap="flat">
              <a:noFill/>
              <a:prstDash val="solid"/>
              <a:miter lim="400000"/>
            </a:ln>
            <a:effectLst/>
          </p:spPr>
          <p:txBody>
            <a:bodyPr anchor="ctr"/>
            <a:lstStyle/>
            <a:p>
              <a:pPr algn="ctr"/>
              <a:endParaRPr/>
            </a:p>
          </p:txBody>
        </p:sp>
        <p:sp>
          <p:nvSpPr>
            <p:cNvPr id="113" name="işḷídé">
              <a:extLst>
                <a:ext uri="{FF2B5EF4-FFF2-40B4-BE49-F238E27FC236}">
                  <a16:creationId xmlns:a16="http://schemas.microsoft.com/office/drawing/2014/main" id="{99E1F65F-4CEA-E366-0108-26AFC558F724}"/>
                </a:ext>
              </a:extLst>
            </p:cNvPr>
            <p:cNvSpPr/>
            <p:nvPr/>
          </p:nvSpPr>
          <p:spPr>
            <a:xfrm>
              <a:off x="7171214" y="3107084"/>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grpFill/>
            <a:ln w="25400" cap="flat">
              <a:noFill/>
              <a:prstDash val="solid"/>
              <a:miter lim="400000"/>
            </a:ln>
            <a:effectLst/>
          </p:spPr>
          <p:txBody>
            <a:bodyPr anchor="ctr"/>
            <a:lstStyle/>
            <a:p>
              <a:pPr algn="ctr"/>
              <a:endParaRPr/>
            </a:p>
          </p:txBody>
        </p:sp>
        <p:sp>
          <p:nvSpPr>
            <p:cNvPr id="114" name="íŝḷïde">
              <a:extLst>
                <a:ext uri="{FF2B5EF4-FFF2-40B4-BE49-F238E27FC236}">
                  <a16:creationId xmlns:a16="http://schemas.microsoft.com/office/drawing/2014/main" id="{CAB33813-DAA4-54BA-3D96-A02F3F44F040}"/>
                </a:ext>
              </a:extLst>
            </p:cNvPr>
            <p:cNvSpPr/>
            <p:nvPr/>
          </p:nvSpPr>
          <p:spPr>
            <a:xfrm>
              <a:off x="6561284" y="2785626"/>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grpFill/>
            <a:ln w="25400" cap="flat">
              <a:noFill/>
              <a:prstDash val="solid"/>
              <a:miter lim="400000"/>
            </a:ln>
            <a:effectLst/>
          </p:spPr>
          <p:txBody>
            <a:bodyPr anchor="ctr"/>
            <a:lstStyle/>
            <a:p>
              <a:pPr algn="ctr"/>
              <a:endParaRPr/>
            </a:p>
          </p:txBody>
        </p:sp>
        <p:sp>
          <p:nvSpPr>
            <p:cNvPr id="115" name="îṡľiḑe">
              <a:extLst>
                <a:ext uri="{FF2B5EF4-FFF2-40B4-BE49-F238E27FC236}">
                  <a16:creationId xmlns:a16="http://schemas.microsoft.com/office/drawing/2014/main" id="{51CF4163-1835-98FB-A584-69100F4D3BAC}"/>
                </a:ext>
              </a:extLst>
            </p:cNvPr>
            <p:cNvSpPr/>
            <p:nvPr/>
          </p:nvSpPr>
          <p:spPr>
            <a:xfrm>
              <a:off x="5255087" y="1585911"/>
              <a:ext cx="2042366" cy="1189722"/>
            </a:xfrm>
            <a:custGeom>
              <a:avLst/>
              <a:gdLst/>
              <a:ahLst/>
              <a:cxnLst>
                <a:cxn ang="0">
                  <a:pos x="wd2" y="hd2"/>
                </a:cxn>
                <a:cxn ang="5400000">
                  <a:pos x="wd2" y="hd2"/>
                </a:cxn>
                <a:cxn ang="10800000">
                  <a:pos x="wd2" y="hd2"/>
                </a:cxn>
                <a:cxn ang="16200000">
                  <a:pos x="wd2" y="hd2"/>
                </a:cxn>
              </a:cxnLst>
              <a:rect l="0" t="0" r="r" b="b"/>
              <a:pathLst>
                <a:path w="21600" h="21600" extrusionOk="0">
                  <a:moveTo>
                    <a:pt x="20807" y="1150"/>
                  </a:moveTo>
                  <a:lnTo>
                    <a:pt x="20140" y="892"/>
                  </a:lnTo>
                  <a:lnTo>
                    <a:pt x="19827" y="747"/>
                  </a:lnTo>
                  <a:lnTo>
                    <a:pt x="19506" y="542"/>
                  </a:lnTo>
                  <a:lnTo>
                    <a:pt x="19194" y="459"/>
                  </a:lnTo>
                  <a:lnTo>
                    <a:pt x="18976" y="267"/>
                  </a:lnTo>
                  <a:lnTo>
                    <a:pt x="18803" y="212"/>
                  </a:lnTo>
                  <a:lnTo>
                    <a:pt x="18690" y="293"/>
                  </a:lnTo>
                  <a:lnTo>
                    <a:pt x="18482" y="457"/>
                  </a:lnTo>
                  <a:lnTo>
                    <a:pt x="18589" y="626"/>
                  </a:lnTo>
                  <a:lnTo>
                    <a:pt x="18799" y="626"/>
                  </a:lnTo>
                  <a:lnTo>
                    <a:pt x="18944" y="749"/>
                  </a:lnTo>
                  <a:lnTo>
                    <a:pt x="19057" y="799"/>
                  </a:lnTo>
                  <a:lnTo>
                    <a:pt x="19162" y="663"/>
                  </a:lnTo>
                  <a:lnTo>
                    <a:pt x="19282" y="649"/>
                  </a:lnTo>
                  <a:lnTo>
                    <a:pt x="19425" y="814"/>
                  </a:lnTo>
                  <a:lnTo>
                    <a:pt x="19336" y="1164"/>
                  </a:lnTo>
                  <a:lnTo>
                    <a:pt x="19232" y="1314"/>
                  </a:lnTo>
                  <a:lnTo>
                    <a:pt x="19042" y="1149"/>
                  </a:lnTo>
                  <a:lnTo>
                    <a:pt x="18875" y="1149"/>
                  </a:lnTo>
                  <a:lnTo>
                    <a:pt x="18733" y="1250"/>
                  </a:lnTo>
                  <a:lnTo>
                    <a:pt x="18426" y="1346"/>
                  </a:lnTo>
                  <a:lnTo>
                    <a:pt x="18234" y="1428"/>
                  </a:lnTo>
                  <a:lnTo>
                    <a:pt x="18001" y="1483"/>
                  </a:lnTo>
                  <a:lnTo>
                    <a:pt x="17885" y="1455"/>
                  </a:lnTo>
                  <a:lnTo>
                    <a:pt x="17764" y="1282"/>
                  </a:lnTo>
                  <a:lnTo>
                    <a:pt x="17591" y="1204"/>
                  </a:lnTo>
                  <a:lnTo>
                    <a:pt x="17472" y="1218"/>
                  </a:lnTo>
                  <a:lnTo>
                    <a:pt x="17205" y="1314"/>
                  </a:lnTo>
                  <a:lnTo>
                    <a:pt x="16942" y="1479"/>
                  </a:lnTo>
                  <a:lnTo>
                    <a:pt x="16671" y="1671"/>
                  </a:lnTo>
                  <a:lnTo>
                    <a:pt x="16451" y="1882"/>
                  </a:lnTo>
                  <a:lnTo>
                    <a:pt x="16191" y="2147"/>
                  </a:lnTo>
                  <a:lnTo>
                    <a:pt x="16038" y="2203"/>
                  </a:lnTo>
                  <a:lnTo>
                    <a:pt x="15932" y="2029"/>
                  </a:lnTo>
                  <a:lnTo>
                    <a:pt x="15829" y="1988"/>
                  </a:lnTo>
                  <a:lnTo>
                    <a:pt x="15732" y="1892"/>
                  </a:lnTo>
                  <a:lnTo>
                    <a:pt x="15762" y="1710"/>
                  </a:lnTo>
                  <a:lnTo>
                    <a:pt x="15657" y="1417"/>
                  </a:lnTo>
                  <a:lnTo>
                    <a:pt x="15517" y="1390"/>
                  </a:lnTo>
                  <a:lnTo>
                    <a:pt x="15378" y="1390"/>
                  </a:lnTo>
                  <a:lnTo>
                    <a:pt x="15253" y="1481"/>
                  </a:lnTo>
                  <a:lnTo>
                    <a:pt x="15278" y="1641"/>
                  </a:lnTo>
                  <a:lnTo>
                    <a:pt x="15392" y="1819"/>
                  </a:lnTo>
                  <a:lnTo>
                    <a:pt x="15384" y="1998"/>
                  </a:lnTo>
                  <a:lnTo>
                    <a:pt x="15457" y="2135"/>
                  </a:lnTo>
                  <a:lnTo>
                    <a:pt x="15449" y="2313"/>
                  </a:lnTo>
                  <a:lnTo>
                    <a:pt x="15372" y="2418"/>
                  </a:lnTo>
                  <a:lnTo>
                    <a:pt x="15165" y="2528"/>
                  </a:lnTo>
                  <a:lnTo>
                    <a:pt x="14864" y="2652"/>
                  </a:lnTo>
                  <a:lnTo>
                    <a:pt x="14558" y="2802"/>
                  </a:lnTo>
                  <a:lnTo>
                    <a:pt x="14501" y="2964"/>
                  </a:lnTo>
                  <a:lnTo>
                    <a:pt x="14580" y="3129"/>
                  </a:lnTo>
                  <a:lnTo>
                    <a:pt x="14535" y="3260"/>
                  </a:lnTo>
                  <a:lnTo>
                    <a:pt x="14301" y="3357"/>
                  </a:lnTo>
                  <a:lnTo>
                    <a:pt x="14167" y="3571"/>
                  </a:lnTo>
                  <a:lnTo>
                    <a:pt x="14002" y="3383"/>
                  </a:lnTo>
                  <a:lnTo>
                    <a:pt x="13882" y="3233"/>
                  </a:lnTo>
                  <a:lnTo>
                    <a:pt x="13736" y="3151"/>
                  </a:lnTo>
                  <a:lnTo>
                    <a:pt x="13601" y="3165"/>
                  </a:lnTo>
                  <a:lnTo>
                    <a:pt x="13544" y="3303"/>
                  </a:lnTo>
                  <a:lnTo>
                    <a:pt x="13684" y="3412"/>
                  </a:lnTo>
                  <a:lnTo>
                    <a:pt x="13810" y="3412"/>
                  </a:lnTo>
                  <a:lnTo>
                    <a:pt x="13898" y="3509"/>
                  </a:lnTo>
                  <a:lnTo>
                    <a:pt x="13968" y="3600"/>
                  </a:lnTo>
                  <a:lnTo>
                    <a:pt x="14044" y="3723"/>
                  </a:lnTo>
                  <a:lnTo>
                    <a:pt x="13921" y="3938"/>
                  </a:lnTo>
                  <a:lnTo>
                    <a:pt x="13743" y="3952"/>
                  </a:lnTo>
                  <a:lnTo>
                    <a:pt x="13682" y="4102"/>
                  </a:lnTo>
                  <a:lnTo>
                    <a:pt x="13545" y="4125"/>
                  </a:lnTo>
                  <a:lnTo>
                    <a:pt x="13425" y="3918"/>
                  </a:lnTo>
                  <a:lnTo>
                    <a:pt x="13296" y="3768"/>
                  </a:lnTo>
                  <a:lnTo>
                    <a:pt x="13175" y="3714"/>
                  </a:lnTo>
                  <a:lnTo>
                    <a:pt x="13055" y="3663"/>
                  </a:lnTo>
                  <a:lnTo>
                    <a:pt x="12975" y="3430"/>
                  </a:lnTo>
                  <a:lnTo>
                    <a:pt x="12892" y="3238"/>
                  </a:lnTo>
                  <a:lnTo>
                    <a:pt x="12851" y="3047"/>
                  </a:lnTo>
                  <a:lnTo>
                    <a:pt x="12766" y="2877"/>
                  </a:lnTo>
                  <a:lnTo>
                    <a:pt x="12599" y="2739"/>
                  </a:lnTo>
                  <a:lnTo>
                    <a:pt x="12494" y="2631"/>
                  </a:lnTo>
                  <a:lnTo>
                    <a:pt x="12368" y="2420"/>
                  </a:lnTo>
                  <a:lnTo>
                    <a:pt x="12304" y="2245"/>
                  </a:lnTo>
                  <a:lnTo>
                    <a:pt x="12377" y="2017"/>
                  </a:lnTo>
                  <a:lnTo>
                    <a:pt x="12699" y="2003"/>
                  </a:lnTo>
                  <a:cubicBezTo>
                    <a:pt x="12738" y="2035"/>
                    <a:pt x="12777" y="2063"/>
                    <a:pt x="12817" y="2090"/>
                  </a:cubicBezTo>
                  <a:cubicBezTo>
                    <a:pt x="12952" y="2178"/>
                    <a:pt x="13094" y="2236"/>
                    <a:pt x="13239" y="2259"/>
                  </a:cubicBezTo>
                  <a:lnTo>
                    <a:pt x="13399" y="2479"/>
                  </a:lnTo>
                  <a:lnTo>
                    <a:pt x="13603" y="2506"/>
                  </a:lnTo>
                  <a:lnTo>
                    <a:pt x="13797" y="2506"/>
                  </a:lnTo>
                  <a:cubicBezTo>
                    <a:pt x="13873" y="2506"/>
                    <a:pt x="13949" y="2506"/>
                    <a:pt x="14025" y="2506"/>
                  </a:cubicBezTo>
                  <a:cubicBezTo>
                    <a:pt x="14058" y="2506"/>
                    <a:pt x="14090" y="2506"/>
                    <a:pt x="14122" y="2506"/>
                  </a:cubicBezTo>
                  <a:lnTo>
                    <a:pt x="14251" y="2356"/>
                  </a:lnTo>
                  <a:lnTo>
                    <a:pt x="14347" y="2302"/>
                  </a:lnTo>
                  <a:lnTo>
                    <a:pt x="14484" y="2237"/>
                  </a:lnTo>
                  <a:lnTo>
                    <a:pt x="14616" y="2210"/>
                  </a:lnTo>
                  <a:lnTo>
                    <a:pt x="14613" y="2040"/>
                  </a:lnTo>
                  <a:lnTo>
                    <a:pt x="14460" y="1889"/>
                  </a:lnTo>
                  <a:lnTo>
                    <a:pt x="14355" y="1605"/>
                  </a:lnTo>
                  <a:cubicBezTo>
                    <a:pt x="14271" y="1573"/>
                    <a:pt x="14188" y="1533"/>
                    <a:pt x="14107" y="1486"/>
                  </a:cubicBezTo>
                  <a:cubicBezTo>
                    <a:pt x="14008" y="1428"/>
                    <a:pt x="13911" y="1359"/>
                    <a:pt x="13817" y="1279"/>
                  </a:cubicBezTo>
                  <a:lnTo>
                    <a:pt x="13451" y="1078"/>
                  </a:lnTo>
                  <a:lnTo>
                    <a:pt x="13212" y="945"/>
                  </a:lnTo>
                  <a:lnTo>
                    <a:pt x="12842" y="766"/>
                  </a:lnTo>
                  <a:lnTo>
                    <a:pt x="12603" y="849"/>
                  </a:lnTo>
                  <a:lnTo>
                    <a:pt x="12436" y="968"/>
                  </a:lnTo>
                  <a:lnTo>
                    <a:pt x="12291" y="899"/>
                  </a:lnTo>
                  <a:lnTo>
                    <a:pt x="12112" y="639"/>
                  </a:lnTo>
                  <a:lnTo>
                    <a:pt x="11879" y="402"/>
                  </a:lnTo>
                  <a:lnTo>
                    <a:pt x="11669" y="320"/>
                  </a:lnTo>
                  <a:lnTo>
                    <a:pt x="11486" y="252"/>
                  </a:lnTo>
                  <a:lnTo>
                    <a:pt x="11279" y="156"/>
                  </a:lnTo>
                  <a:lnTo>
                    <a:pt x="11086" y="73"/>
                  </a:lnTo>
                  <a:lnTo>
                    <a:pt x="10931" y="18"/>
                  </a:lnTo>
                  <a:lnTo>
                    <a:pt x="10715" y="114"/>
                  </a:lnTo>
                  <a:lnTo>
                    <a:pt x="10556" y="192"/>
                  </a:lnTo>
                  <a:lnTo>
                    <a:pt x="10395" y="137"/>
                  </a:lnTo>
                  <a:lnTo>
                    <a:pt x="10285" y="82"/>
                  </a:lnTo>
                  <a:lnTo>
                    <a:pt x="10146" y="27"/>
                  </a:lnTo>
                  <a:lnTo>
                    <a:pt x="10010" y="0"/>
                  </a:lnTo>
                  <a:lnTo>
                    <a:pt x="9706" y="83"/>
                  </a:lnTo>
                  <a:lnTo>
                    <a:pt x="9387" y="184"/>
                  </a:lnTo>
                  <a:lnTo>
                    <a:pt x="8981" y="564"/>
                  </a:lnTo>
                  <a:lnTo>
                    <a:pt x="8797" y="728"/>
                  </a:lnTo>
                  <a:lnTo>
                    <a:pt x="8584" y="783"/>
                  </a:lnTo>
                  <a:lnTo>
                    <a:pt x="8320" y="915"/>
                  </a:lnTo>
                  <a:lnTo>
                    <a:pt x="8160" y="996"/>
                  </a:lnTo>
                  <a:lnTo>
                    <a:pt x="7967" y="1147"/>
                  </a:lnTo>
                  <a:lnTo>
                    <a:pt x="7886" y="1297"/>
                  </a:lnTo>
                  <a:lnTo>
                    <a:pt x="7888" y="1470"/>
                  </a:lnTo>
                  <a:lnTo>
                    <a:pt x="7855" y="1675"/>
                  </a:lnTo>
                  <a:lnTo>
                    <a:pt x="7776" y="1784"/>
                  </a:lnTo>
                  <a:lnTo>
                    <a:pt x="7655" y="1839"/>
                  </a:lnTo>
                  <a:lnTo>
                    <a:pt x="7530" y="1894"/>
                  </a:lnTo>
                  <a:lnTo>
                    <a:pt x="7376" y="2183"/>
                  </a:lnTo>
                  <a:lnTo>
                    <a:pt x="7276" y="2430"/>
                  </a:lnTo>
                  <a:lnTo>
                    <a:pt x="7123" y="2673"/>
                  </a:lnTo>
                  <a:lnTo>
                    <a:pt x="7099" y="2824"/>
                  </a:lnTo>
                  <a:lnTo>
                    <a:pt x="7051" y="3056"/>
                  </a:lnTo>
                  <a:lnTo>
                    <a:pt x="6924" y="3316"/>
                  </a:lnTo>
                  <a:lnTo>
                    <a:pt x="6795" y="3550"/>
                  </a:lnTo>
                  <a:lnTo>
                    <a:pt x="6610" y="3688"/>
                  </a:lnTo>
                  <a:lnTo>
                    <a:pt x="6375" y="3930"/>
                  </a:lnTo>
                  <a:lnTo>
                    <a:pt x="6295" y="4053"/>
                  </a:lnTo>
                  <a:lnTo>
                    <a:pt x="6207" y="4241"/>
                  </a:lnTo>
                  <a:lnTo>
                    <a:pt x="6072" y="4323"/>
                  </a:lnTo>
                  <a:lnTo>
                    <a:pt x="5796" y="4429"/>
                  </a:lnTo>
                  <a:lnTo>
                    <a:pt x="5615" y="4524"/>
                  </a:lnTo>
                  <a:lnTo>
                    <a:pt x="5511" y="4647"/>
                  </a:lnTo>
                  <a:lnTo>
                    <a:pt x="5386" y="4780"/>
                  </a:lnTo>
                  <a:lnTo>
                    <a:pt x="5249" y="4999"/>
                  </a:lnTo>
                  <a:lnTo>
                    <a:pt x="5158" y="5155"/>
                  </a:lnTo>
                  <a:lnTo>
                    <a:pt x="5088" y="5329"/>
                  </a:lnTo>
                  <a:lnTo>
                    <a:pt x="5065" y="5480"/>
                  </a:lnTo>
                  <a:lnTo>
                    <a:pt x="5065" y="5754"/>
                  </a:lnTo>
                  <a:lnTo>
                    <a:pt x="5089" y="5900"/>
                  </a:lnTo>
                  <a:lnTo>
                    <a:pt x="5118" y="6123"/>
                  </a:lnTo>
                  <a:lnTo>
                    <a:pt x="5094" y="6315"/>
                  </a:lnTo>
                  <a:lnTo>
                    <a:pt x="5118" y="6590"/>
                  </a:lnTo>
                  <a:lnTo>
                    <a:pt x="5312" y="6948"/>
                  </a:lnTo>
                  <a:lnTo>
                    <a:pt x="5497" y="7278"/>
                  </a:lnTo>
                  <a:lnTo>
                    <a:pt x="5698" y="7360"/>
                  </a:lnTo>
                  <a:lnTo>
                    <a:pt x="6010" y="7347"/>
                  </a:lnTo>
                  <a:lnTo>
                    <a:pt x="6179" y="7123"/>
                  </a:lnTo>
                  <a:lnTo>
                    <a:pt x="6421" y="6806"/>
                  </a:lnTo>
                  <a:lnTo>
                    <a:pt x="6673" y="6770"/>
                  </a:lnTo>
                  <a:lnTo>
                    <a:pt x="6722" y="7029"/>
                  </a:lnTo>
                  <a:lnTo>
                    <a:pt x="6859" y="7341"/>
                  </a:lnTo>
                  <a:lnTo>
                    <a:pt x="6923" y="7657"/>
                  </a:lnTo>
                  <a:lnTo>
                    <a:pt x="7026" y="7817"/>
                  </a:lnTo>
                  <a:lnTo>
                    <a:pt x="7026" y="8065"/>
                  </a:lnTo>
                  <a:lnTo>
                    <a:pt x="7034" y="8312"/>
                  </a:lnTo>
                  <a:lnTo>
                    <a:pt x="7120" y="8458"/>
                  </a:lnTo>
                  <a:lnTo>
                    <a:pt x="7192" y="8650"/>
                  </a:lnTo>
                  <a:lnTo>
                    <a:pt x="7493" y="8925"/>
                  </a:lnTo>
                  <a:lnTo>
                    <a:pt x="7581" y="8833"/>
                  </a:lnTo>
                  <a:lnTo>
                    <a:pt x="7850" y="8512"/>
                  </a:lnTo>
                  <a:lnTo>
                    <a:pt x="7962" y="8471"/>
                  </a:lnTo>
                  <a:lnTo>
                    <a:pt x="8086" y="8224"/>
                  </a:lnTo>
                  <a:lnTo>
                    <a:pt x="8142" y="7954"/>
                  </a:lnTo>
                  <a:lnTo>
                    <a:pt x="8118" y="7546"/>
                  </a:lnTo>
                  <a:lnTo>
                    <a:pt x="8183" y="7331"/>
                  </a:lnTo>
                  <a:lnTo>
                    <a:pt x="8408" y="7069"/>
                  </a:lnTo>
                  <a:lnTo>
                    <a:pt x="8596" y="6868"/>
                  </a:lnTo>
                  <a:lnTo>
                    <a:pt x="8782" y="6652"/>
                  </a:lnTo>
                  <a:lnTo>
                    <a:pt x="8870" y="6378"/>
                  </a:lnTo>
                  <a:lnTo>
                    <a:pt x="8870" y="6199"/>
                  </a:lnTo>
                  <a:lnTo>
                    <a:pt x="8675" y="6099"/>
                  </a:lnTo>
                  <a:lnTo>
                    <a:pt x="8400" y="5782"/>
                  </a:lnTo>
                  <a:cubicBezTo>
                    <a:pt x="8345" y="5725"/>
                    <a:pt x="8303" y="5638"/>
                    <a:pt x="8280" y="5535"/>
                  </a:cubicBezTo>
                  <a:cubicBezTo>
                    <a:pt x="8253" y="5415"/>
                    <a:pt x="8255" y="5284"/>
                    <a:pt x="8280" y="5163"/>
                  </a:cubicBezTo>
                  <a:cubicBezTo>
                    <a:pt x="8308" y="5024"/>
                    <a:pt x="8366" y="4907"/>
                    <a:pt x="8441" y="4834"/>
                  </a:cubicBezTo>
                  <a:cubicBezTo>
                    <a:pt x="8456" y="4723"/>
                    <a:pt x="8474" y="4613"/>
                    <a:pt x="8494" y="4505"/>
                  </a:cubicBezTo>
                  <a:cubicBezTo>
                    <a:pt x="8510" y="4424"/>
                    <a:pt x="8527" y="4342"/>
                    <a:pt x="8558" y="4276"/>
                  </a:cubicBezTo>
                  <a:cubicBezTo>
                    <a:pt x="8643" y="4100"/>
                    <a:pt x="8795" y="4075"/>
                    <a:pt x="8897" y="4221"/>
                  </a:cubicBezTo>
                  <a:cubicBezTo>
                    <a:pt x="8958" y="4155"/>
                    <a:pt x="9013" y="4077"/>
                    <a:pt x="9061" y="3987"/>
                  </a:cubicBezTo>
                  <a:cubicBezTo>
                    <a:pt x="9136" y="3848"/>
                    <a:pt x="9193" y="3684"/>
                    <a:pt x="9260" y="3534"/>
                  </a:cubicBezTo>
                  <a:cubicBezTo>
                    <a:pt x="9306" y="3430"/>
                    <a:pt x="9356" y="3332"/>
                    <a:pt x="9405" y="3232"/>
                  </a:cubicBezTo>
                  <a:cubicBezTo>
                    <a:pt x="9452" y="3137"/>
                    <a:pt x="9497" y="3041"/>
                    <a:pt x="9542" y="2943"/>
                  </a:cubicBezTo>
                  <a:lnTo>
                    <a:pt x="9832" y="2723"/>
                  </a:lnTo>
                  <a:lnTo>
                    <a:pt x="9993" y="2545"/>
                  </a:lnTo>
                  <a:lnTo>
                    <a:pt x="10111" y="2705"/>
                  </a:lnTo>
                  <a:lnTo>
                    <a:pt x="10183" y="2884"/>
                  </a:lnTo>
                  <a:lnTo>
                    <a:pt x="10183" y="3144"/>
                  </a:lnTo>
                  <a:lnTo>
                    <a:pt x="10098" y="3332"/>
                  </a:lnTo>
                  <a:lnTo>
                    <a:pt x="10098" y="3689"/>
                  </a:lnTo>
                  <a:lnTo>
                    <a:pt x="10082" y="3859"/>
                  </a:lnTo>
                  <a:lnTo>
                    <a:pt x="9930" y="3957"/>
                  </a:lnTo>
                  <a:lnTo>
                    <a:pt x="9906" y="4204"/>
                  </a:lnTo>
                  <a:lnTo>
                    <a:pt x="9849" y="4492"/>
                  </a:lnTo>
                  <a:lnTo>
                    <a:pt x="9683" y="4633"/>
                  </a:lnTo>
                  <a:lnTo>
                    <a:pt x="9586" y="4780"/>
                  </a:lnTo>
                  <a:lnTo>
                    <a:pt x="9482" y="5082"/>
                  </a:lnTo>
                  <a:lnTo>
                    <a:pt x="9514" y="5403"/>
                  </a:lnTo>
                  <a:lnTo>
                    <a:pt x="9716" y="5586"/>
                  </a:lnTo>
                  <a:cubicBezTo>
                    <a:pt x="9796" y="5549"/>
                    <a:pt x="9881" y="5586"/>
                    <a:pt x="9941" y="5682"/>
                  </a:cubicBezTo>
                  <a:cubicBezTo>
                    <a:pt x="9990" y="5760"/>
                    <a:pt x="10017" y="5871"/>
                    <a:pt x="10065" y="5951"/>
                  </a:cubicBezTo>
                  <a:cubicBezTo>
                    <a:pt x="10132" y="6062"/>
                    <a:pt x="10229" y="6103"/>
                    <a:pt x="10318" y="6056"/>
                  </a:cubicBezTo>
                  <a:lnTo>
                    <a:pt x="10508" y="6070"/>
                  </a:lnTo>
                  <a:lnTo>
                    <a:pt x="10731" y="6002"/>
                  </a:lnTo>
                  <a:lnTo>
                    <a:pt x="10946" y="5851"/>
                  </a:lnTo>
                  <a:lnTo>
                    <a:pt x="11105" y="5786"/>
                  </a:lnTo>
                  <a:lnTo>
                    <a:pt x="11391" y="5848"/>
                  </a:lnTo>
                  <a:lnTo>
                    <a:pt x="11503" y="6039"/>
                  </a:lnTo>
                  <a:lnTo>
                    <a:pt x="11785" y="6094"/>
                  </a:lnTo>
                  <a:lnTo>
                    <a:pt x="11854" y="6226"/>
                  </a:lnTo>
                  <a:lnTo>
                    <a:pt x="11801" y="6390"/>
                  </a:lnTo>
                  <a:lnTo>
                    <a:pt x="11600" y="6542"/>
                  </a:lnTo>
                  <a:lnTo>
                    <a:pt x="11427" y="6730"/>
                  </a:lnTo>
                  <a:lnTo>
                    <a:pt x="11242" y="6739"/>
                  </a:lnTo>
                  <a:lnTo>
                    <a:pt x="11084" y="6698"/>
                  </a:lnTo>
                  <a:lnTo>
                    <a:pt x="10942" y="6629"/>
                  </a:lnTo>
                  <a:lnTo>
                    <a:pt x="10752" y="6588"/>
                  </a:lnTo>
                  <a:lnTo>
                    <a:pt x="10578" y="6629"/>
                  </a:lnTo>
                  <a:lnTo>
                    <a:pt x="10435" y="6670"/>
                  </a:lnTo>
                  <a:lnTo>
                    <a:pt x="10291" y="6748"/>
                  </a:lnTo>
                  <a:lnTo>
                    <a:pt x="10218" y="6936"/>
                  </a:lnTo>
                  <a:lnTo>
                    <a:pt x="10315" y="7045"/>
                  </a:lnTo>
                  <a:lnTo>
                    <a:pt x="10580" y="7535"/>
                  </a:lnTo>
                  <a:lnTo>
                    <a:pt x="10580" y="7737"/>
                  </a:lnTo>
                  <a:lnTo>
                    <a:pt x="10500" y="7925"/>
                  </a:lnTo>
                  <a:lnTo>
                    <a:pt x="10333" y="8021"/>
                  </a:lnTo>
                  <a:lnTo>
                    <a:pt x="10285" y="8145"/>
                  </a:lnTo>
                  <a:lnTo>
                    <a:pt x="10181" y="8076"/>
                  </a:lnTo>
                  <a:lnTo>
                    <a:pt x="10133" y="7815"/>
                  </a:lnTo>
                  <a:lnTo>
                    <a:pt x="10012" y="7706"/>
                  </a:lnTo>
                  <a:lnTo>
                    <a:pt x="9771" y="7733"/>
                  </a:lnTo>
                  <a:lnTo>
                    <a:pt x="9701" y="7811"/>
                  </a:lnTo>
                  <a:lnTo>
                    <a:pt x="9701" y="8017"/>
                  </a:lnTo>
                  <a:lnTo>
                    <a:pt x="9581" y="8163"/>
                  </a:lnTo>
                  <a:lnTo>
                    <a:pt x="9597" y="8488"/>
                  </a:lnTo>
                  <a:lnTo>
                    <a:pt x="9637" y="8686"/>
                  </a:lnTo>
                  <a:lnTo>
                    <a:pt x="9693" y="8944"/>
                  </a:lnTo>
                  <a:lnTo>
                    <a:pt x="9588" y="9131"/>
                  </a:lnTo>
                  <a:lnTo>
                    <a:pt x="9435" y="9310"/>
                  </a:lnTo>
                  <a:lnTo>
                    <a:pt x="9298" y="9530"/>
                  </a:lnTo>
                  <a:lnTo>
                    <a:pt x="9180" y="9627"/>
                  </a:lnTo>
                  <a:lnTo>
                    <a:pt x="9092" y="9735"/>
                  </a:lnTo>
                  <a:lnTo>
                    <a:pt x="8983" y="9736"/>
                  </a:lnTo>
                  <a:cubicBezTo>
                    <a:pt x="8962" y="9703"/>
                    <a:pt x="8942" y="9671"/>
                    <a:pt x="8921" y="9640"/>
                  </a:cubicBezTo>
                  <a:cubicBezTo>
                    <a:pt x="8891" y="9595"/>
                    <a:pt x="8861" y="9551"/>
                    <a:pt x="8830" y="9508"/>
                  </a:cubicBezTo>
                  <a:lnTo>
                    <a:pt x="8564" y="9467"/>
                  </a:lnTo>
                  <a:lnTo>
                    <a:pt x="8300" y="9659"/>
                  </a:lnTo>
                  <a:lnTo>
                    <a:pt x="7986" y="9865"/>
                  </a:lnTo>
                  <a:lnTo>
                    <a:pt x="7905" y="9974"/>
                  </a:lnTo>
                  <a:lnTo>
                    <a:pt x="7739" y="10070"/>
                  </a:lnTo>
                  <a:lnTo>
                    <a:pt x="7634" y="10001"/>
                  </a:lnTo>
                  <a:lnTo>
                    <a:pt x="7465" y="9864"/>
                  </a:lnTo>
                  <a:lnTo>
                    <a:pt x="7314" y="9781"/>
                  </a:lnTo>
                  <a:lnTo>
                    <a:pt x="7226" y="9644"/>
                  </a:lnTo>
                  <a:lnTo>
                    <a:pt x="7149" y="9740"/>
                  </a:lnTo>
                  <a:lnTo>
                    <a:pt x="6975" y="9746"/>
                  </a:lnTo>
                  <a:lnTo>
                    <a:pt x="6769" y="9966"/>
                  </a:lnTo>
                  <a:lnTo>
                    <a:pt x="6586" y="9828"/>
                  </a:lnTo>
                  <a:lnTo>
                    <a:pt x="6498" y="9655"/>
                  </a:lnTo>
                  <a:lnTo>
                    <a:pt x="6359" y="9499"/>
                  </a:lnTo>
                  <a:lnTo>
                    <a:pt x="6246" y="9210"/>
                  </a:lnTo>
                  <a:lnTo>
                    <a:pt x="6332" y="9059"/>
                  </a:lnTo>
                  <a:lnTo>
                    <a:pt x="6468" y="9059"/>
                  </a:lnTo>
                  <a:lnTo>
                    <a:pt x="6436" y="9269"/>
                  </a:lnTo>
                  <a:lnTo>
                    <a:pt x="6594" y="9356"/>
                  </a:lnTo>
                  <a:lnTo>
                    <a:pt x="6642" y="9122"/>
                  </a:lnTo>
                  <a:lnTo>
                    <a:pt x="6779" y="9264"/>
                  </a:lnTo>
                  <a:lnTo>
                    <a:pt x="6939" y="9386"/>
                  </a:lnTo>
                  <a:lnTo>
                    <a:pt x="7020" y="9181"/>
                  </a:lnTo>
                  <a:lnTo>
                    <a:pt x="7095" y="8939"/>
                  </a:lnTo>
                  <a:lnTo>
                    <a:pt x="7009" y="8646"/>
                  </a:lnTo>
                  <a:lnTo>
                    <a:pt x="6883" y="8491"/>
                  </a:lnTo>
                  <a:lnTo>
                    <a:pt x="6741" y="8555"/>
                  </a:lnTo>
                  <a:lnTo>
                    <a:pt x="6645" y="8802"/>
                  </a:lnTo>
                  <a:lnTo>
                    <a:pt x="6668" y="8966"/>
                  </a:lnTo>
                  <a:lnTo>
                    <a:pt x="6572" y="8980"/>
                  </a:lnTo>
                  <a:lnTo>
                    <a:pt x="6524" y="8733"/>
                  </a:lnTo>
                  <a:lnTo>
                    <a:pt x="6425" y="8870"/>
                  </a:lnTo>
                  <a:lnTo>
                    <a:pt x="6282" y="8896"/>
                  </a:lnTo>
                  <a:lnTo>
                    <a:pt x="6298" y="8622"/>
                  </a:lnTo>
                  <a:lnTo>
                    <a:pt x="6338" y="8473"/>
                  </a:lnTo>
                  <a:lnTo>
                    <a:pt x="6394" y="8309"/>
                  </a:lnTo>
                  <a:lnTo>
                    <a:pt x="6394" y="7953"/>
                  </a:lnTo>
                  <a:lnTo>
                    <a:pt x="6380" y="7651"/>
                  </a:lnTo>
                  <a:lnTo>
                    <a:pt x="6254" y="7719"/>
                  </a:lnTo>
                  <a:lnTo>
                    <a:pt x="6189" y="7989"/>
                  </a:lnTo>
                  <a:lnTo>
                    <a:pt x="6096" y="8126"/>
                  </a:lnTo>
                  <a:lnTo>
                    <a:pt x="5932" y="8300"/>
                  </a:lnTo>
                  <a:lnTo>
                    <a:pt x="5836" y="8520"/>
                  </a:lnTo>
                  <a:lnTo>
                    <a:pt x="5819" y="8717"/>
                  </a:lnTo>
                  <a:lnTo>
                    <a:pt x="5921" y="8917"/>
                  </a:lnTo>
                  <a:lnTo>
                    <a:pt x="5974" y="9081"/>
                  </a:lnTo>
                  <a:lnTo>
                    <a:pt x="5934" y="9324"/>
                  </a:lnTo>
                  <a:lnTo>
                    <a:pt x="6004" y="9512"/>
                  </a:lnTo>
                  <a:lnTo>
                    <a:pt x="6235" y="9416"/>
                  </a:lnTo>
                  <a:lnTo>
                    <a:pt x="6253" y="9581"/>
                  </a:lnTo>
                  <a:lnTo>
                    <a:pt x="6088" y="9704"/>
                  </a:lnTo>
                  <a:lnTo>
                    <a:pt x="6016" y="9787"/>
                  </a:lnTo>
                  <a:lnTo>
                    <a:pt x="5983" y="10057"/>
                  </a:lnTo>
                  <a:lnTo>
                    <a:pt x="5865" y="10144"/>
                  </a:lnTo>
                  <a:lnTo>
                    <a:pt x="5664" y="10172"/>
                  </a:lnTo>
                  <a:lnTo>
                    <a:pt x="5506" y="10172"/>
                  </a:lnTo>
                  <a:lnTo>
                    <a:pt x="5370" y="10240"/>
                  </a:lnTo>
                  <a:lnTo>
                    <a:pt x="5273" y="10337"/>
                  </a:lnTo>
                  <a:lnTo>
                    <a:pt x="5101" y="10364"/>
                  </a:lnTo>
                  <a:lnTo>
                    <a:pt x="5002" y="10364"/>
                  </a:lnTo>
                  <a:lnTo>
                    <a:pt x="4982" y="10538"/>
                  </a:lnTo>
                  <a:lnTo>
                    <a:pt x="4867" y="10739"/>
                  </a:lnTo>
                  <a:lnTo>
                    <a:pt x="4738" y="10945"/>
                  </a:lnTo>
                  <a:lnTo>
                    <a:pt x="4563" y="11169"/>
                  </a:lnTo>
                  <a:lnTo>
                    <a:pt x="4385" y="11316"/>
                  </a:lnTo>
                  <a:lnTo>
                    <a:pt x="4328" y="11463"/>
                  </a:lnTo>
                  <a:lnTo>
                    <a:pt x="4152" y="11706"/>
                  </a:lnTo>
                  <a:lnTo>
                    <a:pt x="4065" y="11719"/>
                  </a:lnTo>
                  <a:lnTo>
                    <a:pt x="3934" y="11751"/>
                  </a:lnTo>
                  <a:lnTo>
                    <a:pt x="3849" y="11911"/>
                  </a:lnTo>
                  <a:lnTo>
                    <a:pt x="3781" y="12158"/>
                  </a:lnTo>
                  <a:lnTo>
                    <a:pt x="3725" y="12255"/>
                  </a:lnTo>
                  <a:lnTo>
                    <a:pt x="3603" y="12585"/>
                  </a:lnTo>
                  <a:lnTo>
                    <a:pt x="3316" y="12676"/>
                  </a:lnTo>
                  <a:lnTo>
                    <a:pt x="3265" y="12951"/>
                  </a:lnTo>
                  <a:lnTo>
                    <a:pt x="3134" y="12987"/>
                  </a:lnTo>
                  <a:lnTo>
                    <a:pt x="3035" y="12919"/>
                  </a:lnTo>
                  <a:lnTo>
                    <a:pt x="2939" y="12754"/>
                  </a:lnTo>
                  <a:cubicBezTo>
                    <a:pt x="2886" y="12812"/>
                    <a:pt x="2837" y="12876"/>
                    <a:pt x="2790" y="12947"/>
                  </a:cubicBezTo>
                  <a:cubicBezTo>
                    <a:pt x="2744" y="13015"/>
                    <a:pt x="2702" y="13088"/>
                    <a:pt x="2663" y="13166"/>
                  </a:cubicBezTo>
                  <a:lnTo>
                    <a:pt x="2511" y="13235"/>
                  </a:lnTo>
                  <a:lnTo>
                    <a:pt x="2334" y="13327"/>
                  </a:lnTo>
                  <a:lnTo>
                    <a:pt x="2256" y="13258"/>
                  </a:lnTo>
                  <a:lnTo>
                    <a:pt x="2079" y="13176"/>
                  </a:lnTo>
                  <a:lnTo>
                    <a:pt x="1886" y="13313"/>
                  </a:lnTo>
                  <a:lnTo>
                    <a:pt x="1701" y="13451"/>
                  </a:lnTo>
                  <a:lnTo>
                    <a:pt x="1776" y="13589"/>
                  </a:lnTo>
                  <a:lnTo>
                    <a:pt x="1890" y="13693"/>
                  </a:lnTo>
                  <a:lnTo>
                    <a:pt x="2105" y="13776"/>
                  </a:lnTo>
                  <a:lnTo>
                    <a:pt x="2379" y="13955"/>
                  </a:lnTo>
                  <a:lnTo>
                    <a:pt x="2554" y="14129"/>
                  </a:lnTo>
                  <a:lnTo>
                    <a:pt x="2659" y="14413"/>
                  </a:lnTo>
                  <a:lnTo>
                    <a:pt x="2704" y="14587"/>
                  </a:lnTo>
                  <a:lnTo>
                    <a:pt x="2768" y="14861"/>
                  </a:lnTo>
                  <a:lnTo>
                    <a:pt x="2792" y="15475"/>
                  </a:lnTo>
                  <a:lnTo>
                    <a:pt x="2771" y="15814"/>
                  </a:lnTo>
                  <a:cubicBezTo>
                    <a:pt x="2745" y="15996"/>
                    <a:pt x="2708" y="16172"/>
                    <a:pt x="2661" y="16341"/>
                  </a:cubicBezTo>
                  <a:cubicBezTo>
                    <a:pt x="2629" y="16460"/>
                    <a:pt x="2591" y="16574"/>
                    <a:pt x="2549" y="16684"/>
                  </a:cubicBezTo>
                  <a:lnTo>
                    <a:pt x="2342" y="16817"/>
                  </a:lnTo>
                  <a:lnTo>
                    <a:pt x="2030" y="16830"/>
                  </a:lnTo>
                  <a:lnTo>
                    <a:pt x="1856" y="16830"/>
                  </a:lnTo>
                  <a:lnTo>
                    <a:pt x="1549" y="16804"/>
                  </a:lnTo>
                  <a:lnTo>
                    <a:pt x="1329" y="16707"/>
                  </a:lnTo>
                  <a:lnTo>
                    <a:pt x="970" y="16537"/>
                  </a:lnTo>
                  <a:lnTo>
                    <a:pt x="739" y="16469"/>
                  </a:lnTo>
                  <a:lnTo>
                    <a:pt x="478" y="16547"/>
                  </a:lnTo>
                  <a:lnTo>
                    <a:pt x="293" y="16647"/>
                  </a:lnTo>
                  <a:lnTo>
                    <a:pt x="164" y="17042"/>
                  </a:lnTo>
                  <a:lnTo>
                    <a:pt x="199" y="17371"/>
                  </a:lnTo>
                  <a:lnTo>
                    <a:pt x="231" y="17765"/>
                  </a:lnTo>
                  <a:lnTo>
                    <a:pt x="199" y="18217"/>
                  </a:lnTo>
                  <a:lnTo>
                    <a:pt x="86" y="18602"/>
                  </a:lnTo>
                  <a:lnTo>
                    <a:pt x="24" y="19028"/>
                  </a:lnTo>
                  <a:lnTo>
                    <a:pt x="0" y="19390"/>
                  </a:lnTo>
                  <a:lnTo>
                    <a:pt x="32" y="19623"/>
                  </a:lnTo>
                  <a:lnTo>
                    <a:pt x="105" y="19880"/>
                  </a:lnTo>
                  <a:lnTo>
                    <a:pt x="97" y="20137"/>
                  </a:lnTo>
                  <a:lnTo>
                    <a:pt x="40" y="20343"/>
                  </a:lnTo>
                  <a:lnTo>
                    <a:pt x="81" y="20612"/>
                  </a:lnTo>
                  <a:lnTo>
                    <a:pt x="245" y="20708"/>
                  </a:lnTo>
                  <a:lnTo>
                    <a:pt x="417" y="20644"/>
                  </a:lnTo>
                  <a:lnTo>
                    <a:pt x="624" y="20794"/>
                  </a:lnTo>
                  <a:lnTo>
                    <a:pt x="693" y="20881"/>
                  </a:lnTo>
                  <a:lnTo>
                    <a:pt x="1007" y="21211"/>
                  </a:lnTo>
                  <a:lnTo>
                    <a:pt x="1064" y="21408"/>
                  </a:lnTo>
                  <a:lnTo>
                    <a:pt x="1160" y="21436"/>
                  </a:lnTo>
                  <a:lnTo>
                    <a:pt x="1241" y="21600"/>
                  </a:lnTo>
                  <a:lnTo>
                    <a:pt x="1286" y="21437"/>
                  </a:lnTo>
                  <a:lnTo>
                    <a:pt x="1286" y="21236"/>
                  </a:lnTo>
                  <a:lnTo>
                    <a:pt x="1358" y="21119"/>
                  </a:lnTo>
                  <a:lnTo>
                    <a:pt x="1562" y="21092"/>
                  </a:lnTo>
                  <a:lnTo>
                    <a:pt x="1667" y="21105"/>
                  </a:lnTo>
                  <a:cubicBezTo>
                    <a:pt x="1731" y="21119"/>
                    <a:pt x="1796" y="21128"/>
                    <a:pt x="1860" y="21133"/>
                  </a:cubicBezTo>
                  <a:cubicBezTo>
                    <a:pt x="1936" y="21139"/>
                    <a:pt x="2011" y="21139"/>
                    <a:pt x="2086" y="21133"/>
                  </a:cubicBezTo>
                  <a:lnTo>
                    <a:pt x="2247" y="21051"/>
                  </a:lnTo>
                  <a:lnTo>
                    <a:pt x="2333" y="20941"/>
                  </a:lnTo>
                  <a:lnTo>
                    <a:pt x="2422" y="20693"/>
                  </a:lnTo>
                  <a:lnTo>
                    <a:pt x="2519" y="20556"/>
                  </a:lnTo>
                  <a:lnTo>
                    <a:pt x="2655" y="20387"/>
                  </a:lnTo>
                  <a:lnTo>
                    <a:pt x="2784" y="20214"/>
                  </a:lnTo>
                  <a:lnTo>
                    <a:pt x="2897" y="20063"/>
                  </a:lnTo>
                  <a:lnTo>
                    <a:pt x="2921" y="19885"/>
                  </a:lnTo>
                  <a:lnTo>
                    <a:pt x="2921" y="19541"/>
                  </a:lnTo>
                  <a:lnTo>
                    <a:pt x="2969" y="19349"/>
                  </a:lnTo>
                  <a:lnTo>
                    <a:pt x="3039" y="19161"/>
                  </a:lnTo>
                  <a:lnTo>
                    <a:pt x="3241" y="18748"/>
                  </a:lnTo>
                  <a:lnTo>
                    <a:pt x="3257" y="18515"/>
                  </a:lnTo>
                  <a:cubicBezTo>
                    <a:pt x="3267" y="18464"/>
                    <a:pt x="3283" y="18417"/>
                    <a:pt x="3305" y="18379"/>
                  </a:cubicBezTo>
                  <a:cubicBezTo>
                    <a:pt x="3367" y="18269"/>
                    <a:pt x="3459" y="18240"/>
                    <a:pt x="3541" y="18187"/>
                  </a:cubicBezTo>
                  <a:cubicBezTo>
                    <a:pt x="3616" y="18139"/>
                    <a:pt x="3685" y="18071"/>
                    <a:pt x="3745" y="17985"/>
                  </a:cubicBezTo>
                  <a:lnTo>
                    <a:pt x="3923" y="17728"/>
                  </a:lnTo>
                  <a:lnTo>
                    <a:pt x="4081" y="17581"/>
                  </a:lnTo>
                  <a:lnTo>
                    <a:pt x="4167" y="17554"/>
                  </a:lnTo>
                  <a:lnTo>
                    <a:pt x="4059" y="17247"/>
                  </a:lnTo>
                  <a:lnTo>
                    <a:pt x="3955" y="17261"/>
                  </a:lnTo>
                  <a:lnTo>
                    <a:pt x="3938" y="16973"/>
                  </a:lnTo>
                  <a:lnTo>
                    <a:pt x="4118" y="16859"/>
                  </a:lnTo>
                  <a:lnTo>
                    <a:pt x="4354" y="16726"/>
                  </a:lnTo>
                  <a:lnTo>
                    <a:pt x="4432" y="16658"/>
                  </a:lnTo>
                  <a:lnTo>
                    <a:pt x="4620" y="16554"/>
                  </a:lnTo>
                  <a:lnTo>
                    <a:pt x="4738" y="16663"/>
                  </a:lnTo>
                  <a:lnTo>
                    <a:pt x="4945" y="16842"/>
                  </a:lnTo>
                  <a:lnTo>
                    <a:pt x="5057" y="16801"/>
                  </a:lnTo>
                  <a:lnTo>
                    <a:pt x="5270" y="16614"/>
                  </a:lnTo>
                  <a:cubicBezTo>
                    <a:pt x="5348" y="16588"/>
                    <a:pt x="5424" y="16547"/>
                    <a:pt x="5495" y="16490"/>
                  </a:cubicBezTo>
                  <a:cubicBezTo>
                    <a:pt x="5582" y="16422"/>
                    <a:pt x="5661" y="16332"/>
                    <a:pt x="5732" y="16224"/>
                  </a:cubicBezTo>
                  <a:lnTo>
                    <a:pt x="5896" y="16096"/>
                  </a:lnTo>
                  <a:lnTo>
                    <a:pt x="6009" y="16027"/>
                  </a:lnTo>
                  <a:lnTo>
                    <a:pt x="6185" y="15959"/>
                  </a:lnTo>
                  <a:lnTo>
                    <a:pt x="6336" y="16187"/>
                  </a:lnTo>
                  <a:lnTo>
                    <a:pt x="6513" y="16558"/>
                  </a:lnTo>
                  <a:lnTo>
                    <a:pt x="6478" y="16957"/>
                  </a:lnTo>
                  <a:lnTo>
                    <a:pt x="6566" y="17191"/>
                  </a:lnTo>
                  <a:cubicBezTo>
                    <a:pt x="6627" y="17266"/>
                    <a:pt x="6693" y="17327"/>
                    <a:pt x="6762" y="17374"/>
                  </a:cubicBezTo>
                  <a:cubicBezTo>
                    <a:pt x="6828" y="17418"/>
                    <a:pt x="6896" y="17449"/>
                    <a:pt x="6961" y="17493"/>
                  </a:cubicBezTo>
                  <a:cubicBezTo>
                    <a:pt x="7076" y="17571"/>
                    <a:pt x="7181" y="17688"/>
                    <a:pt x="7268" y="17837"/>
                  </a:cubicBezTo>
                  <a:lnTo>
                    <a:pt x="7381" y="17960"/>
                  </a:lnTo>
                  <a:lnTo>
                    <a:pt x="7502" y="18097"/>
                  </a:lnTo>
                  <a:lnTo>
                    <a:pt x="7652" y="18230"/>
                  </a:lnTo>
                  <a:lnTo>
                    <a:pt x="7765" y="18312"/>
                  </a:lnTo>
                  <a:lnTo>
                    <a:pt x="7950" y="18500"/>
                  </a:lnTo>
                  <a:lnTo>
                    <a:pt x="8004" y="18619"/>
                  </a:lnTo>
                  <a:lnTo>
                    <a:pt x="8122" y="18894"/>
                  </a:lnTo>
                  <a:lnTo>
                    <a:pt x="8273" y="19251"/>
                  </a:lnTo>
                  <a:lnTo>
                    <a:pt x="8399" y="19535"/>
                  </a:lnTo>
                  <a:lnTo>
                    <a:pt x="8203" y="19705"/>
                  </a:lnTo>
                  <a:lnTo>
                    <a:pt x="8232" y="19896"/>
                  </a:lnTo>
                  <a:lnTo>
                    <a:pt x="8184" y="20192"/>
                  </a:lnTo>
                  <a:lnTo>
                    <a:pt x="8313" y="20256"/>
                  </a:lnTo>
                  <a:lnTo>
                    <a:pt x="8369" y="20092"/>
                  </a:lnTo>
                  <a:lnTo>
                    <a:pt x="8471" y="19927"/>
                  </a:lnTo>
                  <a:lnTo>
                    <a:pt x="8584" y="19703"/>
                  </a:lnTo>
                  <a:lnTo>
                    <a:pt x="8621" y="19542"/>
                  </a:lnTo>
                  <a:lnTo>
                    <a:pt x="8570" y="19314"/>
                  </a:lnTo>
                  <a:lnTo>
                    <a:pt x="8522" y="19090"/>
                  </a:lnTo>
                  <a:lnTo>
                    <a:pt x="8493" y="18927"/>
                  </a:lnTo>
                  <a:lnTo>
                    <a:pt x="8573" y="18716"/>
                  </a:lnTo>
                  <a:lnTo>
                    <a:pt x="8735" y="18702"/>
                  </a:lnTo>
                  <a:lnTo>
                    <a:pt x="8831" y="18752"/>
                  </a:lnTo>
                  <a:lnTo>
                    <a:pt x="8888" y="18876"/>
                  </a:lnTo>
                  <a:lnTo>
                    <a:pt x="9070" y="18944"/>
                  </a:lnTo>
                  <a:lnTo>
                    <a:pt x="9159" y="18880"/>
                  </a:lnTo>
                  <a:lnTo>
                    <a:pt x="9054" y="18697"/>
                  </a:lnTo>
                  <a:lnTo>
                    <a:pt x="8898" y="18523"/>
                  </a:lnTo>
                  <a:lnTo>
                    <a:pt x="8594" y="18261"/>
                  </a:lnTo>
                  <a:lnTo>
                    <a:pt x="8368" y="18041"/>
                  </a:lnTo>
                  <a:lnTo>
                    <a:pt x="8097" y="17835"/>
                  </a:lnTo>
                  <a:lnTo>
                    <a:pt x="7917" y="17422"/>
                  </a:lnTo>
                  <a:lnTo>
                    <a:pt x="7716" y="17353"/>
                  </a:lnTo>
                  <a:lnTo>
                    <a:pt x="7485" y="16964"/>
                  </a:lnTo>
                  <a:lnTo>
                    <a:pt x="7541" y="16565"/>
                  </a:lnTo>
                  <a:lnTo>
                    <a:pt x="7398" y="16378"/>
                  </a:lnTo>
                  <a:lnTo>
                    <a:pt x="7222" y="16240"/>
                  </a:lnTo>
                  <a:lnTo>
                    <a:pt x="6975" y="15938"/>
                  </a:lnTo>
                  <a:lnTo>
                    <a:pt x="6974" y="15498"/>
                  </a:lnTo>
                  <a:lnTo>
                    <a:pt x="7213" y="15265"/>
                  </a:lnTo>
                  <a:lnTo>
                    <a:pt x="7388" y="15320"/>
                  </a:lnTo>
                  <a:lnTo>
                    <a:pt x="7527" y="15712"/>
                  </a:lnTo>
                  <a:lnTo>
                    <a:pt x="7790" y="15919"/>
                  </a:lnTo>
                  <a:cubicBezTo>
                    <a:pt x="7896" y="15936"/>
                    <a:pt x="7997" y="15992"/>
                    <a:pt x="8089" y="16084"/>
                  </a:cubicBezTo>
                  <a:cubicBezTo>
                    <a:pt x="8148" y="16143"/>
                    <a:pt x="8203" y="16217"/>
                    <a:pt x="8250" y="16304"/>
                  </a:cubicBezTo>
                  <a:lnTo>
                    <a:pt x="8390" y="16623"/>
                  </a:lnTo>
                  <a:lnTo>
                    <a:pt x="8497" y="16783"/>
                  </a:lnTo>
                  <a:lnTo>
                    <a:pt x="8659" y="16893"/>
                  </a:lnTo>
                  <a:cubicBezTo>
                    <a:pt x="8718" y="16911"/>
                    <a:pt x="8777" y="16939"/>
                    <a:pt x="8833" y="16975"/>
                  </a:cubicBezTo>
                  <a:cubicBezTo>
                    <a:pt x="8886" y="17009"/>
                    <a:pt x="8937" y="17050"/>
                    <a:pt x="8986" y="17098"/>
                  </a:cubicBezTo>
                  <a:lnTo>
                    <a:pt x="9201" y="17368"/>
                  </a:lnTo>
                  <a:lnTo>
                    <a:pt x="9367" y="17642"/>
                  </a:lnTo>
                  <a:lnTo>
                    <a:pt x="9448" y="18069"/>
                  </a:lnTo>
                  <a:lnTo>
                    <a:pt x="9472" y="18476"/>
                  </a:lnTo>
                  <a:lnTo>
                    <a:pt x="9480" y="18860"/>
                  </a:lnTo>
                  <a:lnTo>
                    <a:pt x="9606" y="19231"/>
                  </a:lnTo>
                  <a:lnTo>
                    <a:pt x="9708" y="19433"/>
                  </a:lnTo>
                  <a:lnTo>
                    <a:pt x="9931" y="19550"/>
                  </a:lnTo>
                  <a:lnTo>
                    <a:pt x="10097" y="19631"/>
                  </a:lnTo>
                  <a:lnTo>
                    <a:pt x="10223" y="19645"/>
                  </a:lnTo>
                  <a:lnTo>
                    <a:pt x="10379" y="19791"/>
                  </a:lnTo>
                  <a:lnTo>
                    <a:pt x="10473" y="19924"/>
                  </a:lnTo>
                  <a:lnTo>
                    <a:pt x="10384" y="20183"/>
                  </a:lnTo>
                  <a:lnTo>
                    <a:pt x="10159" y="20128"/>
                  </a:lnTo>
                  <a:lnTo>
                    <a:pt x="10073" y="20243"/>
                  </a:lnTo>
                  <a:lnTo>
                    <a:pt x="10193" y="20472"/>
                  </a:lnTo>
                  <a:lnTo>
                    <a:pt x="10266" y="20815"/>
                  </a:lnTo>
                  <a:cubicBezTo>
                    <a:pt x="10273" y="20912"/>
                    <a:pt x="10304" y="20999"/>
                    <a:pt x="10352" y="21053"/>
                  </a:cubicBezTo>
                  <a:cubicBezTo>
                    <a:pt x="10384" y="21090"/>
                    <a:pt x="10423" y="21109"/>
                    <a:pt x="10462" y="21108"/>
                  </a:cubicBezTo>
                  <a:lnTo>
                    <a:pt x="10696" y="20998"/>
                  </a:lnTo>
                  <a:lnTo>
                    <a:pt x="10712" y="20701"/>
                  </a:lnTo>
                  <a:cubicBezTo>
                    <a:pt x="10707" y="20596"/>
                    <a:pt x="10707" y="20491"/>
                    <a:pt x="10712" y="20387"/>
                  </a:cubicBezTo>
                  <a:cubicBezTo>
                    <a:pt x="10716" y="20296"/>
                    <a:pt x="10724" y="20206"/>
                    <a:pt x="10736" y="20117"/>
                  </a:cubicBezTo>
                  <a:cubicBezTo>
                    <a:pt x="10735" y="20034"/>
                    <a:pt x="10727" y="19953"/>
                    <a:pt x="10712" y="19874"/>
                  </a:cubicBezTo>
                  <a:cubicBezTo>
                    <a:pt x="10684" y="19724"/>
                    <a:pt x="10633" y="19589"/>
                    <a:pt x="10564" y="19484"/>
                  </a:cubicBezTo>
                  <a:lnTo>
                    <a:pt x="10443" y="19117"/>
                  </a:lnTo>
                  <a:cubicBezTo>
                    <a:pt x="10405" y="19035"/>
                    <a:pt x="10398" y="18922"/>
                    <a:pt x="10427" y="18829"/>
                  </a:cubicBezTo>
                  <a:cubicBezTo>
                    <a:pt x="10451" y="18751"/>
                    <a:pt x="10497" y="18700"/>
                    <a:pt x="10548" y="18692"/>
                  </a:cubicBezTo>
                  <a:lnTo>
                    <a:pt x="10680" y="18705"/>
                  </a:lnTo>
                  <a:lnTo>
                    <a:pt x="10811" y="18765"/>
                  </a:lnTo>
                  <a:lnTo>
                    <a:pt x="10929" y="18911"/>
                  </a:lnTo>
                  <a:lnTo>
                    <a:pt x="10953" y="18597"/>
                  </a:lnTo>
                  <a:lnTo>
                    <a:pt x="11025" y="18391"/>
                  </a:lnTo>
                  <a:lnTo>
                    <a:pt x="11310" y="18336"/>
                  </a:lnTo>
                  <a:lnTo>
                    <a:pt x="11533" y="18336"/>
                  </a:lnTo>
                  <a:lnTo>
                    <a:pt x="11766" y="18570"/>
                  </a:lnTo>
                  <a:lnTo>
                    <a:pt x="11991" y="18469"/>
                  </a:lnTo>
                  <a:lnTo>
                    <a:pt x="12104" y="18400"/>
                  </a:lnTo>
                  <a:lnTo>
                    <a:pt x="12392" y="18317"/>
                  </a:lnTo>
                  <a:lnTo>
                    <a:pt x="12469" y="18171"/>
                  </a:lnTo>
                  <a:cubicBezTo>
                    <a:pt x="12441" y="18118"/>
                    <a:pt x="12413" y="18066"/>
                    <a:pt x="12383" y="18015"/>
                  </a:cubicBezTo>
                  <a:cubicBezTo>
                    <a:pt x="12320" y="17907"/>
                    <a:pt x="12252" y="17806"/>
                    <a:pt x="12181" y="17713"/>
                  </a:cubicBezTo>
                  <a:cubicBezTo>
                    <a:pt x="12169" y="17590"/>
                    <a:pt x="12166" y="17465"/>
                    <a:pt x="12173" y="17342"/>
                  </a:cubicBezTo>
                  <a:cubicBezTo>
                    <a:pt x="12182" y="17201"/>
                    <a:pt x="12204" y="17063"/>
                    <a:pt x="12238" y="16934"/>
                  </a:cubicBezTo>
                  <a:lnTo>
                    <a:pt x="12262" y="16700"/>
                  </a:lnTo>
                  <a:lnTo>
                    <a:pt x="12383" y="16233"/>
                  </a:lnTo>
                  <a:lnTo>
                    <a:pt x="12447" y="15904"/>
                  </a:lnTo>
                  <a:lnTo>
                    <a:pt x="12552" y="15455"/>
                  </a:lnTo>
                  <a:lnTo>
                    <a:pt x="12671" y="15194"/>
                  </a:lnTo>
                  <a:lnTo>
                    <a:pt x="12888" y="14822"/>
                  </a:lnTo>
                  <a:lnTo>
                    <a:pt x="13179" y="14607"/>
                  </a:lnTo>
                  <a:lnTo>
                    <a:pt x="13407" y="14414"/>
                  </a:lnTo>
                  <a:lnTo>
                    <a:pt x="13485" y="14588"/>
                  </a:lnTo>
                  <a:lnTo>
                    <a:pt x="13485" y="14898"/>
                  </a:lnTo>
                  <a:lnTo>
                    <a:pt x="13692" y="14926"/>
                  </a:lnTo>
                  <a:lnTo>
                    <a:pt x="13794" y="15008"/>
                  </a:lnTo>
                  <a:lnTo>
                    <a:pt x="13842" y="15254"/>
                  </a:lnTo>
                  <a:lnTo>
                    <a:pt x="13659" y="15264"/>
                  </a:lnTo>
                  <a:lnTo>
                    <a:pt x="13643" y="15414"/>
                  </a:lnTo>
                  <a:lnTo>
                    <a:pt x="13845" y="15703"/>
                  </a:lnTo>
                  <a:lnTo>
                    <a:pt x="13960" y="15946"/>
                  </a:lnTo>
                  <a:lnTo>
                    <a:pt x="14162" y="15979"/>
                  </a:lnTo>
                  <a:lnTo>
                    <a:pt x="14250" y="15857"/>
                  </a:lnTo>
                  <a:lnTo>
                    <a:pt x="14403" y="15678"/>
                  </a:lnTo>
                  <a:lnTo>
                    <a:pt x="14752" y="15546"/>
                  </a:lnTo>
                  <a:lnTo>
                    <a:pt x="14728" y="15315"/>
                  </a:lnTo>
                  <a:lnTo>
                    <a:pt x="14639" y="15250"/>
                  </a:lnTo>
                  <a:lnTo>
                    <a:pt x="14489" y="15305"/>
                  </a:lnTo>
                  <a:cubicBezTo>
                    <a:pt x="14437" y="15251"/>
                    <a:pt x="14386" y="15193"/>
                    <a:pt x="14336" y="15132"/>
                  </a:cubicBezTo>
                  <a:cubicBezTo>
                    <a:pt x="14301" y="15088"/>
                    <a:pt x="14266" y="15042"/>
                    <a:pt x="14232" y="14994"/>
                  </a:cubicBezTo>
                  <a:lnTo>
                    <a:pt x="14288" y="14817"/>
                  </a:lnTo>
                  <a:lnTo>
                    <a:pt x="14447" y="14721"/>
                  </a:lnTo>
                  <a:lnTo>
                    <a:pt x="14613" y="14569"/>
                  </a:lnTo>
                  <a:lnTo>
                    <a:pt x="14824" y="14382"/>
                  </a:lnTo>
                  <a:lnTo>
                    <a:pt x="14966" y="14231"/>
                  </a:lnTo>
                  <a:lnTo>
                    <a:pt x="15155" y="14089"/>
                  </a:lnTo>
                  <a:lnTo>
                    <a:pt x="15299" y="14048"/>
                  </a:lnTo>
                  <a:lnTo>
                    <a:pt x="15474" y="14204"/>
                  </a:lnTo>
                  <a:lnTo>
                    <a:pt x="15391" y="14386"/>
                  </a:lnTo>
                  <a:lnTo>
                    <a:pt x="15273" y="14666"/>
                  </a:lnTo>
                  <a:lnTo>
                    <a:pt x="15265" y="14990"/>
                  </a:lnTo>
                  <a:lnTo>
                    <a:pt x="15230" y="15325"/>
                  </a:lnTo>
                  <a:lnTo>
                    <a:pt x="15118" y="15517"/>
                  </a:lnTo>
                  <a:lnTo>
                    <a:pt x="15096" y="15705"/>
                  </a:lnTo>
                  <a:lnTo>
                    <a:pt x="15233" y="15800"/>
                  </a:lnTo>
                  <a:cubicBezTo>
                    <a:pt x="15284" y="15813"/>
                    <a:pt x="15335" y="15836"/>
                    <a:pt x="15383" y="15869"/>
                  </a:cubicBezTo>
                  <a:cubicBezTo>
                    <a:pt x="15456" y="15919"/>
                    <a:pt x="15524" y="15992"/>
                    <a:pt x="15582" y="16084"/>
                  </a:cubicBezTo>
                  <a:lnTo>
                    <a:pt x="15792" y="16341"/>
                  </a:lnTo>
                  <a:lnTo>
                    <a:pt x="16009" y="16409"/>
                  </a:lnTo>
                  <a:lnTo>
                    <a:pt x="16163" y="16684"/>
                  </a:lnTo>
                  <a:lnTo>
                    <a:pt x="16364" y="16863"/>
                  </a:lnTo>
                  <a:lnTo>
                    <a:pt x="16519" y="17063"/>
                  </a:lnTo>
                  <a:lnTo>
                    <a:pt x="16602" y="17384"/>
                  </a:lnTo>
                  <a:lnTo>
                    <a:pt x="16900" y="17421"/>
                  </a:lnTo>
                  <a:lnTo>
                    <a:pt x="17231" y="17499"/>
                  </a:lnTo>
                  <a:lnTo>
                    <a:pt x="17545" y="17705"/>
                  </a:lnTo>
                  <a:lnTo>
                    <a:pt x="17840" y="17980"/>
                  </a:lnTo>
                  <a:lnTo>
                    <a:pt x="18090" y="18259"/>
                  </a:lnTo>
                  <a:lnTo>
                    <a:pt x="18475" y="18575"/>
                  </a:lnTo>
                  <a:lnTo>
                    <a:pt x="18792" y="18777"/>
                  </a:lnTo>
                  <a:lnTo>
                    <a:pt x="19129" y="19050"/>
                  </a:lnTo>
                  <a:lnTo>
                    <a:pt x="19351" y="19182"/>
                  </a:lnTo>
                  <a:lnTo>
                    <a:pt x="19359" y="18839"/>
                  </a:lnTo>
                  <a:lnTo>
                    <a:pt x="19201" y="18353"/>
                  </a:lnTo>
                  <a:lnTo>
                    <a:pt x="19056" y="17804"/>
                  </a:lnTo>
                  <a:lnTo>
                    <a:pt x="18836" y="17575"/>
                  </a:lnTo>
                  <a:lnTo>
                    <a:pt x="18691" y="17287"/>
                  </a:lnTo>
                  <a:lnTo>
                    <a:pt x="18580" y="17027"/>
                  </a:lnTo>
                  <a:lnTo>
                    <a:pt x="18437" y="16793"/>
                  </a:lnTo>
                  <a:lnTo>
                    <a:pt x="18437" y="16531"/>
                  </a:lnTo>
                  <a:lnTo>
                    <a:pt x="18220" y="16330"/>
                  </a:lnTo>
                  <a:lnTo>
                    <a:pt x="18064" y="15973"/>
                  </a:lnTo>
                  <a:lnTo>
                    <a:pt x="18247" y="15607"/>
                  </a:lnTo>
                  <a:lnTo>
                    <a:pt x="18424" y="15318"/>
                  </a:lnTo>
                  <a:lnTo>
                    <a:pt x="18655" y="15304"/>
                  </a:lnTo>
                  <a:lnTo>
                    <a:pt x="18759" y="15057"/>
                  </a:lnTo>
                  <a:cubicBezTo>
                    <a:pt x="18777" y="14995"/>
                    <a:pt x="18799" y="14935"/>
                    <a:pt x="18824" y="14880"/>
                  </a:cubicBezTo>
                  <a:cubicBezTo>
                    <a:pt x="18871" y="14776"/>
                    <a:pt x="18929" y="14689"/>
                    <a:pt x="18996" y="14623"/>
                  </a:cubicBezTo>
                  <a:lnTo>
                    <a:pt x="19321" y="14418"/>
                  </a:lnTo>
                  <a:lnTo>
                    <a:pt x="19622" y="14295"/>
                  </a:lnTo>
                  <a:lnTo>
                    <a:pt x="19459" y="13998"/>
                  </a:lnTo>
                  <a:lnTo>
                    <a:pt x="19352" y="13728"/>
                  </a:lnTo>
                  <a:lnTo>
                    <a:pt x="19263" y="13311"/>
                  </a:lnTo>
                  <a:lnTo>
                    <a:pt x="19263" y="12674"/>
                  </a:lnTo>
                  <a:lnTo>
                    <a:pt x="19094" y="12413"/>
                  </a:lnTo>
                  <a:lnTo>
                    <a:pt x="18905" y="12303"/>
                  </a:lnTo>
                  <a:lnTo>
                    <a:pt x="18825" y="11587"/>
                  </a:lnTo>
                  <a:lnTo>
                    <a:pt x="18825" y="11300"/>
                  </a:lnTo>
                  <a:lnTo>
                    <a:pt x="19026" y="11176"/>
                  </a:lnTo>
                  <a:lnTo>
                    <a:pt x="19153" y="11204"/>
                  </a:lnTo>
                  <a:lnTo>
                    <a:pt x="19685" y="11492"/>
                  </a:lnTo>
                  <a:lnTo>
                    <a:pt x="19916" y="11286"/>
                  </a:lnTo>
                  <a:lnTo>
                    <a:pt x="20085" y="11176"/>
                  </a:lnTo>
                  <a:lnTo>
                    <a:pt x="20330" y="11204"/>
                  </a:lnTo>
                  <a:lnTo>
                    <a:pt x="20504" y="11392"/>
                  </a:lnTo>
                  <a:lnTo>
                    <a:pt x="20892" y="11571"/>
                  </a:lnTo>
                  <a:lnTo>
                    <a:pt x="21279" y="11763"/>
                  </a:lnTo>
                  <a:lnTo>
                    <a:pt x="21416" y="11557"/>
                  </a:lnTo>
                  <a:lnTo>
                    <a:pt x="21488" y="11250"/>
                  </a:lnTo>
                  <a:lnTo>
                    <a:pt x="21480" y="10939"/>
                  </a:lnTo>
                  <a:lnTo>
                    <a:pt x="21585" y="10788"/>
                  </a:lnTo>
                  <a:lnTo>
                    <a:pt x="21472" y="10615"/>
                  </a:lnTo>
                  <a:lnTo>
                    <a:pt x="21445" y="10409"/>
                  </a:lnTo>
                  <a:lnTo>
                    <a:pt x="21539" y="10161"/>
                  </a:lnTo>
                  <a:lnTo>
                    <a:pt x="21600" y="9773"/>
                  </a:lnTo>
                  <a:lnTo>
                    <a:pt x="21449" y="9398"/>
                  </a:lnTo>
                  <a:lnTo>
                    <a:pt x="21248" y="9192"/>
                  </a:lnTo>
                  <a:lnTo>
                    <a:pt x="21117" y="9270"/>
                  </a:lnTo>
                  <a:lnTo>
                    <a:pt x="21077" y="9513"/>
                  </a:lnTo>
                  <a:lnTo>
                    <a:pt x="21021" y="9718"/>
                  </a:lnTo>
                  <a:lnTo>
                    <a:pt x="20909" y="9814"/>
                  </a:lnTo>
                  <a:lnTo>
                    <a:pt x="20756" y="9882"/>
                  </a:lnTo>
                  <a:lnTo>
                    <a:pt x="20592" y="9662"/>
                  </a:lnTo>
                  <a:lnTo>
                    <a:pt x="20385" y="9355"/>
                  </a:lnTo>
                  <a:lnTo>
                    <a:pt x="20422" y="9122"/>
                  </a:lnTo>
                  <a:lnTo>
                    <a:pt x="20264" y="8894"/>
                  </a:lnTo>
                  <a:lnTo>
                    <a:pt x="20434" y="8637"/>
                  </a:lnTo>
                  <a:lnTo>
                    <a:pt x="20710" y="8587"/>
                  </a:lnTo>
                  <a:lnTo>
                    <a:pt x="20858" y="8416"/>
                  </a:lnTo>
                  <a:lnTo>
                    <a:pt x="20898" y="8128"/>
                  </a:lnTo>
                  <a:lnTo>
                    <a:pt x="20858" y="7798"/>
                  </a:lnTo>
                  <a:lnTo>
                    <a:pt x="20732" y="7675"/>
                  </a:lnTo>
                  <a:lnTo>
                    <a:pt x="20644" y="7355"/>
                  </a:lnTo>
                  <a:lnTo>
                    <a:pt x="20491" y="7121"/>
                  </a:lnTo>
                  <a:lnTo>
                    <a:pt x="20507" y="6709"/>
                  </a:lnTo>
                  <a:lnTo>
                    <a:pt x="20499" y="6365"/>
                  </a:lnTo>
                  <a:lnTo>
                    <a:pt x="20459" y="5985"/>
                  </a:lnTo>
                  <a:lnTo>
                    <a:pt x="20451" y="5531"/>
                  </a:lnTo>
                  <a:lnTo>
                    <a:pt x="20370" y="5106"/>
                  </a:lnTo>
                  <a:lnTo>
                    <a:pt x="20231" y="4810"/>
                  </a:lnTo>
                  <a:lnTo>
                    <a:pt x="20145" y="4182"/>
                  </a:lnTo>
                  <a:lnTo>
                    <a:pt x="20065" y="3716"/>
                  </a:lnTo>
                  <a:lnTo>
                    <a:pt x="19979" y="3404"/>
                  </a:lnTo>
                  <a:lnTo>
                    <a:pt x="19963" y="3062"/>
                  </a:lnTo>
                  <a:lnTo>
                    <a:pt x="20091" y="2842"/>
                  </a:lnTo>
                  <a:lnTo>
                    <a:pt x="20317" y="2737"/>
                  </a:lnTo>
                  <a:lnTo>
                    <a:pt x="20570" y="2546"/>
                  </a:lnTo>
                  <a:lnTo>
                    <a:pt x="20683" y="2340"/>
                  </a:lnTo>
                  <a:lnTo>
                    <a:pt x="20965" y="2162"/>
                  </a:lnTo>
                  <a:lnTo>
                    <a:pt x="21059" y="2043"/>
                  </a:lnTo>
                  <a:lnTo>
                    <a:pt x="21076" y="1814"/>
                  </a:lnTo>
                  <a:lnTo>
                    <a:pt x="21092" y="1581"/>
                  </a:lnTo>
                  <a:lnTo>
                    <a:pt x="20928" y="1371"/>
                  </a:lnTo>
                  <a:lnTo>
                    <a:pt x="20807" y="1150"/>
                  </a:lnTo>
                  <a:close/>
                </a:path>
              </a:pathLst>
            </a:custGeom>
            <a:grpFill/>
            <a:ln w="25400" cap="flat">
              <a:noFill/>
              <a:prstDash val="solid"/>
              <a:miter lim="400000"/>
            </a:ln>
            <a:effectLst/>
          </p:spPr>
          <p:txBody>
            <a:bodyPr anchor="ctr"/>
            <a:lstStyle/>
            <a:p>
              <a:pPr algn="ctr"/>
              <a:endParaRPr/>
            </a:p>
          </p:txBody>
        </p:sp>
        <p:sp>
          <p:nvSpPr>
            <p:cNvPr id="116" name="ïŝļiḓé">
              <a:extLst>
                <a:ext uri="{FF2B5EF4-FFF2-40B4-BE49-F238E27FC236}">
                  <a16:creationId xmlns:a16="http://schemas.microsoft.com/office/drawing/2014/main" id="{8B213C4A-724B-5F46-5CE8-999BA8A2DA25}"/>
                </a:ext>
              </a:extLst>
            </p:cNvPr>
            <p:cNvSpPr/>
            <p:nvPr/>
          </p:nvSpPr>
          <p:spPr>
            <a:xfrm>
              <a:off x="6872934" y="1426645"/>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grpFill/>
            <a:ln w="25400" cap="flat">
              <a:noFill/>
              <a:prstDash val="solid"/>
              <a:miter lim="400000"/>
            </a:ln>
            <a:effectLst/>
          </p:spPr>
          <p:txBody>
            <a:bodyPr anchor="ctr"/>
            <a:lstStyle/>
            <a:p>
              <a:pPr algn="ctr"/>
              <a:endParaRPr/>
            </a:p>
          </p:txBody>
        </p:sp>
        <p:sp>
          <p:nvSpPr>
            <p:cNvPr id="117" name="î$ḷïḓe">
              <a:extLst>
                <a:ext uri="{FF2B5EF4-FFF2-40B4-BE49-F238E27FC236}">
                  <a16:creationId xmlns:a16="http://schemas.microsoft.com/office/drawing/2014/main" id="{F1286094-F164-83E4-EA98-988EED6B5AEC}"/>
                </a:ext>
              </a:extLst>
            </p:cNvPr>
            <p:cNvSpPr/>
            <p:nvPr/>
          </p:nvSpPr>
          <p:spPr>
            <a:xfrm>
              <a:off x="5869377" y="1326101"/>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grpFill/>
            <a:ln w="25400" cap="flat">
              <a:noFill/>
              <a:prstDash val="solid"/>
              <a:miter lim="400000"/>
            </a:ln>
            <a:effectLst/>
          </p:spPr>
          <p:txBody>
            <a:bodyPr anchor="ctr"/>
            <a:lstStyle/>
            <a:p>
              <a:pPr algn="ctr"/>
              <a:endParaRPr/>
            </a:p>
          </p:txBody>
        </p:sp>
        <p:sp>
          <p:nvSpPr>
            <p:cNvPr id="118" name="íSliḍé">
              <a:extLst>
                <a:ext uri="{FF2B5EF4-FFF2-40B4-BE49-F238E27FC236}">
                  <a16:creationId xmlns:a16="http://schemas.microsoft.com/office/drawing/2014/main" id="{E3100843-726A-836C-B97E-B4DBFECAD55D}"/>
                </a:ext>
              </a:extLst>
            </p:cNvPr>
            <p:cNvSpPr/>
            <p:nvPr/>
          </p:nvSpPr>
          <p:spPr>
            <a:xfrm>
              <a:off x="5016160" y="1729403"/>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grpFill/>
            <a:ln w="25400" cap="flat">
              <a:noFill/>
              <a:prstDash val="solid"/>
              <a:miter lim="400000"/>
            </a:ln>
            <a:effectLst/>
          </p:spPr>
          <p:txBody>
            <a:bodyPr anchor="ctr"/>
            <a:lstStyle/>
            <a:p>
              <a:pPr algn="ctr"/>
              <a:endParaRPr/>
            </a:p>
          </p:txBody>
        </p:sp>
        <p:sp>
          <p:nvSpPr>
            <p:cNvPr id="119" name="ïslïḋé">
              <a:extLst>
                <a:ext uri="{FF2B5EF4-FFF2-40B4-BE49-F238E27FC236}">
                  <a16:creationId xmlns:a16="http://schemas.microsoft.com/office/drawing/2014/main" id="{D830C587-E695-FD0A-BE20-3264851E757F}"/>
                </a:ext>
              </a:extLst>
            </p:cNvPr>
            <p:cNvSpPr/>
            <p:nvPr/>
          </p:nvSpPr>
          <p:spPr>
            <a:xfrm>
              <a:off x="5414902" y="1601282"/>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grpFill/>
            <a:ln w="25400" cap="flat">
              <a:noFill/>
              <a:prstDash val="solid"/>
              <a:miter lim="400000"/>
            </a:ln>
            <a:effectLst/>
          </p:spPr>
          <p:txBody>
            <a:bodyPr anchor="ctr"/>
            <a:lstStyle/>
            <a:p>
              <a:pPr algn="ctr"/>
              <a:endParaRPr/>
            </a:p>
          </p:txBody>
        </p:sp>
        <p:sp>
          <p:nvSpPr>
            <p:cNvPr id="120" name="is1ide">
              <a:extLst>
                <a:ext uri="{FF2B5EF4-FFF2-40B4-BE49-F238E27FC236}">
                  <a16:creationId xmlns:a16="http://schemas.microsoft.com/office/drawing/2014/main" id="{824E2C64-4870-4A07-D783-B9D5B785DCA2}"/>
                </a:ext>
              </a:extLst>
            </p:cNvPr>
            <p:cNvSpPr/>
            <p:nvPr/>
          </p:nvSpPr>
          <p:spPr>
            <a:xfrm>
              <a:off x="5426458" y="1837882"/>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grpFill/>
            <a:ln w="25400" cap="flat">
              <a:noFill/>
              <a:prstDash val="solid"/>
              <a:miter lim="400000"/>
            </a:ln>
            <a:effectLst/>
          </p:spPr>
          <p:txBody>
            <a:bodyPr anchor="ctr"/>
            <a:lstStyle/>
            <a:p>
              <a:pPr algn="ctr"/>
              <a:endParaRPr/>
            </a:p>
          </p:txBody>
        </p:sp>
        <p:sp>
          <p:nvSpPr>
            <p:cNvPr id="121" name="iṡ1îde">
              <a:extLst>
                <a:ext uri="{FF2B5EF4-FFF2-40B4-BE49-F238E27FC236}">
                  <a16:creationId xmlns:a16="http://schemas.microsoft.com/office/drawing/2014/main" id="{A384B9D7-0C73-E56C-C5A3-74E17F3AFD6B}"/>
                </a:ext>
              </a:extLst>
            </p:cNvPr>
            <p:cNvSpPr/>
            <p:nvPr/>
          </p:nvSpPr>
          <p:spPr>
            <a:xfrm>
              <a:off x="5430421" y="1863360"/>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grpFill/>
            <a:ln w="25400" cap="flat">
              <a:noFill/>
              <a:prstDash val="solid"/>
              <a:miter lim="400000"/>
            </a:ln>
            <a:effectLst/>
          </p:spPr>
          <p:txBody>
            <a:bodyPr anchor="ctr"/>
            <a:lstStyle/>
            <a:p>
              <a:pPr algn="ctr"/>
              <a:endParaRPr/>
            </a:p>
          </p:txBody>
        </p:sp>
        <p:sp>
          <p:nvSpPr>
            <p:cNvPr id="122" name="ïSlïḑê">
              <a:extLst>
                <a:ext uri="{FF2B5EF4-FFF2-40B4-BE49-F238E27FC236}">
                  <a16:creationId xmlns:a16="http://schemas.microsoft.com/office/drawing/2014/main" id="{709C8DC4-109E-0C99-DBDF-A4BAE897F79B}"/>
                </a:ext>
              </a:extLst>
            </p:cNvPr>
            <p:cNvSpPr/>
            <p:nvPr/>
          </p:nvSpPr>
          <p:spPr>
            <a:xfrm>
              <a:off x="5276566" y="2090226"/>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grpFill/>
            <a:ln w="25400" cap="flat">
              <a:noFill/>
              <a:prstDash val="solid"/>
              <a:miter lim="400000"/>
            </a:ln>
            <a:effectLst/>
          </p:spPr>
          <p:txBody>
            <a:bodyPr anchor="ctr"/>
            <a:lstStyle/>
            <a:p>
              <a:pPr algn="ctr"/>
              <a:endParaRPr/>
            </a:p>
          </p:txBody>
        </p:sp>
        <p:sp>
          <p:nvSpPr>
            <p:cNvPr id="123" name="ïṡḻîḑe">
              <a:extLst>
                <a:ext uri="{FF2B5EF4-FFF2-40B4-BE49-F238E27FC236}">
                  <a16:creationId xmlns:a16="http://schemas.microsoft.com/office/drawing/2014/main" id="{2ECCAE27-5F50-9FB8-04CB-1FC9E5B757B6}"/>
                </a:ext>
              </a:extLst>
            </p:cNvPr>
            <p:cNvSpPr/>
            <p:nvPr/>
          </p:nvSpPr>
          <p:spPr>
            <a:xfrm>
              <a:off x="5407156" y="1993299"/>
              <a:ext cx="206900"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grpFill/>
            <a:ln w="25400" cap="flat">
              <a:noFill/>
              <a:prstDash val="solid"/>
              <a:miter lim="400000"/>
            </a:ln>
            <a:effectLst/>
          </p:spPr>
          <p:txBody>
            <a:bodyPr anchor="ctr"/>
            <a:lstStyle/>
            <a:p>
              <a:pPr algn="ctr"/>
              <a:endParaRPr/>
            </a:p>
          </p:txBody>
        </p:sp>
        <p:sp>
          <p:nvSpPr>
            <p:cNvPr id="124" name="ïṣḻïḋè">
              <a:extLst>
                <a:ext uri="{FF2B5EF4-FFF2-40B4-BE49-F238E27FC236}">
                  <a16:creationId xmlns:a16="http://schemas.microsoft.com/office/drawing/2014/main" id="{0ADB1627-8063-4BBD-8F14-D6365845D8ED}"/>
                </a:ext>
              </a:extLst>
            </p:cNvPr>
            <p:cNvSpPr/>
            <p:nvPr/>
          </p:nvSpPr>
          <p:spPr>
            <a:xfrm>
              <a:off x="5439609" y="2113104"/>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grpFill/>
            <a:ln w="25400" cap="flat">
              <a:noFill/>
              <a:prstDash val="solid"/>
              <a:miter lim="400000"/>
            </a:ln>
            <a:effectLst/>
          </p:spPr>
          <p:txBody>
            <a:bodyPr anchor="ctr"/>
            <a:lstStyle/>
            <a:p>
              <a:pPr algn="ctr"/>
              <a:endParaRPr/>
            </a:p>
          </p:txBody>
        </p:sp>
        <p:sp>
          <p:nvSpPr>
            <p:cNvPr id="125" name="ï$ľidé">
              <a:extLst>
                <a:ext uri="{FF2B5EF4-FFF2-40B4-BE49-F238E27FC236}">
                  <a16:creationId xmlns:a16="http://schemas.microsoft.com/office/drawing/2014/main" id="{F8FF2691-EB72-535C-7C8C-9C145A825803}"/>
                </a:ext>
              </a:extLst>
            </p:cNvPr>
            <p:cNvSpPr/>
            <p:nvPr/>
          </p:nvSpPr>
          <p:spPr>
            <a:xfrm>
              <a:off x="5461229" y="2281207"/>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grpFill/>
            <a:ln w="25400" cap="flat">
              <a:noFill/>
              <a:prstDash val="solid"/>
              <a:miter lim="400000"/>
            </a:ln>
            <a:effectLst/>
          </p:spPr>
          <p:txBody>
            <a:bodyPr anchor="ctr"/>
            <a:lstStyle/>
            <a:p>
              <a:pPr algn="ctr"/>
              <a:endParaRPr/>
            </a:p>
          </p:txBody>
        </p:sp>
        <p:sp>
          <p:nvSpPr>
            <p:cNvPr id="126" name="îṥlîďè">
              <a:extLst>
                <a:ext uri="{FF2B5EF4-FFF2-40B4-BE49-F238E27FC236}">
                  <a16:creationId xmlns:a16="http://schemas.microsoft.com/office/drawing/2014/main" id="{A46DE712-7BB3-A9CD-A741-58514D78B8B4}"/>
                </a:ext>
              </a:extLst>
            </p:cNvPr>
            <p:cNvSpPr/>
            <p:nvPr/>
          </p:nvSpPr>
          <p:spPr>
            <a:xfrm>
              <a:off x="5486629" y="228676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grpFill/>
            <a:ln w="25400" cap="flat">
              <a:noFill/>
              <a:prstDash val="solid"/>
              <a:miter lim="400000"/>
            </a:ln>
            <a:effectLst/>
          </p:spPr>
          <p:txBody>
            <a:bodyPr anchor="ctr"/>
            <a:lstStyle/>
            <a:p>
              <a:pPr algn="ctr"/>
              <a:endParaRPr/>
            </a:p>
          </p:txBody>
        </p:sp>
        <p:sp>
          <p:nvSpPr>
            <p:cNvPr id="127" name="ïŝḻiḋè">
              <a:extLst>
                <a:ext uri="{FF2B5EF4-FFF2-40B4-BE49-F238E27FC236}">
                  <a16:creationId xmlns:a16="http://schemas.microsoft.com/office/drawing/2014/main" id="{5B200303-90B9-703C-3B81-9F4BF5B647C0}"/>
                </a:ext>
              </a:extLst>
            </p:cNvPr>
            <p:cNvSpPr/>
            <p:nvPr/>
          </p:nvSpPr>
          <p:spPr>
            <a:xfrm>
              <a:off x="5605003" y="2617425"/>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grpFill/>
            <a:ln w="25400" cap="flat">
              <a:noFill/>
              <a:prstDash val="solid"/>
              <a:miter lim="400000"/>
            </a:ln>
            <a:effectLst/>
          </p:spPr>
          <p:txBody>
            <a:bodyPr anchor="ctr"/>
            <a:lstStyle/>
            <a:p>
              <a:pPr algn="ctr"/>
              <a:endParaRPr/>
            </a:p>
          </p:txBody>
        </p:sp>
        <p:sp>
          <p:nvSpPr>
            <p:cNvPr id="128" name="íşļíďê">
              <a:extLst>
                <a:ext uri="{FF2B5EF4-FFF2-40B4-BE49-F238E27FC236}">
                  <a16:creationId xmlns:a16="http://schemas.microsoft.com/office/drawing/2014/main" id="{0BE02226-FB34-51C5-BA0E-ACA2D98FFEA7}"/>
                </a:ext>
              </a:extLst>
            </p:cNvPr>
            <p:cNvSpPr/>
            <p:nvPr/>
          </p:nvSpPr>
          <p:spPr>
            <a:xfrm>
              <a:off x="5813157" y="2519155"/>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grpFill/>
            <a:ln w="25400" cap="flat">
              <a:noFill/>
              <a:prstDash val="solid"/>
              <a:miter lim="400000"/>
            </a:ln>
            <a:effectLst/>
          </p:spPr>
          <p:txBody>
            <a:bodyPr anchor="ctr"/>
            <a:lstStyle/>
            <a:p>
              <a:pPr algn="ctr"/>
              <a:endParaRPr/>
            </a:p>
          </p:txBody>
        </p:sp>
        <p:sp>
          <p:nvSpPr>
            <p:cNvPr id="129" name="îśļïḍè">
              <a:extLst>
                <a:ext uri="{FF2B5EF4-FFF2-40B4-BE49-F238E27FC236}">
                  <a16:creationId xmlns:a16="http://schemas.microsoft.com/office/drawing/2014/main" id="{1A96122F-292A-1460-C4AB-8F0B4DA936EF}"/>
                </a:ext>
              </a:extLst>
            </p:cNvPr>
            <p:cNvSpPr/>
            <p:nvPr/>
          </p:nvSpPr>
          <p:spPr>
            <a:xfrm>
              <a:off x="5800394" y="2590774"/>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grpFill/>
            <a:ln w="25400" cap="flat">
              <a:noFill/>
              <a:prstDash val="solid"/>
              <a:miter lim="400000"/>
            </a:ln>
            <a:effectLst/>
          </p:spPr>
          <p:txBody>
            <a:bodyPr anchor="ctr"/>
            <a:lstStyle/>
            <a:p>
              <a:pPr algn="ctr"/>
              <a:endParaRPr/>
            </a:p>
          </p:txBody>
        </p:sp>
        <p:sp>
          <p:nvSpPr>
            <p:cNvPr id="130" name="i$lîḑê">
              <a:extLst>
                <a:ext uri="{FF2B5EF4-FFF2-40B4-BE49-F238E27FC236}">
                  <a16:creationId xmlns:a16="http://schemas.microsoft.com/office/drawing/2014/main" id="{ECBC995B-3023-4E62-35A0-3F673398E39A}"/>
                </a:ext>
              </a:extLst>
            </p:cNvPr>
            <p:cNvSpPr/>
            <p:nvPr/>
          </p:nvSpPr>
          <p:spPr>
            <a:xfrm>
              <a:off x="5935621" y="2695122"/>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grpFill/>
            <a:ln w="25400" cap="flat">
              <a:noFill/>
              <a:prstDash val="solid"/>
              <a:miter lim="400000"/>
            </a:ln>
            <a:effectLst/>
          </p:spPr>
          <p:txBody>
            <a:bodyPr anchor="ctr"/>
            <a:lstStyle/>
            <a:p>
              <a:pPr algn="ctr"/>
              <a:endParaRPr/>
            </a:p>
          </p:txBody>
        </p:sp>
        <p:sp>
          <p:nvSpPr>
            <p:cNvPr id="131" name="îš1îḍe">
              <a:extLst>
                <a:ext uri="{FF2B5EF4-FFF2-40B4-BE49-F238E27FC236}">
                  <a16:creationId xmlns:a16="http://schemas.microsoft.com/office/drawing/2014/main" id="{9DB752D0-D8B0-2F0A-027A-77C598ADF73B}"/>
                </a:ext>
              </a:extLst>
            </p:cNvPr>
            <p:cNvSpPr/>
            <p:nvPr/>
          </p:nvSpPr>
          <p:spPr>
            <a:xfrm>
              <a:off x="5977156" y="2768475"/>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grpFill/>
            <a:ln w="25400" cap="flat">
              <a:noFill/>
              <a:prstDash val="solid"/>
              <a:miter lim="400000"/>
            </a:ln>
            <a:effectLst/>
          </p:spPr>
          <p:txBody>
            <a:bodyPr anchor="ctr"/>
            <a:lstStyle/>
            <a:p>
              <a:pPr algn="ctr"/>
              <a:endParaRPr/>
            </a:p>
          </p:txBody>
        </p:sp>
        <p:sp>
          <p:nvSpPr>
            <p:cNvPr id="132" name="î$ľîḓê">
              <a:extLst>
                <a:ext uri="{FF2B5EF4-FFF2-40B4-BE49-F238E27FC236}">
                  <a16:creationId xmlns:a16="http://schemas.microsoft.com/office/drawing/2014/main" id="{4442C92A-0AAC-8962-6B28-CCA90BC7FCC5}"/>
                </a:ext>
              </a:extLst>
            </p:cNvPr>
            <p:cNvSpPr/>
            <p:nvPr/>
          </p:nvSpPr>
          <p:spPr>
            <a:xfrm>
              <a:off x="6277853" y="2784962"/>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grpFill/>
            <a:ln w="25400" cap="flat">
              <a:noFill/>
              <a:prstDash val="solid"/>
              <a:miter lim="400000"/>
            </a:ln>
            <a:effectLst/>
          </p:spPr>
          <p:txBody>
            <a:bodyPr anchor="ctr"/>
            <a:lstStyle/>
            <a:p>
              <a:pPr algn="ctr"/>
              <a:endParaRPr/>
            </a:p>
          </p:txBody>
        </p:sp>
        <p:sp>
          <p:nvSpPr>
            <p:cNvPr id="133" name="iŝľîḑè">
              <a:extLst>
                <a:ext uri="{FF2B5EF4-FFF2-40B4-BE49-F238E27FC236}">
                  <a16:creationId xmlns:a16="http://schemas.microsoft.com/office/drawing/2014/main" id="{960565CE-77DB-5159-1455-E768EEA74DD8}"/>
                </a:ext>
              </a:extLst>
            </p:cNvPr>
            <p:cNvSpPr/>
            <p:nvPr/>
          </p:nvSpPr>
          <p:spPr>
            <a:xfrm>
              <a:off x="6105633" y="1911267"/>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grpFill/>
            <a:ln w="25400" cap="flat">
              <a:noFill/>
              <a:prstDash val="solid"/>
              <a:miter lim="400000"/>
            </a:ln>
            <a:effectLst/>
          </p:spPr>
          <p:txBody>
            <a:bodyPr anchor="ctr"/>
            <a:lstStyle/>
            <a:p>
              <a:pPr algn="ctr"/>
              <a:endParaRPr/>
            </a:p>
          </p:txBody>
        </p:sp>
        <p:sp>
          <p:nvSpPr>
            <p:cNvPr id="135" name="ïṣ1ïḑê">
              <a:extLst>
                <a:ext uri="{FF2B5EF4-FFF2-40B4-BE49-F238E27FC236}">
                  <a16:creationId xmlns:a16="http://schemas.microsoft.com/office/drawing/2014/main" id="{A3D9C263-4B8F-FAA2-1938-C87D0407E111}"/>
                </a:ext>
              </a:extLst>
            </p:cNvPr>
            <p:cNvSpPr/>
            <p:nvPr/>
          </p:nvSpPr>
          <p:spPr>
            <a:xfrm>
              <a:off x="10006023" y="5571304"/>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grpFill/>
            <a:ln w="25400" cap="flat">
              <a:noFill/>
              <a:prstDash val="solid"/>
              <a:miter lim="400000"/>
            </a:ln>
            <a:effectLst/>
          </p:spPr>
          <p:txBody>
            <a:bodyPr anchor="ctr"/>
            <a:lstStyle/>
            <a:p>
              <a:pPr algn="ctr"/>
              <a:endParaRPr/>
            </a:p>
          </p:txBody>
        </p:sp>
        <p:sp>
          <p:nvSpPr>
            <p:cNvPr id="136" name="iṡ1ïḍè">
              <a:extLst>
                <a:ext uri="{FF2B5EF4-FFF2-40B4-BE49-F238E27FC236}">
                  <a16:creationId xmlns:a16="http://schemas.microsoft.com/office/drawing/2014/main" id="{24CFB035-24E1-7E2C-4F85-598BCD3D1144}"/>
                </a:ext>
              </a:extLst>
            </p:cNvPr>
            <p:cNvSpPr/>
            <p:nvPr/>
          </p:nvSpPr>
          <p:spPr>
            <a:xfrm>
              <a:off x="10572355" y="5565246"/>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grpFill/>
            <a:ln w="25400" cap="flat">
              <a:noFill/>
              <a:prstDash val="solid"/>
              <a:miter lim="400000"/>
            </a:ln>
            <a:effectLst/>
          </p:spPr>
          <p:txBody>
            <a:bodyPr anchor="ctr"/>
            <a:lstStyle/>
            <a:p>
              <a:pPr algn="ctr"/>
              <a:endParaRPr/>
            </a:p>
          </p:txBody>
        </p:sp>
        <p:sp>
          <p:nvSpPr>
            <p:cNvPr id="137" name="íṣļíḓé">
              <a:extLst>
                <a:ext uri="{FF2B5EF4-FFF2-40B4-BE49-F238E27FC236}">
                  <a16:creationId xmlns:a16="http://schemas.microsoft.com/office/drawing/2014/main" id="{8B85749D-E145-650B-906F-F4CC28EFA9F2}"/>
                </a:ext>
              </a:extLst>
            </p:cNvPr>
            <p:cNvSpPr/>
            <p:nvPr/>
          </p:nvSpPr>
          <p:spPr>
            <a:xfrm>
              <a:off x="10955509" y="5355572"/>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grpFill/>
            <a:ln w="25400" cap="flat">
              <a:noFill/>
              <a:prstDash val="solid"/>
              <a:miter lim="400000"/>
            </a:ln>
            <a:effectLst/>
          </p:spPr>
          <p:txBody>
            <a:bodyPr anchor="ctr"/>
            <a:lstStyle/>
            <a:p>
              <a:pPr algn="ctr"/>
              <a:endParaRPr/>
            </a:p>
          </p:txBody>
        </p:sp>
        <p:sp>
          <p:nvSpPr>
            <p:cNvPr id="138" name="îšļïḓé">
              <a:extLst>
                <a:ext uri="{FF2B5EF4-FFF2-40B4-BE49-F238E27FC236}">
                  <a16:creationId xmlns:a16="http://schemas.microsoft.com/office/drawing/2014/main" id="{3C9751F4-7FC3-21AB-B1B4-F28970B337D1}"/>
                </a:ext>
              </a:extLst>
            </p:cNvPr>
            <p:cNvSpPr/>
            <p:nvPr/>
          </p:nvSpPr>
          <p:spPr>
            <a:xfrm>
              <a:off x="10967412" y="5132660"/>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grpFill/>
            <a:ln w="25400" cap="flat">
              <a:noFill/>
              <a:prstDash val="solid"/>
              <a:miter lim="400000"/>
            </a:ln>
            <a:effectLst/>
          </p:spPr>
          <p:txBody>
            <a:bodyPr anchor="ctr"/>
            <a:lstStyle/>
            <a:p>
              <a:pPr algn="ctr"/>
              <a:endParaRPr/>
            </a:p>
          </p:txBody>
        </p:sp>
        <p:sp>
          <p:nvSpPr>
            <p:cNvPr id="139" name="ïṥļïḓe">
              <a:extLst>
                <a:ext uri="{FF2B5EF4-FFF2-40B4-BE49-F238E27FC236}">
                  <a16:creationId xmlns:a16="http://schemas.microsoft.com/office/drawing/2014/main" id="{9B56A97E-3669-7F10-9CC6-B7E9B2DDC058}"/>
                </a:ext>
              </a:extLst>
            </p:cNvPr>
            <p:cNvSpPr/>
            <p:nvPr/>
          </p:nvSpPr>
          <p:spPr>
            <a:xfrm>
              <a:off x="10931870" y="4777460"/>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grpFill/>
            <a:ln w="25400" cap="flat">
              <a:noFill/>
              <a:prstDash val="solid"/>
              <a:miter lim="400000"/>
            </a:ln>
            <a:effectLst/>
          </p:spPr>
          <p:txBody>
            <a:bodyPr anchor="ctr"/>
            <a:lstStyle/>
            <a:p>
              <a:pPr algn="ctr"/>
              <a:endParaRPr/>
            </a:p>
          </p:txBody>
        </p:sp>
        <p:sp>
          <p:nvSpPr>
            <p:cNvPr id="140" name="îśľíḓê">
              <a:extLst>
                <a:ext uri="{FF2B5EF4-FFF2-40B4-BE49-F238E27FC236}">
                  <a16:creationId xmlns:a16="http://schemas.microsoft.com/office/drawing/2014/main" id="{09FC02DB-0729-A872-B57E-0807A8A53483}"/>
                </a:ext>
              </a:extLst>
            </p:cNvPr>
            <p:cNvSpPr/>
            <p:nvPr/>
          </p:nvSpPr>
          <p:spPr>
            <a:xfrm>
              <a:off x="11078753" y="4636331"/>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grpFill/>
            <a:ln w="25400" cap="flat">
              <a:noFill/>
              <a:prstDash val="solid"/>
              <a:miter lim="400000"/>
            </a:ln>
            <a:effectLst/>
          </p:spPr>
          <p:txBody>
            <a:bodyPr anchor="ctr"/>
            <a:lstStyle/>
            <a:p>
              <a:pPr algn="ctr"/>
              <a:endParaRPr/>
            </a:p>
          </p:txBody>
        </p:sp>
        <p:sp>
          <p:nvSpPr>
            <p:cNvPr id="141" name="ïšļîḑè">
              <a:extLst>
                <a:ext uri="{FF2B5EF4-FFF2-40B4-BE49-F238E27FC236}">
                  <a16:creationId xmlns:a16="http://schemas.microsoft.com/office/drawing/2014/main" id="{E6803D6F-547D-FC93-B7A6-E248335D759E}"/>
                </a:ext>
              </a:extLst>
            </p:cNvPr>
            <p:cNvSpPr/>
            <p:nvPr/>
          </p:nvSpPr>
          <p:spPr>
            <a:xfrm>
              <a:off x="10694096" y="4283499"/>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grpFill/>
            <a:ln w="25400" cap="flat">
              <a:noFill/>
              <a:prstDash val="solid"/>
              <a:miter lim="400000"/>
            </a:ln>
            <a:effectLst/>
          </p:spPr>
          <p:txBody>
            <a:bodyPr anchor="ctr"/>
            <a:lstStyle/>
            <a:p>
              <a:pPr algn="ctr"/>
              <a:endParaRPr/>
            </a:p>
          </p:txBody>
        </p:sp>
        <p:sp>
          <p:nvSpPr>
            <p:cNvPr id="142" name="î$liḋê">
              <a:extLst>
                <a:ext uri="{FF2B5EF4-FFF2-40B4-BE49-F238E27FC236}">
                  <a16:creationId xmlns:a16="http://schemas.microsoft.com/office/drawing/2014/main" id="{E886F8CB-26C1-8530-E4C9-F9FD9F894A75}"/>
                </a:ext>
              </a:extLst>
            </p:cNvPr>
            <p:cNvSpPr/>
            <p:nvPr/>
          </p:nvSpPr>
          <p:spPr>
            <a:xfrm>
              <a:off x="10754669" y="4332994"/>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grpFill/>
            <a:ln w="25400" cap="flat">
              <a:noFill/>
              <a:prstDash val="solid"/>
              <a:miter lim="400000"/>
            </a:ln>
            <a:effectLst/>
          </p:spPr>
          <p:txBody>
            <a:bodyPr anchor="ctr"/>
            <a:lstStyle/>
            <a:p>
              <a:pPr algn="ctr"/>
              <a:endParaRPr/>
            </a:p>
          </p:txBody>
        </p:sp>
        <p:sp>
          <p:nvSpPr>
            <p:cNvPr id="143" name="îṡḷîḓé">
              <a:extLst>
                <a:ext uri="{FF2B5EF4-FFF2-40B4-BE49-F238E27FC236}">
                  <a16:creationId xmlns:a16="http://schemas.microsoft.com/office/drawing/2014/main" id="{D70BB6CA-0636-48A4-2007-97B3C125642E}"/>
                </a:ext>
              </a:extLst>
            </p:cNvPr>
            <p:cNvSpPr/>
            <p:nvPr/>
          </p:nvSpPr>
          <p:spPr>
            <a:xfrm>
              <a:off x="10773772" y="4386273"/>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grpFill/>
            <a:ln w="25400" cap="flat">
              <a:noFill/>
              <a:prstDash val="solid"/>
              <a:miter lim="400000"/>
            </a:ln>
            <a:effectLst/>
          </p:spPr>
          <p:txBody>
            <a:bodyPr anchor="ctr"/>
            <a:lstStyle/>
            <a:p>
              <a:pPr algn="ctr"/>
              <a:endParaRPr/>
            </a:p>
          </p:txBody>
        </p:sp>
        <p:sp>
          <p:nvSpPr>
            <p:cNvPr id="144" name="i$ḻíḓe">
              <a:extLst>
                <a:ext uri="{FF2B5EF4-FFF2-40B4-BE49-F238E27FC236}">
                  <a16:creationId xmlns:a16="http://schemas.microsoft.com/office/drawing/2014/main" id="{62805FA5-939D-AF32-59B2-52C2B9E5ED34}"/>
                </a:ext>
              </a:extLst>
            </p:cNvPr>
            <p:cNvSpPr/>
            <p:nvPr/>
          </p:nvSpPr>
          <p:spPr>
            <a:xfrm>
              <a:off x="10819989" y="4368723"/>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grpFill/>
            <a:ln w="25400" cap="flat">
              <a:noFill/>
              <a:prstDash val="solid"/>
              <a:miter lim="400000"/>
            </a:ln>
            <a:effectLst/>
          </p:spPr>
          <p:txBody>
            <a:bodyPr anchor="ctr"/>
            <a:lstStyle/>
            <a:p>
              <a:pPr algn="ctr"/>
              <a:endParaRPr/>
            </a:p>
          </p:txBody>
        </p:sp>
        <p:sp>
          <p:nvSpPr>
            <p:cNvPr id="145" name="isļïḍe">
              <a:extLst>
                <a:ext uri="{FF2B5EF4-FFF2-40B4-BE49-F238E27FC236}">
                  <a16:creationId xmlns:a16="http://schemas.microsoft.com/office/drawing/2014/main" id="{F854312D-5686-B58F-8525-4E5E37A007A8}"/>
                </a:ext>
              </a:extLst>
            </p:cNvPr>
            <p:cNvSpPr/>
            <p:nvPr/>
          </p:nvSpPr>
          <p:spPr>
            <a:xfrm>
              <a:off x="10844148" y="4433313"/>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grpFill/>
            <a:ln w="25400" cap="flat">
              <a:noFill/>
              <a:prstDash val="solid"/>
              <a:miter lim="400000"/>
            </a:ln>
            <a:effectLst/>
          </p:spPr>
          <p:txBody>
            <a:bodyPr anchor="ctr"/>
            <a:lstStyle/>
            <a:p>
              <a:pPr algn="ctr"/>
              <a:endParaRPr/>
            </a:p>
          </p:txBody>
        </p:sp>
        <p:sp>
          <p:nvSpPr>
            <p:cNvPr id="146" name="ïSḻîḑê">
              <a:extLst>
                <a:ext uri="{FF2B5EF4-FFF2-40B4-BE49-F238E27FC236}">
                  <a16:creationId xmlns:a16="http://schemas.microsoft.com/office/drawing/2014/main" id="{B6FC87CF-6CBB-3389-C577-4929D67587C8}"/>
                </a:ext>
              </a:extLst>
            </p:cNvPr>
            <p:cNvSpPr/>
            <p:nvPr/>
          </p:nvSpPr>
          <p:spPr>
            <a:xfrm>
              <a:off x="10888902" y="4398838"/>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grpFill/>
            <a:ln w="25400" cap="flat">
              <a:noFill/>
              <a:prstDash val="solid"/>
              <a:miter lim="400000"/>
            </a:ln>
            <a:effectLst/>
          </p:spPr>
          <p:txBody>
            <a:bodyPr anchor="ctr"/>
            <a:lstStyle/>
            <a:p>
              <a:pPr algn="ctr"/>
              <a:endParaRPr/>
            </a:p>
          </p:txBody>
        </p:sp>
        <p:sp>
          <p:nvSpPr>
            <p:cNvPr id="147" name="işlidè">
              <a:extLst>
                <a:ext uri="{FF2B5EF4-FFF2-40B4-BE49-F238E27FC236}">
                  <a16:creationId xmlns:a16="http://schemas.microsoft.com/office/drawing/2014/main" id="{E039B0CC-159D-BF94-2603-C5A261CBDAC1}"/>
                </a:ext>
              </a:extLst>
            </p:cNvPr>
            <p:cNvSpPr/>
            <p:nvPr/>
          </p:nvSpPr>
          <p:spPr>
            <a:xfrm>
              <a:off x="10903842" y="4471308"/>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grpFill/>
            <a:ln w="25400" cap="flat">
              <a:noFill/>
              <a:prstDash val="solid"/>
              <a:miter lim="400000"/>
            </a:ln>
            <a:effectLst/>
          </p:spPr>
          <p:txBody>
            <a:bodyPr anchor="ctr"/>
            <a:lstStyle/>
            <a:p>
              <a:pPr algn="ctr"/>
              <a:endParaRPr/>
            </a:p>
          </p:txBody>
        </p:sp>
        <p:sp>
          <p:nvSpPr>
            <p:cNvPr id="148" name="íṧľîḋè">
              <a:extLst>
                <a:ext uri="{FF2B5EF4-FFF2-40B4-BE49-F238E27FC236}">
                  <a16:creationId xmlns:a16="http://schemas.microsoft.com/office/drawing/2014/main" id="{84FC5E6A-C6FB-E2D2-E489-51FF65C2B451}"/>
                </a:ext>
              </a:extLst>
            </p:cNvPr>
            <p:cNvSpPr/>
            <p:nvPr/>
          </p:nvSpPr>
          <p:spPr>
            <a:xfrm>
              <a:off x="10588123" y="4181404"/>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grpFill/>
            <a:ln w="25400" cap="flat">
              <a:noFill/>
              <a:prstDash val="solid"/>
              <a:miter lim="400000"/>
            </a:ln>
            <a:effectLst/>
          </p:spPr>
          <p:txBody>
            <a:bodyPr anchor="ctr"/>
            <a:lstStyle/>
            <a:p>
              <a:pPr algn="ctr"/>
              <a:endParaRPr/>
            </a:p>
          </p:txBody>
        </p:sp>
        <p:sp>
          <p:nvSpPr>
            <p:cNvPr id="149" name="íşľîdè">
              <a:extLst>
                <a:ext uri="{FF2B5EF4-FFF2-40B4-BE49-F238E27FC236}">
                  <a16:creationId xmlns:a16="http://schemas.microsoft.com/office/drawing/2014/main" id="{653B3F1C-6ADD-BF91-1B36-C059B0A3DED5}"/>
                </a:ext>
              </a:extLst>
            </p:cNvPr>
            <p:cNvSpPr/>
            <p:nvPr/>
          </p:nvSpPr>
          <p:spPr>
            <a:xfrm>
              <a:off x="10528896" y="4237475"/>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grpFill/>
            <a:ln w="25400" cap="flat">
              <a:noFill/>
              <a:prstDash val="solid"/>
              <a:miter lim="400000"/>
            </a:ln>
            <a:effectLst/>
          </p:spPr>
          <p:txBody>
            <a:bodyPr anchor="ctr"/>
            <a:lstStyle/>
            <a:p>
              <a:pPr algn="ctr"/>
              <a:endParaRPr/>
            </a:p>
          </p:txBody>
        </p:sp>
        <p:sp>
          <p:nvSpPr>
            <p:cNvPr id="150" name="ïṩ1îḑè">
              <a:extLst>
                <a:ext uri="{FF2B5EF4-FFF2-40B4-BE49-F238E27FC236}">
                  <a16:creationId xmlns:a16="http://schemas.microsoft.com/office/drawing/2014/main" id="{1779976E-5FD5-7A82-84B4-FBE99EA6F323}"/>
                </a:ext>
              </a:extLst>
            </p:cNvPr>
            <p:cNvSpPr/>
            <p:nvPr/>
          </p:nvSpPr>
          <p:spPr>
            <a:xfrm>
              <a:off x="9937920" y="4105530"/>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grpFill/>
            <a:ln w="25400" cap="flat">
              <a:noFill/>
              <a:prstDash val="solid"/>
              <a:miter lim="400000"/>
            </a:ln>
            <a:effectLst/>
          </p:spPr>
          <p:txBody>
            <a:bodyPr anchor="ctr"/>
            <a:lstStyle/>
            <a:p>
              <a:pPr algn="ctr"/>
              <a:endParaRPr/>
            </a:p>
          </p:txBody>
        </p:sp>
        <p:sp>
          <p:nvSpPr>
            <p:cNvPr id="151" name="ïṧḻiḋe">
              <a:extLst>
                <a:ext uri="{FF2B5EF4-FFF2-40B4-BE49-F238E27FC236}">
                  <a16:creationId xmlns:a16="http://schemas.microsoft.com/office/drawing/2014/main" id="{70BCBE78-64E2-BDD3-631E-CD1F4C964B66}"/>
                </a:ext>
              </a:extLst>
            </p:cNvPr>
            <p:cNvSpPr/>
            <p:nvPr/>
          </p:nvSpPr>
          <p:spPr>
            <a:xfrm>
              <a:off x="10030474" y="3790111"/>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grpFill/>
            <a:ln w="25400" cap="flat">
              <a:noFill/>
              <a:prstDash val="solid"/>
              <a:miter lim="400000"/>
            </a:ln>
            <a:effectLst/>
          </p:spPr>
          <p:txBody>
            <a:bodyPr anchor="ctr"/>
            <a:lstStyle/>
            <a:p>
              <a:pPr algn="ctr"/>
              <a:endParaRPr/>
            </a:p>
          </p:txBody>
        </p:sp>
        <p:sp>
          <p:nvSpPr>
            <p:cNvPr id="152" name="ïSḻîḑê">
              <a:extLst>
                <a:ext uri="{FF2B5EF4-FFF2-40B4-BE49-F238E27FC236}">
                  <a16:creationId xmlns:a16="http://schemas.microsoft.com/office/drawing/2014/main" id="{92D1B0FD-13BF-03AA-E43B-A26602023401}"/>
                </a:ext>
              </a:extLst>
            </p:cNvPr>
            <p:cNvSpPr/>
            <p:nvPr/>
          </p:nvSpPr>
          <p:spPr>
            <a:xfrm>
              <a:off x="10351793" y="3476789"/>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grpFill/>
            <a:ln w="25400" cap="flat">
              <a:noFill/>
              <a:prstDash val="solid"/>
              <a:miter lim="400000"/>
            </a:ln>
            <a:effectLst/>
          </p:spPr>
          <p:txBody>
            <a:bodyPr anchor="ctr"/>
            <a:lstStyle/>
            <a:p>
              <a:pPr algn="ctr"/>
              <a:endParaRPr/>
            </a:p>
          </p:txBody>
        </p:sp>
        <p:sp>
          <p:nvSpPr>
            <p:cNvPr id="153" name="íS1íde">
              <a:extLst>
                <a:ext uri="{FF2B5EF4-FFF2-40B4-BE49-F238E27FC236}">
                  <a16:creationId xmlns:a16="http://schemas.microsoft.com/office/drawing/2014/main" id="{1FAFB705-0BA1-2B3F-79A1-F6F95A779AA2}"/>
                </a:ext>
              </a:extLst>
            </p:cNvPr>
            <p:cNvSpPr/>
            <p:nvPr/>
          </p:nvSpPr>
          <p:spPr>
            <a:xfrm>
              <a:off x="10325524" y="3553174"/>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grpFill/>
            <a:ln w="25400" cap="flat">
              <a:noFill/>
              <a:prstDash val="solid"/>
              <a:miter lim="400000"/>
            </a:ln>
            <a:effectLst/>
          </p:spPr>
          <p:txBody>
            <a:bodyPr anchor="ctr"/>
            <a:lstStyle/>
            <a:p>
              <a:pPr algn="ctr"/>
              <a:endParaRPr/>
            </a:p>
          </p:txBody>
        </p:sp>
        <p:sp>
          <p:nvSpPr>
            <p:cNvPr id="154" name="îṡḻíḍè">
              <a:extLst>
                <a:ext uri="{FF2B5EF4-FFF2-40B4-BE49-F238E27FC236}">
                  <a16:creationId xmlns:a16="http://schemas.microsoft.com/office/drawing/2014/main" id="{802A3B38-1152-A21F-798A-37A4C2EF0D1B}"/>
                </a:ext>
              </a:extLst>
            </p:cNvPr>
            <p:cNvSpPr/>
            <p:nvPr/>
          </p:nvSpPr>
          <p:spPr>
            <a:xfrm>
              <a:off x="10830737" y="3809410"/>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grpFill/>
            <a:ln w="25400" cap="flat">
              <a:noFill/>
              <a:prstDash val="solid"/>
              <a:miter lim="400000"/>
            </a:ln>
            <a:effectLst/>
          </p:spPr>
          <p:txBody>
            <a:bodyPr anchor="ctr"/>
            <a:lstStyle/>
            <a:p>
              <a:pPr algn="ctr"/>
              <a:endParaRPr/>
            </a:p>
          </p:txBody>
        </p:sp>
      </p:grpSp>
      <p:pic>
        <p:nvPicPr>
          <p:cNvPr id="196" name="ïsḻiḍe">
            <a:extLst>
              <a:ext uri="{FF2B5EF4-FFF2-40B4-BE49-F238E27FC236}">
                <a16:creationId xmlns:a16="http://schemas.microsoft.com/office/drawing/2014/main" id="{B39A8368-6B6E-793E-D529-FAB44FF569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88710" y="760254"/>
            <a:ext cx="1879390" cy="374335"/>
          </a:xfrm>
          <a:prstGeom prst="rect">
            <a:avLst/>
          </a:prstGeom>
        </p:spPr>
      </p:pic>
      <p:sp>
        <p:nvSpPr>
          <p:cNvPr id="2" name="文本框 1">
            <a:extLst>
              <a:ext uri="{FF2B5EF4-FFF2-40B4-BE49-F238E27FC236}">
                <a16:creationId xmlns:a16="http://schemas.microsoft.com/office/drawing/2014/main" id="{F2FE4DB4-DB61-BF6B-1A27-601ADA00510E}"/>
              </a:ext>
            </a:extLst>
          </p:cNvPr>
          <p:cNvSpPr txBox="1"/>
          <p:nvPr/>
        </p:nvSpPr>
        <p:spPr>
          <a:xfrm>
            <a:off x="873019" y="611369"/>
            <a:ext cx="9937288" cy="523220"/>
          </a:xfrm>
          <a:prstGeom prst="rect">
            <a:avLst/>
          </a:prstGeom>
          <a:noFill/>
        </p:spPr>
        <p:txBody>
          <a:bodyPr wrap="square" rtlCol="0">
            <a:spAutoFit/>
          </a:bodyPr>
          <a:lstStyle/>
          <a:p>
            <a:r>
              <a:rPr lang="zh-CN" altLang="en-US" sz="2800" dirty="0">
                <a:solidFill>
                  <a:schemeClr val="accent1"/>
                </a:solidFill>
              </a:rPr>
              <a:t>二、学院官网新闻推送与运营</a:t>
            </a:r>
            <a:endParaRPr lang="zh-CN" altLang="en-US" dirty="0"/>
          </a:p>
        </p:txBody>
      </p:sp>
      <p:pic>
        <p:nvPicPr>
          <p:cNvPr id="157" name="图片 156">
            <a:extLst>
              <a:ext uri="{FF2B5EF4-FFF2-40B4-BE49-F238E27FC236}">
                <a16:creationId xmlns:a16="http://schemas.microsoft.com/office/drawing/2014/main" id="{45ECC454-D365-5A91-C724-A51124D4068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288" y="1503377"/>
            <a:ext cx="5889377" cy="3679997"/>
          </a:xfrm>
          <a:prstGeom prst="rect">
            <a:avLst/>
          </a:prstGeom>
        </p:spPr>
      </p:pic>
      <p:pic>
        <p:nvPicPr>
          <p:cNvPr id="159" name="图片 158">
            <a:extLst>
              <a:ext uri="{FF2B5EF4-FFF2-40B4-BE49-F238E27FC236}">
                <a16:creationId xmlns:a16="http://schemas.microsoft.com/office/drawing/2014/main" id="{A2F30616-007A-18D0-4B3F-A48E43FA652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96000" y="1503377"/>
            <a:ext cx="5889378" cy="3679998"/>
          </a:xfrm>
          <a:prstGeom prst="rect">
            <a:avLst/>
          </a:prstGeom>
        </p:spPr>
      </p:pic>
      <p:sp>
        <p:nvSpPr>
          <p:cNvPr id="160" name="文本框 159">
            <a:extLst>
              <a:ext uri="{FF2B5EF4-FFF2-40B4-BE49-F238E27FC236}">
                <a16:creationId xmlns:a16="http://schemas.microsoft.com/office/drawing/2014/main" id="{8E52F76B-9932-927C-61F2-CB47A2CA2FD5}"/>
              </a:ext>
            </a:extLst>
          </p:cNvPr>
          <p:cNvSpPr txBox="1"/>
          <p:nvPr/>
        </p:nvSpPr>
        <p:spPr>
          <a:xfrm>
            <a:off x="4426665" y="5674125"/>
            <a:ext cx="2809812" cy="369332"/>
          </a:xfrm>
          <a:prstGeom prst="rect">
            <a:avLst/>
          </a:prstGeom>
          <a:noFill/>
        </p:spPr>
        <p:txBody>
          <a:bodyPr wrap="square" rtlCol="0">
            <a:spAutoFit/>
          </a:bodyPr>
          <a:lstStyle/>
          <a:p>
            <a:pPr algn="ctr"/>
            <a:r>
              <a:rPr lang="zh-CN" altLang="en-US" b="1" dirty="0">
                <a:solidFill>
                  <a:schemeClr val="accent1"/>
                </a:solidFill>
              </a:rPr>
              <a:t>学院新闻和学子风采推送</a:t>
            </a:r>
          </a:p>
        </p:txBody>
      </p:sp>
    </p:spTree>
    <p:extLst>
      <p:ext uri="{BB962C8B-B14F-4D97-AF65-F5344CB8AC3E}">
        <p14:creationId xmlns:p14="http://schemas.microsoft.com/office/powerpoint/2010/main" val="2335169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išḷídê">
          <a:extLst>
            <a:ext uri="{FF2B5EF4-FFF2-40B4-BE49-F238E27FC236}">
              <a16:creationId xmlns:a16="http://schemas.microsoft.com/office/drawing/2014/main" id="{E07469CA-2D3E-FB22-B181-CF73BE198782}"/>
            </a:ext>
          </a:extLst>
        </p:cNvPr>
        <p:cNvGrpSpPr/>
        <p:nvPr/>
      </p:nvGrpSpPr>
      <p:grpSpPr>
        <a:xfrm>
          <a:off x="0" y="0"/>
          <a:ext cx="0" cy="0"/>
          <a:chOff x="0" y="0"/>
          <a:chExt cx="0" cy="0"/>
        </a:xfrm>
      </p:grpSpPr>
      <p:grpSp>
        <p:nvGrpSpPr>
          <p:cNvPr id="11" name="íṥlîd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7B0064B-B20C-05A3-DA59-281154977F59}"/>
              </a:ext>
            </a:extLst>
          </p:cNvPr>
          <p:cNvGrpSpPr>
            <a:grpSpLocks noChangeAspect="1"/>
          </p:cNvGrpSpPr>
          <p:nvPr>
            <p:custDataLst>
              <p:tags r:id="rId1"/>
            </p:custDataLst>
          </p:nvPr>
        </p:nvGrpSpPr>
        <p:grpSpPr>
          <a:xfrm>
            <a:off x="723900" y="1046801"/>
            <a:ext cx="10491592" cy="5050945"/>
            <a:chOff x="1071716" y="1247323"/>
            <a:chExt cx="10048568" cy="4837661"/>
          </a:xfrm>
          <a:solidFill>
            <a:schemeClr val="bg2">
              <a:alpha val="33000"/>
            </a:schemeClr>
          </a:solidFill>
        </p:grpSpPr>
        <p:sp>
          <p:nvSpPr>
            <p:cNvPr id="12" name="iṧ1ide">
              <a:extLst>
                <a:ext uri="{FF2B5EF4-FFF2-40B4-BE49-F238E27FC236}">
                  <a16:creationId xmlns:a16="http://schemas.microsoft.com/office/drawing/2014/main" id="{CBCE7EF1-F839-7865-4165-27D0E9EDB255}"/>
                </a:ext>
              </a:extLst>
            </p:cNvPr>
            <p:cNvSpPr/>
            <p:nvPr/>
          </p:nvSpPr>
          <p:spPr>
            <a:xfrm>
              <a:off x="1071716" y="1560254"/>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grpFill/>
            <a:ln w="25400" cap="flat">
              <a:noFill/>
              <a:prstDash val="solid"/>
              <a:miter lim="400000"/>
            </a:ln>
            <a:effectLst/>
          </p:spPr>
          <p:txBody>
            <a:bodyPr anchor="ctr"/>
            <a:lstStyle/>
            <a:p>
              <a:pPr algn="ctr"/>
              <a:endParaRPr/>
            </a:p>
          </p:txBody>
        </p:sp>
        <p:sp>
          <p:nvSpPr>
            <p:cNvPr id="13" name="iṡlîdè">
              <a:extLst>
                <a:ext uri="{FF2B5EF4-FFF2-40B4-BE49-F238E27FC236}">
                  <a16:creationId xmlns:a16="http://schemas.microsoft.com/office/drawing/2014/main" id="{0DFEF95C-2FC8-3C24-5FC5-4137B1572E23}"/>
                </a:ext>
              </a:extLst>
            </p:cNvPr>
            <p:cNvSpPr/>
            <p:nvPr/>
          </p:nvSpPr>
          <p:spPr>
            <a:xfrm>
              <a:off x="2659645" y="1473576"/>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grpFill/>
            <a:ln w="25400" cap="flat">
              <a:noFill/>
              <a:prstDash val="solid"/>
              <a:miter lim="400000"/>
            </a:ln>
            <a:effectLst/>
          </p:spPr>
          <p:txBody>
            <a:bodyPr anchor="ctr"/>
            <a:lstStyle/>
            <a:p>
              <a:pPr algn="ctr"/>
              <a:endParaRPr/>
            </a:p>
          </p:txBody>
        </p:sp>
        <p:sp>
          <p:nvSpPr>
            <p:cNvPr id="14" name="íşḷídé">
              <a:extLst>
                <a:ext uri="{FF2B5EF4-FFF2-40B4-BE49-F238E27FC236}">
                  <a16:creationId xmlns:a16="http://schemas.microsoft.com/office/drawing/2014/main" id="{69D00953-269F-74F0-C083-BA1B528F4518}"/>
                </a:ext>
              </a:extLst>
            </p:cNvPr>
            <p:cNvSpPr/>
            <p:nvPr/>
          </p:nvSpPr>
          <p:spPr>
            <a:xfrm>
              <a:off x="3184375" y="1615331"/>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grpFill/>
            <a:ln w="25400" cap="flat">
              <a:noFill/>
              <a:prstDash val="solid"/>
              <a:miter lim="400000"/>
            </a:ln>
            <a:effectLst/>
          </p:spPr>
          <p:txBody>
            <a:bodyPr anchor="ctr"/>
            <a:lstStyle/>
            <a:p>
              <a:pPr algn="ctr"/>
              <a:endParaRPr/>
            </a:p>
          </p:txBody>
        </p:sp>
        <p:sp>
          <p:nvSpPr>
            <p:cNvPr id="15" name="í$ľïdê">
              <a:extLst>
                <a:ext uri="{FF2B5EF4-FFF2-40B4-BE49-F238E27FC236}">
                  <a16:creationId xmlns:a16="http://schemas.microsoft.com/office/drawing/2014/main" id="{79AB2C3D-0626-654D-5FEC-3CFE26F32346}"/>
                </a:ext>
              </a:extLst>
            </p:cNvPr>
            <p:cNvSpPr/>
            <p:nvPr/>
          </p:nvSpPr>
          <p:spPr>
            <a:xfrm>
              <a:off x="3215588" y="1484505"/>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grpFill/>
            <a:ln w="25400" cap="flat">
              <a:noFill/>
              <a:prstDash val="solid"/>
              <a:miter lim="400000"/>
            </a:ln>
            <a:effectLst/>
          </p:spPr>
          <p:txBody>
            <a:bodyPr anchor="ctr"/>
            <a:lstStyle/>
            <a:p>
              <a:pPr algn="ctr"/>
              <a:endParaRPr/>
            </a:p>
          </p:txBody>
        </p:sp>
        <p:sp>
          <p:nvSpPr>
            <p:cNvPr id="16" name="íṣļîḑe">
              <a:extLst>
                <a:ext uri="{FF2B5EF4-FFF2-40B4-BE49-F238E27FC236}">
                  <a16:creationId xmlns:a16="http://schemas.microsoft.com/office/drawing/2014/main" id="{3B4E63CA-15A5-2EA2-82E3-CEAB8FFCFDF9}"/>
                </a:ext>
              </a:extLst>
            </p:cNvPr>
            <p:cNvSpPr/>
            <p:nvPr/>
          </p:nvSpPr>
          <p:spPr>
            <a:xfrm>
              <a:off x="3377772" y="1484037"/>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grpFill/>
            <a:ln w="25400" cap="flat">
              <a:noFill/>
              <a:prstDash val="solid"/>
              <a:miter lim="400000"/>
            </a:ln>
            <a:effectLst/>
          </p:spPr>
          <p:txBody>
            <a:bodyPr anchor="ctr"/>
            <a:lstStyle/>
            <a:p>
              <a:pPr algn="ctr"/>
              <a:endParaRPr/>
            </a:p>
          </p:txBody>
        </p:sp>
        <p:sp>
          <p:nvSpPr>
            <p:cNvPr id="17" name="ïṥ1ïḑé">
              <a:extLst>
                <a:ext uri="{FF2B5EF4-FFF2-40B4-BE49-F238E27FC236}">
                  <a16:creationId xmlns:a16="http://schemas.microsoft.com/office/drawing/2014/main" id="{ECE8FC79-8918-1824-9EC8-8CE03E8D7BEC}"/>
                </a:ext>
              </a:extLst>
            </p:cNvPr>
            <p:cNvSpPr/>
            <p:nvPr/>
          </p:nvSpPr>
          <p:spPr>
            <a:xfrm>
              <a:off x="3537340" y="1418200"/>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grpFill/>
            <a:ln w="25400" cap="flat">
              <a:noFill/>
              <a:prstDash val="solid"/>
              <a:miter lim="400000"/>
            </a:ln>
            <a:effectLst/>
          </p:spPr>
          <p:txBody>
            <a:bodyPr anchor="ctr"/>
            <a:lstStyle/>
            <a:p>
              <a:pPr algn="ctr"/>
              <a:endParaRPr/>
            </a:p>
          </p:txBody>
        </p:sp>
        <p:sp>
          <p:nvSpPr>
            <p:cNvPr id="18" name="îşḻiḑe">
              <a:extLst>
                <a:ext uri="{FF2B5EF4-FFF2-40B4-BE49-F238E27FC236}">
                  <a16:creationId xmlns:a16="http://schemas.microsoft.com/office/drawing/2014/main" id="{0FDD5B85-18DC-01BE-C169-B91EC758926E}"/>
                </a:ext>
              </a:extLst>
            </p:cNvPr>
            <p:cNvSpPr/>
            <p:nvPr/>
          </p:nvSpPr>
          <p:spPr>
            <a:xfrm>
              <a:off x="3672980" y="1247323"/>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grpFill/>
            <a:ln w="25400" cap="flat">
              <a:noFill/>
              <a:prstDash val="solid"/>
              <a:miter lim="400000"/>
            </a:ln>
            <a:effectLst/>
          </p:spPr>
          <p:txBody>
            <a:bodyPr anchor="ctr"/>
            <a:lstStyle/>
            <a:p>
              <a:pPr algn="ctr"/>
              <a:endParaRPr/>
            </a:p>
          </p:txBody>
        </p:sp>
        <p:sp>
          <p:nvSpPr>
            <p:cNvPr id="19" name="îṥḻíďe">
              <a:extLst>
                <a:ext uri="{FF2B5EF4-FFF2-40B4-BE49-F238E27FC236}">
                  <a16:creationId xmlns:a16="http://schemas.microsoft.com/office/drawing/2014/main" id="{0E93A239-81A8-248D-917F-C7EA4BE6EB2C}"/>
                </a:ext>
              </a:extLst>
            </p:cNvPr>
            <p:cNvSpPr/>
            <p:nvPr/>
          </p:nvSpPr>
          <p:spPr>
            <a:xfrm>
              <a:off x="4072085" y="1252852"/>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grpFill/>
            <a:ln w="25400" cap="flat">
              <a:noFill/>
              <a:prstDash val="solid"/>
              <a:miter lim="400000"/>
            </a:ln>
            <a:effectLst/>
          </p:spPr>
          <p:txBody>
            <a:bodyPr anchor="ctr"/>
            <a:lstStyle/>
            <a:p>
              <a:pPr algn="ctr"/>
              <a:endParaRPr/>
            </a:p>
          </p:txBody>
        </p:sp>
        <p:sp>
          <p:nvSpPr>
            <p:cNvPr id="20" name="işľîḋê">
              <a:extLst>
                <a:ext uri="{FF2B5EF4-FFF2-40B4-BE49-F238E27FC236}">
                  <a16:creationId xmlns:a16="http://schemas.microsoft.com/office/drawing/2014/main" id="{78F42921-F101-571C-D2A2-23C40AEF0657}"/>
                </a:ext>
              </a:extLst>
            </p:cNvPr>
            <p:cNvSpPr/>
            <p:nvPr/>
          </p:nvSpPr>
          <p:spPr>
            <a:xfrm>
              <a:off x="3479660" y="1494826"/>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grpFill/>
            <a:ln w="25400" cap="flat">
              <a:noFill/>
              <a:prstDash val="solid"/>
              <a:miter lim="400000"/>
            </a:ln>
            <a:effectLst/>
          </p:spPr>
          <p:txBody>
            <a:bodyPr anchor="ctr"/>
            <a:lstStyle/>
            <a:p>
              <a:pPr algn="ctr"/>
              <a:endParaRPr/>
            </a:p>
          </p:txBody>
        </p:sp>
        <p:sp>
          <p:nvSpPr>
            <p:cNvPr id="21" name="îśḷíďè">
              <a:extLst>
                <a:ext uri="{FF2B5EF4-FFF2-40B4-BE49-F238E27FC236}">
                  <a16:creationId xmlns:a16="http://schemas.microsoft.com/office/drawing/2014/main" id="{9E0E3276-CACB-BBEA-C35D-73F0C04E145E}"/>
                </a:ext>
              </a:extLst>
            </p:cNvPr>
            <p:cNvSpPr/>
            <p:nvPr/>
          </p:nvSpPr>
          <p:spPr>
            <a:xfrm>
              <a:off x="3367978" y="1754955"/>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grpFill/>
            <a:ln w="25400" cap="flat">
              <a:noFill/>
              <a:prstDash val="solid"/>
              <a:miter lim="400000"/>
            </a:ln>
            <a:effectLst/>
          </p:spPr>
          <p:txBody>
            <a:bodyPr anchor="ctr"/>
            <a:lstStyle/>
            <a:p>
              <a:pPr algn="ctr"/>
              <a:endParaRPr/>
            </a:p>
          </p:txBody>
        </p:sp>
        <p:sp>
          <p:nvSpPr>
            <p:cNvPr id="22" name="îṥḷiḓè">
              <a:extLst>
                <a:ext uri="{FF2B5EF4-FFF2-40B4-BE49-F238E27FC236}">
                  <a16:creationId xmlns:a16="http://schemas.microsoft.com/office/drawing/2014/main" id="{DC7F4A4C-0BAE-C62B-152F-C3E779020421}"/>
                </a:ext>
              </a:extLst>
            </p:cNvPr>
            <p:cNvSpPr/>
            <p:nvPr/>
          </p:nvSpPr>
          <p:spPr>
            <a:xfrm>
              <a:off x="3798219" y="2232769"/>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grpFill/>
            <a:ln w="25400" cap="flat">
              <a:noFill/>
              <a:prstDash val="solid"/>
              <a:miter lim="400000"/>
            </a:ln>
            <a:effectLst/>
          </p:spPr>
          <p:txBody>
            <a:bodyPr anchor="ctr"/>
            <a:lstStyle/>
            <a:p>
              <a:pPr algn="ctr"/>
              <a:endParaRPr/>
            </a:p>
          </p:txBody>
        </p:sp>
        <p:sp>
          <p:nvSpPr>
            <p:cNvPr id="23" name="iṥliďe">
              <a:extLst>
                <a:ext uri="{FF2B5EF4-FFF2-40B4-BE49-F238E27FC236}">
                  <a16:creationId xmlns:a16="http://schemas.microsoft.com/office/drawing/2014/main" id="{C79EE8BD-E711-7E08-5DB5-9E680C7C4169}"/>
                </a:ext>
              </a:extLst>
            </p:cNvPr>
            <p:cNvSpPr/>
            <p:nvPr/>
          </p:nvSpPr>
          <p:spPr>
            <a:xfrm>
              <a:off x="3443720" y="2870076"/>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grpFill/>
            <a:ln w="25400" cap="flat">
              <a:noFill/>
              <a:prstDash val="solid"/>
              <a:miter lim="400000"/>
            </a:ln>
            <a:effectLst/>
          </p:spPr>
          <p:txBody>
            <a:bodyPr anchor="ctr"/>
            <a:lstStyle/>
            <a:p>
              <a:pPr algn="ctr"/>
              <a:endParaRPr/>
            </a:p>
          </p:txBody>
        </p:sp>
        <p:sp>
          <p:nvSpPr>
            <p:cNvPr id="24" name="î$ļídé">
              <a:extLst>
                <a:ext uri="{FF2B5EF4-FFF2-40B4-BE49-F238E27FC236}">
                  <a16:creationId xmlns:a16="http://schemas.microsoft.com/office/drawing/2014/main" id="{DDE25ABB-9FC1-F8C3-41E1-ED95870DF2CD}"/>
                </a:ext>
              </a:extLst>
            </p:cNvPr>
            <p:cNvSpPr/>
            <p:nvPr/>
          </p:nvSpPr>
          <p:spPr>
            <a:xfrm>
              <a:off x="2721842" y="3238975"/>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grpFill/>
            <a:ln w="25400" cap="flat">
              <a:noFill/>
              <a:prstDash val="solid"/>
              <a:miter lim="400000"/>
            </a:ln>
            <a:effectLst/>
          </p:spPr>
          <p:txBody>
            <a:bodyPr anchor="ctr"/>
            <a:lstStyle/>
            <a:p>
              <a:pPr algn="ctr"/>
              <a:endParaRPr/>
            </a:p>
          </p:txBody>
        </p:sp>
        <p:sp>
          <p:nvSpPr>
            <p:cNvPr id="25" name="ïşļíḍé">
              <a:extLst>
                <a:ext uri="{FF2B5EF4-FFF2-40B4-BE49-F238E27FC236}">
                  <a16:creationId xmlns:a16="http://schemas.microsoft.com/office/drawing/2014/main" id="{6A6ECD8C-8C80-DADC-4D2A-C9155A8F9AB7}"/>
                </a:ext>
              </a:extLst>
            </p:cNvPr>
            <p:cNvSpPr/>
            <p:nvPr/>
          </p:nvSpPr>
          <p:spPr>
            <a:xfrm>
              <a:off x="3014633" y="3360630"/>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grpFill/>
            <a:ln w="25400" cap="flat">
              <a:noFill/>
              <a:prstDash val="solid"/>
              <a:miter lim="400000"/>
            </a:ln>
            <a:effectLst/>
          </p:spPr>
          <p:txBody>
            <a:bodyPr anchor="ctr"/>
            <a:lstStyle/>
            <a:p>
              <a:pPr algn="ctr"/>
              <a:endParaRPr/>
            </a:p>
          </p:txBody>
        </p:sp>
        <p:sp>
          <p:nvSpPr>
            <p:cNvPr id="26" name="î$líḋè">
              <a:extLst>
                <a:ext uri="{FF2B5EF4-FFF2-40B4-BE49-F238E27FC236}">
                  <a16:creationId xmlns:a16="http://schemas.microsoft.com/office/drawing/2014/main" id="{4D862058-0938-ABBC-C633-F72C15701A25}"/>
                </a:ext>
              </a:extLst>
            </p:cNvPr>
            <p:cNvSpPr/>
            <p:nvPr/>
          </p:nvSpPr>
          <p:spPr>
            <a:xfrm>
              <a:off x="2895033" y="3401778"/>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grpFill/>
            <a:ln w="25400" cap="flat">
              <a:noFill/>
              <a:prstDash val="solid"/>
              <a:miter lim="400000"/>
            </a:ln>
            <a:effectLst/>
          </p:spPr>
          <p:txBody>
            <a:bodyPr anchor="ctr"/>
            <a:lstStyle/>
            <a:p>
              <a:pPr algn="ctr"/>
              <a:endParaRPr/>
            </a:p>
          </p:txBody>
        </p:sp>
        <p:sp>
          <p:nvSpPr>
            <p:cNvPr id="27" name="ï$1îḑe">
              <a:extLst>
                <a:ext uri="{FF2B5EF4-FFF2-40B4-BE49-F238E27FC236}">
                  <a16:creationId xmlns:a16="http://schemas.microsoft.com/office/drawing/2014/main" id="{7D4FF9B6-2934-7DC5-3208-6B8321478005}"/>
                </a:ext>
              </a:extLst>
            </p:cNvPr>
            <p:cNvSpPr/>
            <p:nvPr/>
          </p:nvSpPr>
          <p:spPr>
            <a:xfrm>
              <a:off x="3271035" y="3400703"/>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grpFill/>
            <a:ln w="25400" cap="flat">
              <a:noFill/>
              <a:prstDash val="solid"/>
              <a:miter lim="400000"/>
            </a:ln>
            <a:effectLst/>
          </p:spPr>
          <p:txBody>
            <a:bodyPr anchor="ctr"/>
            <a:lstStyle/>
            <a:p>
              <a:pPr algn="ctr"/>
              <a:endParaRPr/>
            </a:p>
          </p:txBody>
        </p:sp>
        <p:sp>
          <p:nvSpPr>
            <p:cNvPr id="28" name="iṥḻíḋè">
              <a:extLst>
                <a:ext uri="{FF2B5EF4-FFF2-40B4-BE49-F238E27FC236}">
                  <a16:creationId xmlns:a16="http://schemas.microsoft.com/office/drawing/2014/main" id="{46FCE943-3C45-992C-67A4-89C351D98F2E}"/>
                </a:ext>
              </a:extLst>
            </p:cNvPr>
            <p:cNvSpPr/>
            <p:nvPr/>
          </p:nvSpPr>
          <p:spPr>
            <a:xfrm>
              <a:off x="3099915" y="3243765"/>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grpFill/>
            <a:ln w="25400" cap="flat">
              <a:noFill/>
              <a:prstDash val="solid"/>
              <a:miter lim="400000"/>
            </a:ln>
            <a:effectLst/>
          </p:spPr>
          <p:txBody>
            <a:bodyPr anchor="ctr"/>
            <a:lstStyle/>
            <a:p>
              <a:pPr algn="ctr"/>
              <a:endParaRPr/>
            </a:p>
          </p:txBody>
        </p:sp>
        <p:sp>
          <p:nvSpPr>
            <p:cNvPr id="29" name="ïš1íde">
              <a:extLst>
                <a:ext uri="{FF2B5EF4-FFF2-40B4-BE49-F238E27FC236}">
                  <a16:creationId xmlns:a16="http://schemas.microsoft.com/office/drawing/2014/main" id="{3B371D17-8788-0D61-6A67-4C02750D60A3}"/>
                </a:ext>
              </a:extLst>
            </p:cNvPr>
            <p:cNvSpPr/>
            <p:nvPr/>
          </p:nvSpPr>
          <p:spPr>
            <a:xfrm>
              <a:off x="3040202" y="3273501"/>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grpFill/>
            <a:ln w="25400" cap="flat">
              <a:noFill/>
              <a:prstDash val="solid"/>
              <a:miter lim="400000"/>
            </a:ln>
            <a:effectLst/>
          </p:spPr>
          <p:txBody>
            <a:bodyPr anchor="ctr"/>
            <a:lstStyle/>
            <a:p>
              <a:pPr algn="ctr"/>
              <a:endParaRPr/>
            </a:p>
          </p:txBody>
        </p:sp>
        <p:sp>
          <p:nvSpPr>
            <p:cNvPr id="30" name="isliḋê">
              <a:extLst>
                <a:ext uri="{FF2B5EF4-FFF2-40B4-BE49-F238E27FC236}">
                  <a16:creationId xmlns:a16="http://schemas.microsoft.com/office/drawing/2014/main" id="{AAC6CFFF-670F-A2DE-02FF-43017F70843B}"/>
                </a:ext>
              </a:extLst>
            </p:cNvPr>
            <p:cNvSpPr/>
            <p:nvPr/>
          </p:nvSpPr>
          <p:spPr>
            <a:xfrm>
              <a:off x="2935381" y="3141153"/>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grpFill/>
            <a:ln w="25400" cap="flat">
              <a:noFill/>
              <a:prstDash val="solid"/>
              <a:miter lim="400000"/>
            </a:ln>
            <a:effectLst/>
          </p:spPr>
          <p:txBody>
            <a:bodyPr anchor="ctr"/>
            <a:lstStyle/>
            <a:p>
              <a:pPr algn="ctr"/>
              <a:endParaRPr/>
            </a:p>
          </p:txBody>
        </p:sp>
        <p:sp>
          <p:nvSpPr>
            <p:cNvPr id="31" name="îs1iḍè">
              <a:extLst>
                <a:ext uri="{FF2B5EF4-FFF2-40B4-BE49-F238E27FC236}">
                  <a16:creationId xmlns:a16="http://schemas.microsoft.com/office/drawing/2014/main" id="{78282540-E03E-069A-3E7C-19CC1AA89657}"/>
                </a:ext>
              </a:extLst>
            </p:cNvPr>
            <p:cNvSpPr/>
            <p:nvPr/>
          </p:nvSpPr>
          <p:spPr>
            <a:xfrm>
              <a:off x="2937717" y="3092070"/>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grpFill/>
            <a:ln w="25400" cap="flat">
              <a:noFill/>
              <a:prstDash val="solid"/>
              <a:miter lim="400000"/>
            </a:ln>
            <a:effectLst/>
          </p:spPr>
          <p:txBody>
            <a:bodyPr anchor="ctr"/>
            <a:lstStyle/>
            <a:p>
              <a:pPr algn="ctr"/>
              <a:endParaRPr/>
            </a:p>
          </p:txBody>
        </p:sp>
        <p:sp>
          <p:nvSpPr>
            <p:cNvPr id="32" name="iṧlïḍé">
              <a:extLst>
                <a:ext uri="{FF2B5EF4-FFF2-40B4-BE49-F238E27FC236}">
                  <a16:creationId xmlns:a16="http://schemas.microsoft.com/office/drawing/2014/main" id="{D2E449B3-6040-A13D-F739-9A4E021A02CB}"/>
                </a:ext>
              </a:extLst>
            </p:cNvPr>
            <p:cNvSpPr/>
            <p:nvPr/>
          </p:nvSpPr>
          <p:spPr>
            <a:xfrm>
              <a:off x="2983567" y="3093648"/>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grpFill/>
            <a:ln w="25400" cap="flat">
              <a:noFill/>
              <a:prstDash val="solid"/>
              <a:miter lim="400000"/>
            </a:ln>
            <a:effectLst/>
          </p:spPr>
          <p:txBody>
            <a:bodyPr anchor="ctr"/>
            <a:lstStyle/>
            <a:p>
              <a:pPr algn="ctr"/>
              <a:endParaRPr/>
            </a:p>
          </p:txBody>
        </p:sp>
        <p:sp>
          <p:nvSpPr>
            <p:cNvPr id="33" name="iSļîḋé">
              <a:extLst>
                <a:ext uri="{FF2B5EF4-FFF2-40B4-BE49-F238E27FC236}">
                  <a16:creationId xmlns:a16="http://schemas.microsoft.com/office/drawing/2014/main" id="{440CB0AF-09DA-E986-3871-1BA76175B92F}"/>
                </a:ext>
              </a:extLst>
            </p:cNvPr>
            <p:cNvSpPr/>
            <p:nvPr/>
          </p:nvSpPr>
          <p:spPr>
            <a:xfrm>
              <a:off x="2959952" y="3134535"/>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grpFill/>
            <a:ln w="25400" cap="flat">
              <a:noFill/>
              <a:prstDash val="solid"/>
              <a:miter lim="400000"/>
            </a:ln>
            <a:effectLst/>
          </p:spPr>
          <p:txBody>
            <a:bodyPr anchor="ctr"/>
            <a:lstStyle/>
            <a:p>
              <a:pPr algn="ctr"/>
              <a:endParaRPr/>
            </a:p>
          </p:txBody>
        </p:sp>
        <p:sp>
          <p:nvSpPr>
            <p:cNvPr id="34" name="îṥḷíḑé">
              <a:extLst>
                <a:ext uri="{FF2B5EF4-FFF2-40B4-BE49-F238E27FC236}">
                  <a16:creationId xmlns:a16="http://schemas.microsoft.com/office/drawing/2014/main" id="{91B354E0-9D91-7BC8-63F9-C55740280F59}"/>
                </a:ext>
              </a:extLst>
            </p:cNvPr>
            <p:cNvSpPr/>
            <p:nvPr/>
          </p:nvSpPr>
          <p:spPr>
            <a:xfrm>
              <a:off x="3029817" y="3184357"/>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grpFill/>
            <a:ln w="25400" cap="flat">
              <a:noFill/>
              <a:prstDash val="solid"/>
              <a:miter lim="400000"/>
            </a:ln>
            <a:effectLst/>
          </p:spPr>
          <p:txBody>
            <a:bodyPr anchor="ctr"/>
            <a:lstStyle/>
            <a:p>
              <a:pPr algn="ctr"/>
              <a:endParaRPr/>
            </a:p>
          </p:txBody>
        </p:sp>
        <p:sp>
          <p:nvSpPr>
            <p:cNvPr id="35" name="íṡ1ide">
              <a:extLst>
                <a:ext uri="{FF2B5EF4-FFF2-40B4-BE49-F238E27FC236}">
                  <a16:creationId xmlns:a16="http://schemas.microsoft.com/office/drawing/2014/main" id="{06DDD482-CD0F-3393-A684-58C1EA05EBFE}"/>
                </a:ext>
              </a:extLst>
            </p:cNvPr>
            <p:cNvSpPr/>
            <p:nvPr/>
          </p:nvSpPr>
          <p:spPr>
            <a:xfrm>
              <a:off x="3034154" y="3223970"/>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grpFill/>
            <a:ln w="25400" cap="flat">
              <a:noFill/>
              <a:prstDash val="solid"/>
              <a:miter lim="400000"/>
            </a:ln>
            <a:effectLst/>
          </p:spPr>
          <p:txBody>
            <a:bodyPr anchor="ctr"/>
            <a:lstStyle/>
            <a:p>
              <a:pPr algn="ctr"/>
              <a:endParaRPr/>
            </a:p>
          </p:txBody>
        </p:sp>
        <p:sp>
          <p:nvSpPr>
            <p:cNvPr id="36" name="iŝḻíḓé">
              <a:extLst>
                <a:ext uri="{FF2B5EF4-FFF2-40B4-BE49-F238E27FC236}">
                  <a16:creationId xmlns:a16="http://schemas.microsoft.com/office/drawing/2014/main" id="{3AD53DBB-3A7A-A107-7467-C0939EA0D42B}"/>
                </a:ext>
              </a:extLst>
            </p:cNvPr>
            <p:cNvSpPr/>
            <p:nvPr/>
          </p:nvSpPr>
          <p:spPr>
            <a:xfrm>
              <a:off x="2785378" y="3359199"/>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grpFill/>
            <a:ln w="25400" cap="flat">
              <a:noFill/>
              <a:prstDash val="solid"/>
              <a:miter lim="400000"/>
            </a:ln>
            <a:effectLst/>
          </p:spPr>
          <p:txBody>
            <a:bodyPr anchor="ctr"/>
            <a:lstStyle/>
            <a:p>
              <a:pPr algn="ctr"/>
              <a:endParaRPr/>
            </a:p>
          </p:txBody>
        </p:sp>
        <p:sp>
          <p:nvSpPr>
            <p:cNvPr id="37" name="ïS1íḋè">
              <a:extLst>
                <a:ext uri="{FF2B5EF4-FFF2-40B4-BE49-F238E27FC236}">
                  <a16:creationId xmlns:a16="http://schemas.microsoft.com/office/drawing/2014/main" id="{90CC8AC1-6784-EF18-B6FE-30A4F7C5F4AE}"/>
                </a:ext>
              </a:extLst>
            </p:cNvPr>
            <p:cNvSpPr/>
            <p:nvPr/>
          </p:nvSpPr>
          <p:spPr>
            <a:xfrm>
              <a:off x="3344267" y="3394292"/>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grpFill/>
            <a:ln w="25400" cap="flat">
              <a:noFill/>
              <a:prstDash val="solid"/>
              <a:miter lim="400000"/>
            </a:ln>
            <a:effectLst/>
          </p:spPr>
          <p:txBody>
            <a:bodyPr anchor="ctr"/>
            <a:lstStyle/>
            <a:p>
              <a:pPr algn="ctr"/>
              <a:endParaRPr/>
            </a:p>
          </p:txBody>
        </p:sp>
        <p:sp>
          <p:nvSpPr>
            <p:cNvPr id="38" name="işļíḋê">
              <a:extLst>
                <a:ext uri="{FF2B5EF4-FFF2-40B4-BE49-F238E27FC236}">
                  <a16:creationId xmlns:a16="http://schemas.microsoft.com/office/drawing/2014/main" id="{81D3B9D3-9DE7-D65A-0015-DCE546C74CE6}"/>
                </a:ext>
              </a:extLst>
            </p:cNvPr>
            <p:cNvSpPr/>
            <p:nvPr/>
          </p:nvSpPr>
          <p:spPr>
            <a:xfrm>
              <a:off x="3331641" y="3425859"/>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grpFill/>
            <a:ln w="25400" cap="flat">
              <a:noFill/>
              <a:prstDash val="solid"/>
              <a:miter lim="400000"/>
            </a:ln>
            <a:effectLst/>
          </p:spPr>
          <p:txBody>
            <a:bodyPr anchor="ctr"/>
            <a:lstStyle/>
            <a:p>
              <a:pPr algn="ctr"/>
              <a:endParaRPr/>
            </a:p>
          </p:txBody>
        </p:sp>
        <p:sp>
          <p:nvSpPr>
            <p:cNvPr id="39" name="îṥḻîḍê">
              <a:extLst>
                <a:ext uri="{FF2B5EF4-FFF2-40B4-BE49-F238E27FC236}">
                  <a16:creationId xmlns:a16="http://schemas.microsoft.com/office/drawing/2014/main" id="{5446262C-D2F3-4619-652C-C2A15C327558}"/>
                </a:ext>
              </a:extLst>
            </p:cNvPr>
            <p:cNvSpPr/>
            <p:nvPr/>
          </p:nvSpPr>
          <p:spPr>
            <a:xfrm>
              <a:off x="3393321" y="3447981"/>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grpFill/>
            <a:ln w="25400" cap="flat">
              <a:noFill/>
              <a:prstDash val="solid"/>
              <a:miter lim="400000"/>
            </a:ln>
            <a:effectLst/>
          </p:spPr>
          <p:txBody>
            <a:bodyPr anchor="ctr"/>
            <a:lstStyle/>
            <a:p>
              <a:pPr algn="ctr"/>
              <a:endParaRPr/>
            </a:p>
          </p:txBody>
        </p:sp>
        <p:sp>
          <p:nvSpPr>
            <p:cNvPr id="40" name="iṩļíḓe">
              <a:extLst>
                <a:ext uri="{FF2B5EF4-FFF2-40B4-BE49-F238E27FC236}">
                  <a16:creationId xmlns:a16="http://schemas.microsoft.com/office/drawing/2014/main" id="{3B0A2556-351B-A416-EF6A-6874549D3AC3}"/>
                </a:ext>
              </a:extLst>
            </p:cNvPr>
            <p:cNvSpPr/>
            <p:nvPr/>
          </p:nvSpPr>
          <p:spPr>
            <a:xfrm>
              <a:off x="3434240" y="3430336"/>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grpFill/>
            <a:ln w="25400" cap="flat">
              <a:noFill/>
              <a:prstDash val="solid"/>
              <a:miter lim="400000"/>
            </a:ln>
            <a:effectLst/>
          </p:spPr>
          <p:txBody>
            <a:bodyPr anchor="ctr"/>
            <a:lstStyle/>
            <a:p>
              <a:pPr algn="ctr"/>
              <a:endParaRPr/>
            </a:p>
          </p:txBody>
        </p:sp>
        <p:sp>
          <p:nvSpPr>
            <p:cNvPr id="41" name="íşḷiḓé">
              <a:extLst>
                <a:ext uri="{FF2B5EF4-FFF2-40B4-BE49-F238E27FC236}">
                  <a16:creationId xmlns:a16="http://schemas.microsoft.com/office/drawing/2014/main" id="{1B6049D5-C05D-CA83-2B04-0C23AA707642}"/>
                </a:ext>
              </a:extLst>
            </p:cNvPr>
            <p:cNvSpPr/>
            <p:nvPr/>
          </p:nvSpPr>
          <p:spPr>
            <a:xfrm>
              <a:off x="3386807" y="340124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grpFill/>
            <a:ln w="25400" cap="flat">
              <a:noFill/>
              <a:prstDash val="solid"/>
              <a:miter lim="400000"/>
            </a:ln>
            <a:effectLst/>
          </p:spPr>
          <p:txBody>
            <a:bodyPr anchor="ctr"/>
            <a:lstStyle/>
            <a:p>
              <a:pPr algn="ctr"/>
              <a:endParaRPr/>
            </a:p>
          </p:txBody>
        </p:sp>
        <p:sp>
          <p:nvSpPr>
            <p:cNvPr id="42" name="ïŝliḑe">
              <a:extLst>
                <a:ext uri="{FF2B5EF4-FFF2-40B4-BE49-F238E27FC236}">
                  <a16:creationId xmlns:a16="http://schemas.microsoft.com/office/drawing/2014/main" id="{CAE839D9-5013-27DA-AE39-C0EEF22BE37A}"/>
                </a:ext>
              </a:extLst>
            </p:cNvPr>
            <p:cNvSpPr/>
            <p:nvPr/>
          </p:nvSpPr>
          <p:spPr>
            <a:xfrm>
              <a:off x="3471329" y="3432447"/>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grpFill/>
            <a:ln w="25400" cap="flat">
              <a:noFill/>
              <a:prstDash val="solid"/>
              <a:miter lim="400000"/>
            </a:ln>
            <a:effectLst/>
          </p:spPr>
          <p:txBody>
            <a:bodyPr anchor="ctr"/>
            <a:lstStyle/>
            <a:p>
              <a:pPr algn="ctr"/>
              <a:endParaRPr/>
            </a:p>
          </p:txBody>
        </p:sp>
        <p:sp>
          <p:nvSpPr>
            <p:cNvPr id="43" name="îṡlídé">
              <a:extLst>
                <a:ext uri="{FF2B5EF4-FFF2-40B4-BE49-F238E27FC236}">
                  <a16:creationId xmlns:a16="http://schemas.microsoft.com/office/drawing/2014/main" id="{694BCAA8-0CB0-E694-8B77-411E72827EB5}"/>
                </a:ext>
              </a:extLst>
            </p:cNvPr>
            <p:cNvSpPr/>
            <p:nvPr/>
          </p:nvSpPr>
          <p:spPr>
            <a:xfrm>
              <a:off x="3444546" y="347094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grpFill/>
            <a:ln w="25400" cap="flat">
              <a:noFill/>
              <a:prstDash val="solid"/>
              <a:miter lim="400000"/>
            </a:ln>
            <a:effectLst/>
          </p:spPr>
          <p:txBody>
            <a:bodyPr anchor="ctr"/>
            <a:lstStyle/>
            <a:p>
              <a:pPr algn="ctr"/>
              <a:endParaRPr/>
            </a:p>
          </p:txBody>
        </p:sp>
        <p:sp>
          <p:nvSpPr>
            <p:cNvPr id="44" name="iS1iḓé">
              <a:extLst>
                <a:ext uri="{FF2B5EF4-FFF2-40B4-BE49-F238E27FC236}">
                  <a16:creationId xmlns:a16="http://schemas.microsoft.com/office/drawing/2014/main" id="{08DE2833-7EEC-FA0D-0B6A-DD307AC8EA48}"/>
                </a:ext>
              </a:extLst>
            </p:cNvPr>
            <p:cNvSpPr/>
            <p:nvPr/>
          </p:nvSpPr>
          <p:spPr>
            <a:xfrm>
              <a:off x="3474836" y="3472701"/>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grpFill/>
            <a:ln w="25400" cap="flat">
              <a:noFill/>
              <a:prstDash val="solid"/>
              <a:miter lim="400000"/>
            </a:ln>
            <a:effectLst/>
          </p:spPr>
          <p:txBody>
            <a:bodyPr anchor="ctr"/>
            <a:lstStyle/>
            <a:p>
              <a:pPr algn="ctr"/>
              <a:endParaRPr/>
            </a:p>
          </p:txBody>
        </p:sp>
        <p:sp>
          <p:nvSpPr>
            <p:cNvPr id="45" name="iṥlidè">
              <a:extLst>
                <a:ext uri="{FF2B5EF4-FFF2-40B4-BE49-F238E27FC236}">
                  <a16:creationId xmlns:a16="http://schemas.microsoft.com/office/drawing/2014/main" id="{4A8F109F-87CC-DC95-E7A0-95C4671C5C3B}"/>
                </a:ext>
              </a:extLst>
            </p:cNvPr>
            <p:cNvSpPr/>
            <p:nvPr/>
          </p:nvSpPr>
          <p:spPr>
            <a:xfrm>
              <a:off x="3486460" y="3511833"/>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grpFill/>
            <a:ln w="25400" cap="flat">
              <a:noFill/>
              <a:prstDash val="solid"/>
              <a:miter lim="400000"/>
            </a:ln>
            <a:effectLst/>
          </p:spPr>
          <p:txBody>
            <a:bodyPr anchor="ctr"/>
            <a:lstStyle/>
            <a:p>
              <a:pPr algn="ctr"/>
              <a:endParaRPr/>
            </a:p>
          </p:txBody>
        </p:sp>
        <p:sp>
          <p:nvSpPr>
            <p:cNvPr id="46" name="ïṥlïdè">
              <a:extLst>
                <a:ext uri="{FF2B5EF4-FFF2-40B4-BE49-F238E27FC236}">
                  <a16:creationId xmlns:a16="http://schemas.microsoft.com/office/drawing/2014/main" id="{CE842ADA-D104-4191-D9BA-B688AFA67812}"/>
                </a:ext>
              </a:extLst>
            </p:cNvPr>
            <p:cNvSpPr/>
            <p:nvPr/>
          </p:nvSpPr>
          <p:spPr>
            <a:xfrm>
              <a:off x="3201743" y="3611230"/>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grpFill/>
            <a:ln w="25400" cap="flat">
              <a:noFill/>
              <a:prstDash val="solid"/>
              <a:miter lim="400000"/>
            </a:ln>
            <a:effectLst/>
          </p:spPr>
          <p:txBody>
            <a:bodyPr anchor="ctr"/>
            <a:lstStyle/>
            <a:p>
              <a:pPr algn="ctr"/>
              <a:endParaRPr/>
            </a:p>
          </p:txBody>
        </p:sp>
        <p:sp>
          <p:nvSpPr>
            <p:cNvPr id="47" name="ïşlïḓé">
              <a:extLst>
                <a:ext uri="{FF2B5EF4-FFF2-40B4-BE49-F238E27FC236}">
                  <a16:creationId xmlns:a16="http://schemas.microsoft.com/office/drawing/2014/main" id="{B5DCE145-DA43-A79E-9841-79D631E33ED6}"/>
                </a:ext>
              </a:extLst>
            </p:cNvPr>
            <p:cNvSpPr/>
            <p:nvPr/>
          </p:nvSpPr>
          <p:spPr>
            <a:xfrm>
              <a:off x="3163762" y="3609243"/>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grpFill/>
            <a:ln w="25400" cap="flat">
              <a:noFill/>
              <a:prstDash val="solid"/>
              <a:miter lim="400000"/>
            </a:ln>
            <a:effectLst/>
          </p:spPr>
          <p:txBody>
            <a:bodyPr anchor="ctr"/>
            <a:lstStyle/>
            <a:p>
              <a:pPr algn="ctr"/>
              <a:endParaRPr/>
            </a:p>
          </p:txBody>
        </p:sp>
        <p:sp>
          <p:nvSpPr>
            <p:cNvPr id="48" name="ïṥḻïde">
              <a:extLst>
                <a:ext uri="{FF2B5EF4-FFF2-40B4-BE49-F238E27FC236}">
                  <a16:creationId xmlns:a16="http://schemas.microsoft.com/office/drawing/2014/main" id="{A5548473-5B7C-3CDB-7F97-AF85ACB48E49}"/>
                </a:ext>
              </a:extLst>
            </p:cNvPr>
            <p:cNvSpPr/>
            <p:nvPr/>
          </p:nvSpPr>
          <p:spPr>
            <a:xfrm>
              <a:off x="3499270" y="3543405"/>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grpFill/>
            <a:ln w="25400" cap="flat">
              <a:noFill/>
              <a:prstDash val="solid"/>
              <a:miter lim="400000"/>
            </a:ln>
            <a:effectLst/>
          </p:spPr>
          <p:txBody>
            <a:bodyPr anchor="ctr"/>
            <a:lstStyle/>
            <a:p>
              <a:pPr algn="ctr"/>
              <a:endParaRPr/>
            </a:p>
          </p:txBody>
        </p:sp>
        <p:sp>
          <p:nvSpPr>
            <p:cNvPr id="49" name="íšľiḍé">
              <a:extLst>
                <a:ext uri="{FF2B5EF4-FFF2-40B4-BE49-F238E27FC236}">
                  <a16:creationId xmlns:a16="http://schemas.microsoft.com/office/drawing/2014/main" id="{CC77BD61-DBAE-0F6F-4D9A-3511CA304C62}"/>
                </a:ext>
              </a:extLst>
            </p:cNvPr>
            <p:cNvSpPr/>
            <p:nvPr/>
          </p:nvSpPr>
          <p:spPr>
            <a:xfrm>
              <a:off x="3477190" y="3573359"/>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grpFill/>
            <a:ln w="25400" cap="flat">
              <a:noFill/>
              <a:prstDash val="solid"/>
              <a:miter lim="400000"/>
            </a:ln>
            <a:effectLst/>
          </p:spPr>
          <p:txBody>
            <a:bodyPr anchor="ctr"/>
            <a:lstStyle/>
            <a:p>
              <a:pPr algn="ctr"/>
              <a:endParaRPr/>
            </a:p>
          </p:txBody>
        </p:sp>
        <p:sp>
          <p:nvSpPr>
            <p:cNvPr id="50" name="i$liďe">
              <a:extLst>
                <a:ext uri="{FF2B5EF4-FFF2-40B4-BE49-F238E27FC236}">
                  <a16:creationId xmlns:a16="http://schemas.microsoft.com/office/drawing/2014/main" id="{588C8520-54C7-FBF6-C41F-A1F8E0BBC220}"/>
                </a:ext>
              </a:extLst>
            </p:cNvPr>
            <p:cNvSpPr/>
            <p:nvPr/>
          </p:nvSpPr>
          <p:spPr>
            <a:xfrm>
              <a:off x="3463227" y="3603633"/>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grpFill/>
            <a:ln w="25400" cap="flat">
              <a:noFill/>
              <a:prstDash val="solid"/>
              <a:miter lim="400000"/>
            </a:ln>
            <a:effectLst/>
          </p:spPr>
          <p:txBody>
            <a:bodyPr anchor="ctr"/>
            <a:lstStyle/>
            <a:p>
              <a:pPr algn="ctr"/>
              <a:endParaRPr/>
            </a:p>
          </p:txBody>
        </p:sp>
        <p:sp>
          <p:nvSpPr>
            <p:cNvPr id="51" name="íṣļïde">
              <a:extLst>
                <a:ext uri="{FF2B5EF4-FFF2-40B4-BE49-F238E27FC236}">
                  <a16:creationId xmlns:a16="http://schemas.microsoft.com/office/drawing/2014/main" id="{9F60D3B9-E9BD-996D-5338-04CA8B724605}"/>
                </a:ext>
              </a:extLst>
            </p:cNvPr>
            <p:cNvSpPr/>
            <p:nvPr/>
          </p:nvSpPr>
          <p:spPr>
            <a:xfrm>
              <a:off x="3443086" y="3638761"/>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grpFill/>
            <a:ln w="25400" cap="flat">
              <a:noFill/>
              <a:prstDash val="solid"/>
              <a:miter lim="400000"/>
            </a:ln>
            <a:effectLst/>
          </p:spPr>
          <p:txBody>
            <a:bodyPr anchor="ctr"/>
            <a:lstStyle/>
            <a:p>
              <a:pPr algn="ctr"/>
              <a:endParaRPr/>
            </a:p>
          </p:txBody>
        </p:sp>
        <p:sp>
          <p:nvSpPr>
            <p:cNvPr id="52" name="ïŝlïḍe">
              <a:extLst>
                <a:ext uri="{FF2B5EF4-FFF2-40B4-BE49-F238E27FC236}">
                  <a16:creationId xmlns:a16="http://schemas.microsoft.com/office/drawing/2014/main" id="{99E18B28-5098-19E9-6D4B-ACBAA2812A3A}"/>
                </a:ext>
              </a:extLst>
            </p:cNvPr>
            <p:cNvSpPr/>
            <p:nvPr/>
          </p:nvSpPr>
          <p:spPr>
            <a:xfrm>
              <a:off x="3429659" y="3689387"/>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grpFill/>
            <a:ln w="25400" cap="flat">
              <a:noFill/>
              <a:prstDash val="solid"/>
              <a:miter lim="400000"/>
            </a:ln>
            <a:effectLst/>
          </p:spPr>
          <p:txBody>
            <a:bodyPr anchor="ctr"/>
            <a:lstStyle/>
            <a:p>
              <a:pPr algn="ctr"/>
              <a:endParaRPr/>
            </a:p>
          </p:txBody>
        </p:sp>
        <p:sp>
          <p:nvSpPr>
            <p:cNvPr id="53" name="íśľíḍe">
              <a:extLst>
                <a:ext uri="{FF2B5EF4-FFF2-40B4-BE49-F238E27FC236}">
                  <a16:creationId xmlns:a16="http://schemas.microsoft.com/office/drawing/2014/main" id="{A0A592CA-B054-6202-B24B-D643AB1E5714}"/>
                </a:ext>
              </a:extLst>
            </p:cNvPr>
            <p:cNvSpPr/>
            <p:nvPr/>
          </p:nvSpPr>
          <p:spPr>
            <a:xfrm>
              <a:off x="3541688" y="3591732"/>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grpFill/>
            <a:ln w="25400" cap="flat">
              <a:noFill/>
              <a:prstDash val="solid"/>
              <a:miter lim="400000"/>
            </a:ln>
            <a:effectLst/>
          </p:spPr>
          <p:txBody>
            <a:bodyPr anchor="ctr"/>
            <a:lstStyle/>
            <a:p>
              <a:pPr algn="ctr"/>
              <a:endParaRPr/>
            </a:p>
          </p:txBody>
        </p:sp>
        <p:sp>
          <p:nvSpPr>
            <p:cNvPr id="54" name="îṡļiḑè">
              <a:extLst>
                <a:ext uri="{FF2B5EF4-FFF2-40B4-BE49-F238E27FC236}">
                  <a16:creationId xmlns:a16="http://schemas.microsoft.com/office/drawing/2014/main" id="{12C0C017-D559-B384-0D94-CAD40206B189}"/>
                </a:ext>
              </a:extLst>
            </p:cNvPr>
            <p:cNvSpPr/>
            <p:nvPr/>
          </p:nvSpPr>
          <p:spPr>
            <a:xfrm>
              <a:off x="3470588" y="3663018"/>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grpFill/>
            <a:ln w="25400" cap="flat">
              <a:noFill/>
              <a:prstDash val="solid"/>
              <a:miter lim="400000"/>
            </a:ln>
            <a:effectLst/>
          </p:spPr>
          <p:txBody>
            <a:bodyPr anchor="ctr"/>
            <a:lstStyle/>
            <a:p>
              <a:pPr algn="ctr"/>
              <a:endParaRPr/>
            </a:p>
          </p:txBody>
        </p:sp>
        <p:sp>
          <p:nvSpPr>
            <p:cNvPr id="55" name="iş1îďê">
              <a:extLst>
                <a:ext uri="{FF2B5EF4-FFF2-40B4-BE49-F238E27FC236}">
                  <a16:creationId xmlns:a16="http://schemas.microsoft.com/office/drawing/2014/main" id="{4591DDEB-78B8-04B1-DD6A-14C24853C6C5}"/>
                </a:ext>
              </a:extLst>
            </p:cNvPr>
            <p:cNvSpPr/>
            <p:nvPr/>
          </p:nvSpPr>
          <p:spPr>
            <a:xfrm>
              <a:off x="1825926" y="2244407"/>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grpFill/>
            <a:ln w="25400" cap="flat">
              <a:noFill/>
              <a:prstDash val="solid"/>
              <a:miter lim="400000"/>
            </a:ln>
            <a:effectLst/>
          </p:spPr>
          <p:txBody>
            <a:bodyPr anchor="ctr"/>
            <a:lstStyle/>
            <a:p>
              <a:pPr algn="ctr"/>
              <a:endParaRPr/>
            </a:p>
          </p:txBody>
        </p:sp>
        <p:sp>
          <p:nvSpPr>
            <p:cNvPr id="56" name="iṣḻïḍe">
              <a:extLst>
                <a:ext uri="{FF2B5EF4-FFF2-40B4-BE49-F238E27FC236}">
                  <a16:creationId xmlns:a16="http://schemas.microsoft.com/office/drawing/2014/main" id="{6B5DAEA4-6458-6C97-A46C-E8DDB1B0E1E3}"/>
                </a:ext>
              </a:extLst>
            </p:cNvPr>
            <p:cNvSpPr/>
            <p:nvPr/>
          </p:nvSpPr>
          <p:spPr>
            <a:xfrm>
              <a:off x="1823323" y="2056804"/>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grpFill/>
            <a:ln w="25400" cap="flat">
              <a:noFill/>
              <a:prstDash val="solid"/>
              <a:miter lim="400000"/>
            </a:ln>
            <a:effectLst/>
          </p:spPr>
          <p:txBody>
            <a:bodyPr anchor="ctr"/>
            <a:lstStyle/>
            <a:p>
              <a:pPr algn="ctr"/>
              <a:endParaRPr/>
            </a:p>
          </p:txBody>
        </p:sp>
        <p:sp>
          <p:nvSpPr>
            <p:cNvPr id="57" name="išľïďè">
              <a:extLst>
                <a:ext uri="{FF2B5EF4-FFF2-40B4-BE49-F238E27FC236}">
                  <a16:creationId xmlns:a16="http://schemas.microsoft.com/office/drawing/2014/main" id="{8F2BE549-D70B-AF30-9487-37DC7D3AB421}"/>
                </a:ext>
              </a:extLst>
            </p:cNvPr>
            <p:cNvSpPr/>
            <p:nvPr/>
          </p:nvSpPr>
          <p:spPr>
            <a:xfrm>
              <a:off x="1819244" y="2000935"/>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grpFill/>
            <a:ln w="25400" cap="flat">
              <a:noFill/>
              <a:prstDash val="solid"/>
              <a:miter lim="400000"/>
            </a:ln>
            <a:effectLst/>
          </p:spPr>
          <p:txBody>
            <a:bodyPr anchor="ctr"/>
            <a:lstStyle/>
            <a:p>
              <a:pPr algn="ctr"/>
              <a:endParaRPr/>
            </a:p>
          </p:txBody>
        </p:sp>
        <p:sp>
          <p:nvSpPr>
            <p:cNvPr id="58" name="îṥľiḑe">
              <a:extLst>
                <a:ext uri="{FF2B5EF4-FFF2-40B4-BE49-F238E27FC236}">
                  <a16:creationId xmlns:a16="http://schemas.microsoft.com/office/drawing/2014/main" id="{C182F22D-A1A8-66C0-AA48-925A6BAA195F}"/>
                </a:ext>
              </a:extLst>
            </p:cNvPr>
            <p:cNvSpPr/>
            <p:nvPr/>
          </p:nvSpPr>
          <p:spPr>
            <a:xfrm>
              <a:off x="1856174" y="2020886"/>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grpFill/>
            <a:ln w="25400" cap="flat">
              <a:noFill/>
              <a:prstDash val="solid"/>
              <a:miter lim="400000"/>
            </a:ln>
            <a:effectLst/>
          </p:spPr>
          <p:txBody>
            <a:bodyPr anchor="ctr"/>
            <a:lstStyle/>
            <a:p>
              <a:pPr algn="ctr"/>
              <a:endParaRPr/>
            </a:p>
          </p:txBody>
        </p:sp>
        <p:sp>
          <p:nvSpPr>
            <p:cNvPr id="59" name="íṥḷiḑé">
              <a:extLst>
                <a:ext uri="{FF2B5EF4-FFF2-40B4-BE49-F238E27FC236}">
                  <a16:creationId xmlns:a16="http://schemas.microsoft.com/office/drawing/2014/main" id="{8BF42133-20F4-FBEA-974D-A6A982B02BA8}"/>
                </a:ext>
              </a:extLst>
            </p:cNvPr>
            <p:cNvSpPr/>
            <p:nvPr/>
          </p:nvSpPr>
          <p:spPr>
            <a:xfrm>
              <a:off x="1296107" y="1987859"/>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grpFill/>
            <a:ln w="25400" cap="flat">
              <a:noFill/>
              <a:prstDash val="solid"/>
              <a:miter lim="400000"/>
            </a:ln>
            <a:effectLst/>
          </p:spPr>
          <p:txBody>
            <a:bodyPr anchor="ctr"/>
            <a:lstStyle/>
            <a:p>
              <a:pPr algn="ctr"/>
              <a:endParaRPr/>
            </a:p>
          </p:txBody>
        </p:sp>
        <p:sp>
          <p:nvSpPr>
            <p:cNvPr id="60" name="î$1íďe">
              <a:extLst>
                <a:ext uri="{FF2B5EF4-FFF2-40B4-BE49-F238E27FC236}">
                  <a16:creationId xmlns:a16="http://schemas.microsoft.com/office/drawing/2014/main" id="{2CDD363F-92AB-FD15-7BCB-1C83E4788B68}"/>
                </a:ext>
              </a:extLst>
            </p:cNvPr>
            <p:cNvSpPr/>
            <p:nvPr/>
          </p:nvSpPr>
          <p:spPr>
            <a:xfrm>
              <a:off x="2777576" y="3634434"/>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grpFill/>
            <a:ln w="25400" cap="flat">
              <a:noFill/>
              <a:prstDash val="solid"/>
              <a:miter lim="400000"/>
            </a:ln>
            <a:effectLst/>
          </p:spPr>
          <p:txBody>
            <a:bodyPr anchor="ctr"/>
            <a:lstStyle/>
            <a:p>
              <a:pPr algn="ctr"/>
              <a:endParaRPr/>
            </a:p>
          </p:txBody>
        </p:sp>
        <p:sp>
          <p:nvSpPr>
            <p:cNvPr id="61" name="i$ḷíḓê">
              <a:extLst>
                <a:ext uri="{FF2B5EF4-FFF2-40B4-BE49-F238E27FC236}">
                  <a16:creationId xmlns:a16="http://schemas.microsoft.com/office/drawing/2014/main" id="{96FC99F6-1B85-2E27-0CD3-9BFC3BBF289A}"/>
                </a:ext>
              </a:extLst>
            </p:cNvPr>
            <p:cNvSpPr/>
            <p:nvPr/>
          </p:nvSpPr>
          <p:spPr>
            <a:xfrm>
              <a:off x="3559421" y="5995142"/>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grpFill/>
            <a:ln w="25400" cap="flat">
              <a:noFill/>
              <a:prstDash val="solid"/>
              <a:miter lim="400000"/>
            </a:ln>
            <a:effectLst/>
          </p:spPr>
          <p:txBody>
            <a:bodyPr anchor="ctr"/>
            <a:lstStyle/>
            <a:p>
              <a:pPr algn="ctr"/>
              <a:endParaRPr/>
            </a:p>
          </p:txBody>
        </p:sp>
        <p:sp>
          <p:nvSpPr>
            <p:cNvPr id="62" name="iṡḻíḍè">
              <a:extLst>
                <a:ext uri="{FF2B5EF4-FFF2-40B4-BE49-F238E27FC236}">
                  <a16:creationId xmlns:a16="http://schemas.microsoft.com/office/drawing/2014/main" id="{CA6B80BF-6BB5-E438-39AC-33E6F04208EF}"/>
                </a:ext>
              </a:extLst>
            </p:cNvPr>
            <p:cNvSpPr/>
            <p:nvPr/>
          </p:nvSpPr>
          <p:spPr>
            <a:xfrm>
              <a:off x="3768642" y="5937250"/>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grpFill/>
            <a:ln w="25400" cap="flat">
              <a:noFill/>
              <a:prstDash val="solid"/>
              <a:miter lim="400000"/>
            </a:ln>
            <a:effectLst/>
          </p:spPr>
          <p:txBody>
            <a:bodyPr anchor="ctr"/>
            <a:lstStyle/>
            <a:p>
              <a:pPr algn="ctr"/>
              <a:endParaRPr/>
            </a:p>
          </p:txBody>
        </p:sp>
        <p:sp>
          <p:nvSpPr>
            <p:cNvPr id="63" name="îŝľiḑe">
              <a:extLst>
                <a:ext uri="{FF2B5EF4-FFF2-40B4-BE49-F238E27FC236}">
                  <a16:creationId xmlns:a16="http://schemas.microsoft.com/office/drawing/2014/main" id="{31E366A5-195E-BB7F-105A-8845F48C952E}"/>
                </a:ext>
              </a:extLst>
            </p:cNvPr>
            <p:cNvSpPr/>
            <p:nvPr/>
          </p:nvSpPr>
          <p:spPr>
            <a:xfrm>
              <a:off x="4951705" y="2729160"/>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grpFill/>
            <a:ln w="25400" cap="flat">
              <a:noFill/>
              <a:prstDash val="solid"/>
              <a:miter lim="400000"/>
            </a:ln>
            <a:effectLst/>
          </p:spPr>
          <p:txBody>
            <a:bodyPr anchor="ctr"/>
            <a:lstStyle/>
            <a:p>
              <a:pPr algn="ctr"/>
              <a:endParaRPr/>
            </a:p>
          </p:txBody>
        </p:sp>
        <p:sp>
          <p:nvSpPr>
            <p:cNvPr id="64" name="ïṧľïḍè">
              <a:extLst>
                <a:ext uri="{FF2B5EF4-FFF2-40B4-BE49-F238E27FC236}">
                  <a16:creationId xmlns:a16="http://schemas.microsoft.com/office/drawing/2014/main" id="{AB55E7C1-A7CE-EEC2-0BC2-971238A24388}"/>
                </a:ext>
              </a:extLst>
            </p:cNvPr>
            <p:cNvSpPr/>
            <p:nvPr/>
          </p:nvSpPr>
          <p:spPr>
            <a:xfrm>
              <a:off x="7392962" y="4263491"/>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grpFill/>
            <a:ln w="25400" cap="flat">
              <a:noFill/>
              <a:prstDash val="solid"/>
              <a:miter lim="400000"/>
            </a:ln>
            <a:effectLst/>
          </p:spPr>
          <p:txBody>
            <a:bodyPr anchor="ctr"/>
            <a:lstStyle/>
            <a:p>
              <a:pPr algn="ctr"/>
              <a:endParaRPr/>
            </a:p>
          </p:txBody>
        </p:sp>
        <p:sp>
          <p:nvSpPr>
            <p:cNvPr id="65" name="is1íḋe">
              <a:extLst>
                <a:ext uri="{FF2B5EF4-FFF2-40B4-BE49-F238E27FC236}">
                  <a16:creationId xmlns:a16="http://schemas.microsoft.com/office/drawing/2014/main" id="{02BCCEDC-6538-FA55-0EEA-A3F5F110AE73}"/>
                </a:ext>
              </a:extLst>
            </p:cNvPr>
            <p:cNvSpPr/>
            <p:nvPr/>
          </p:nvSpPr>
          <p:spPr>
            <a:xfrm>
              <a:off x="6950702" y="4538501"/>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grpFill/>
            <a:ln w="25400" cap="flat">
              <a:noFill/>
              <a:prstDash val="solid"/>
              <a:miter lim="400000"/>
            </a:ln>
            <a:effectLst/>
          </p:spPr>
          <p:txBody>
            <a:bodyPr anchor="ctr"/>
            <a:lstStyle/>
            <a:p>
              <a:pPr algn="ctr"/>
              <a:endParaRPr/>
            </a:p>
          </p:txBody>
        </p:sp>
        <p:sp>
          <p:nvSpPr>
            <p:cNvPr id="66" name="ïṧ1íḓé">
              <a:extLst>
                <a:ext uri="{FF2B5EF4-FFF2-40B4-BE49-F238E27FC236}">
                  <a16:creationId xmlns:a16="http://schemas.microsoft.com/office/drawing/2014/main" id="{334C2716-72A6-ADDF-D20C-6AD7F04D1D7E}"/>
                </a:ext>
              </a:extLst>
            </p:cNvPr>
            <p:cNvSpPr/>
            <p:nvPr/>
          </p:nvSpPr>
          <p:spPr>
            <a:xfrm>
              <a:off x="7015877" y="4582107"/>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grpFill/>
            <a:ln w="25400" cap="flat">
              <a:noFill/>
              <a:prstDash val="solid"/>
              <a:miter lim="400000"/>
            </a:ln>
            <a:effectLst/>
          </p:spPr>
          <p:txBody>
            <a:bodyPr anchor="ctr"/>
            <a:lstStyle/>
            <a:p>
              <a:pPr algn="ctr"/>
              <a:endParaRPr/>
            </a:p>
          </p:txBody>
        </p:sp>
        <p:sp>
          <p:nvSpPr>
            <p:cNvPr id="67" name="î$ḷîde">
              <a:extLst>
                <a:ext uri="{FF2B5EF4-FFF2-40B4-BE49-F238E27FC236}">
                  <a16:creationId xmlns:a16="http://schemas.microsoft.com/office/drawing/2014/main" id="{93B12812-8C13-1C15-301E-FE16B5042093}"/>
                </a:ext>
              </a:extLst>
            </p:cNvPr>
            <p:cNvSpPr/>
            <p:nvPr/>
          </p:nvSpPr>
          <p:spPr>
            <a:xfrm>
              <a:off x="6990181" y="4542570"/>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grpFill/>
            <a:ln w="25400" cap="flat">
              <a:noFill/>
              <a:prstDash val="solid"/>
              <a:miter lim="400000"/>
            </a:ln>
            <a:effectLst/>
          </p:spPr>
          <p:txBody>
            <a:bodyPr anchor="ctr"/>
            <a:lstStyle/>
            <a:p>
              <a:pPr algn="ctr"/>
              <a:endParaRPr/>
            </a:p>
          </p:txBody>
        </p:sp>
        <p:sp>
          <p:nvSpPr>
            <p:cNvPr id="68" name="íš1íḋê">
              <a:extLst>
                <a:ext uri="{FF2B5EF4-FFF2-40B4-BE49-F238E27FC236}">
                  <a16:creationId xmlns:a16="http://schemas.microsoft.com/office/drawing/2014/main" id="{B876A27E-C852-D9DC-EEB4-E956E34CA488}"/>
                </a:ext>
              </a:extLst>
            </p:cNvPr>
            <p:cNvSpPr/>
            <p:nvPr/>
          </p:nvSpPr>
          <p:spPr>
            <a:xfrm>
              <a:off x="6964606" y="4555580"/>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grpFill/>
            <a:ln w="25400" cap="flat">
              <a:noFill/>
              <a:prstDash val="solid"/>
              <a:miter lim="400000"/>
            </a:ln>
            <a:effectLst/>
          </p:spPr>
          <p:txBody>
            <a:bodyPr anchor="ctr"/>
            <a:lstStyle/>
            <a:p>
              <a:pPr algn="ctr"/>
              <a:endParaRPr/>
            </a:p>
          </p:txBody>
        </p:sp>
        <p:sp>
          <p:nvSpPr>
            <p:cNvPr id="69" name="iṩļïḍe">
              <a:extLst>
                <a:ext uri="{FF2B5EF4-FFF2-40B4-BE49-F238E27FC236}">
                  <a16:creationId xmlns:a16="http://schemas.microsoft.com/office/drawing/2014/main" id="{6A8C09D9-3C35-FE4C-7EAE-2A450EFD072D}"/>
                </a:ext>
              </a:extLst>
            </p:cNvPr>
            <p:cNvSpPr/>
            <p:nvPr/>
          </p:nvSpPr>
          <p:spPr>
            <a:xfrm>
              <a:off x="6946134" y="4515244"/>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grpFill/>
            <a:ln w="25400" cap="flat">
              <a:noFill/>
              <a:prstDash val="solid"/>
              <a:miter lim="400000"/>
            </a:ln>
            <a:effectLst/>
          </p:spPr>
          <p:txBody>
            <a:bodyPr anchor="ctr"/>
            <a:lstStyle/>
            <a:p>
              <a:pPr algn="ctr"/>
              <a:endParaRPr/>
            </a:p>
          </p:txBody>
        </p:sp>
        <p:sp>
          <p:nvSpPr>
            <p:cNvPr id="70" name="îSḻîḍé">
              <a:extLst>
                <a:ext uri="{FF2B5EF4-FFF2-40B4-BE49-F238E27FC236}">
                  <a16:creationId xmlns:a16="http://schemas.microsoft.com/office/drawing/2014/main" id="{0833B954-EC25-E848-49E8-88CA0A50FDDA}"/>
                </a:ext>
              </a:extLst>
            </p:cNvPr>
            <p:cNvSpPr/>
            <p:nvPr/>
          </p:nvSpPr>
          <p:spPr>
            <a:xfrm>
              <a:off x="7355849" y="4831107"/>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grpFill/>
            <a:ln w="25400" cap="flat">
              <a:noFill/>
              <a:prstDash val="solid"/>
              <a:miter lim="400000"/>
            </a:ln>
            <a:effectLst/>
          </p:spPr>
          <p:txBody>
            <a:bodyPr anchor="ctr"/>
            <a:lstStyle/>
            <a:p>
              <a:pPr algn="ctr"/>
              <a:endParaRPr/>
            </a:p>
          </p:txBody>
        </p:sp>
        <p:sp>
          <p:nvSpPr>
            <p:cNvPr id="71" name="ïṧ1îḍé">
              <a:extLst>
                <a:ext uri="{FF2B5EF4-FFF2-40B4-BE49-F238E27FC236}">
                  <a16:creationId xmlns:a16="http://schemas.microsoft.com/office/drawing/2014/main" id="{F20940D1-D13A-1403-2074-3D8A470F849A}"/>
                </a:ext>
              </a:extLst>
            </p:cNvPr>
            <p:cNvSpPr/>
            <p:nvPr/>
          </p:nvSpPr>
          <p:spPr>
            <a:xfrm>
              <a:off x="7418815" y="4803555"/>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grpFill/>
            <a:ln w="25400" cap="flat">
              <a:noFill/>
              <a:prstDash val="solid"/>
              <a:miter lim="400000"/>
            </a:ln>
            <a:effectLst/>
          </p:spPr>
          <p:txBody>
            <a:bodyPr anchor="ctr"/>
            <a:lstStyle/>
            <a:p>
              <a:pPr algn="ctr"/>
              <a:endParaRPr/>
            </a:p>
          </p:txBody>
        </p:sp>
        <p:sp>
          <p:nvSpPr>
            <p:cNvPr id="72" name="íśḻîḓè">
              <a:extLst>
                <a:ext uri="{FF2B5EF4-FFF2-40B4-BE49-F238E27FC236}">
                  <a16:creationId xmlns:a16="http://schemas.microsoft.com/office/drawing/2014/main" id="{1C807405-5E70-2A18-65A1-BA63142E7537}"/>
                </a:ext>
              </a:extLst>
            </p:cNvPr>
            <p:cNvSpPr/>
            <p:nvPr/>
          </p:nvSpPr>
          <p:spPr>
            <a:xfrm>
              <a:off x="5322768" y="4656828"/>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grpFill/>
            <a:ln w="25400" cap="flat">
              <a:noFill/>
              <a:prstDash val="solid"/>
              <a:miter lim="400000"/>
            </a:ln>
            <a:effectLst/>
          </p:spPr>
          <p:txBody>
            <a:bodyPr anchor="ctr"/>
            <a:lstStyle/>
            <a:p>
              <a:pPr algn="ctr"/>
              <a:endParaRPr/>
            </a:p>
          </p:txBody>
        </p:sp>
        <p:sp>
          <p:nvSpPr>
            <p:cNvPr id="73" name="íṡḷiḓè">
              <a:extLst>
                <a:ext uri="{FF2B5EF4-FFF2-40B4-BE49-F238E27FC236}">
                  <a16:creationId xmlns:a16="http://schemas.microsoft.com/office/drawing/2014/main" id="{7E62179D-4BCF-22A8-97D3-0D7C1876D642}"/>
                </a:ext>
              </a:extLst>
            </p:cNvPr>
            <p:cNvSpPr/>
            <p:nvPr/>
          </p:nvSpPr>
          <p:spPr>
            <a:xfrm>
              <a:off x="5724659" y="4042992"/>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grpFill/>
            <a:ln w="25400" cap="flat">
              <a:noFill/>
              <a:prstDash val="solid"/>
              <a:miter lim="400000"/>
            </a:ln>
            <a:effectLst/>
          </p:spPr>
          <p:txBody>
            <a:bodyPr anchor="ctr"/>
            <a:lstStyle/>
            <a:p>
              <a:pPr algn="ctr"/>
              <a:endParaRPr/>
            </a:p>
          </p:txBody>
        </p:sp>
        <p:sp>
          <p:nvSpPr>
            <p:cNvPr id="74" name="iṧḷídê">
              <a:extLst>
                <a:ext uri="{FF2B5EF4-FFF2-40B4-BE49-F238E27FC236}">
                  <a16:creationId xmlns:a16="http://schemas.microsoft.com/office/drawing/2014/main" id="{FCFDBAEB-7541-5CD3-13DE-8DE26D8DB5BE}"/>
                </a:ext>
              </a:extLst>
            </p:cNvPr>
            <p:cNvSpPr/>
            <p:nvPr/>
          </p:nvSpPr>
          <p:spPr>
            <a:xfrm>
              <a:off x="5797850" y="3949493"/>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grpFill/>
            <a:ln w="25400" cap="flat">
              <a:noFill/>
              <a:prstDash val="solid"/>
              <a:miter lim="400000"/>
            </a:ln>
            <a:effectLst/>
          </p:spPr>
          <p:txBody>
            <a:bodyPr anchor="ctr"/>
            <a:lstStyle/>
            <a:p>
              <a:pPr algn="ctr"/>
              <a:endParaRPr/>
            </a:p>
          </p:txBody>
        </p:sp>
        <p:sp>
          <p:nvSpPr>
            <p:cNvPr id="75" name="îSľiḓê">
              <a:extLst>
                <a:ext uri="{FF2B5EF4-FFF2-40B4-BE49-F238E27FC236}">
                  <a16:creationId xmlns:a16="http://schemas.microsoft.com/office/drawing/2014/main" id="{5A12E95E-700A-21A5-3526-A7179DB14F68}"/>
                </a:ext>
              </a:extLst>
            </p:cNvPr>
            <p:cNvSpPr/>
            <p:nvPr/>
          </p:nvSpPr>
          <p:spPr>
            <a:xfrm>
              <a:off x="5771093" y="400730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grpFill/>
            <a:ln w="25400" cap="flat">
              <a:noFill/>
              <a:prstDash val="solid"/>
              <a:miter lim="400000"/>
            </a:ln>
            <a:effectLst/>
          </p:spPr>
          <p:txBody>
            <a:bodyPr anchor="ctr"/>
            <a:lstStyle/>
            <a:p>
              <a:pPr algn="ctr"/>
              <a:endParaRPr/>
            </a:p>
          </p:txBody>
        </p:sp>
        <p:sp>
          <p:nvSpPr>
            <p:cNvPr id="76" name="ïSḻiḓe">
              <a:extLst>
                <a:ext uri="{FF2B5EF4-FFF2-40B4-BE49-F238E27FC236}">
                  <a16:creationId xmlns:a16="http://schemas.microsoft.com/office/drawing/2014/main" id="{A5890479-26D2-C505-BB68-B63686880A9F}"/>
                </a:ext>
              </a:extLst>
            </p:cNvPr>
            <p:cNvSpPr/>
            <p:nvPr/>
          </p:nvSpPr>
          <p:spPr>
            <a:xfrm>
              <a:off x="4744799" y="3515700"/>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grpFill/>
            <a:ln w="25400" cap="flat">
              <a:noFill/>
              <a:prstDash val="solid"/>
              <a:miter lim="400000"/>
            </a:ln>
            <a:effectLst/>
          </p:spPr>
          <p:txBody>
            <a:bodyPr anchor="ctr"/>
            <a:lstStyle/>
            <a:p>
              <a:pPr algn="ctr"/>
              <a:endParaRPr/>
            </a:p>
          </p:txBody>
        </p:sp>
        <p:sp>
          <p:nvSpPr>
            <p:cNvPr id="77" name="iṥļíďê">
              <a:extLst>
                <a:ext uri="{FF2B5EF4-FFF2-40B4-BE49-F238E27FC236}">
                  <a16:creationId xmlns:a16="http://schemas.microsoft.com/office/drawing/2014/main" id="{DF4324B8-1FA4-231B-B397-AD379252C843}"/>
                </a:ext>
              </a:extLst>
            </p:cNvPr>
            <p:cNvSpPr/>
            <p:nvPr/>
          </p:nvSpPr>
          <p:spPr>
            <a:xfrm>
              <a:off x="4718288" y="3519867"/>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grpFill/>
            <a:ln w="25400" cap="flat">
              <a:noFill/>
              <a:prstDash val="solid"/>
              <a:miter lim="400000"/>
            </a:ln>
            <a:effectLst/>
          </p:spPr>
          <p:txBody>
            <a:bodyPr anchor="ctr"/>
            <a:lstStyle/>
            <a:p>
              <a:pPr algn="ctr"/>
              <a:endParaRPr/>
            </a:p>
          </p:txBody>
        </p:sp>
        <p:sp>
          <p:nvSpPr>
            <p:cNvPr id="78" name="ïṥḷíḑê">
              <a:extLst>
                <a:ext uri="{FF2B5EF4-FFF2-40B4-BE49-F238E27FC236}">
                  <a16:creationId xmlns:a16="http://schemas.microsoft.com/office/drawing/2014/main" id="{4AA2D426-3F82-6D23-6C9C-111D207185C6}"/>
                </a:ext>
              </a:extLst>
            </p:cNvPr>
            <p:cNvSpPr/>
            <p:nvPr/>
          </p:nvSpPr>
          <p:spPr>
            <a:xfrm>
              <a:off x="4711539" y="347850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grpFill/>
            <a:ln w="25400" cap="flat">
              <a:noFill/>
              <a:prstDash val="solid"/>
              <a:miter lim="400000"/>
            </a:ln>
            <a:effectLst/>
          </p:spPr>
          <p:txBody>
            <a:bodyPr anchor="ctr"/>
            <a:lstStyle/>
            <a:p>
              <a:pPr algn="ctr"/>
              <a:endParaRPr/>
            </a:p>
          </p:txBody>
        </p:sp>
        <p:sp>
          <p:nvSpPr>
            <p:cNvPr id="79" name="iṥľíḋé">
              <a:extLst>
                <a:ext uri="{FF2B5EF4-FFF2-40B4-BE49-F238E27FC236}">
                  <a16:creationId xmlns:a16="http://schemas.microsoft.com/office/drawing/2014/main" id="{C2C7F245-F2D0-6D12-C995-7B9012B6C45C}"/>
                </a:ext>
              </a:extLst>
            </p:cNvPr>
            <p:cNvSpPr/>
            <p:nvPr/>
          </p:nvSpPr>
          <p:spPr>
            <a:xfrm>
              <a:off x="4753604" y="348042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grpFill/>
            <a:ln w="25400" cap="flat">
              <a:noFill/>
              <a:prstDash val="solid"/>
              <a:miter lim="400000"/>
            </a:ln>
            <a:effectLst/>
          </p:spPr>
          <p:txBody>
            <a:bodyPr anchor="ctr"/>
            <a:lstStyle/>
            <a:p>
              <a:pPr algn="ctr"/>
              <a:endParaRPr/>
            </a:p>
          </p:txBody>
        </p:sp>
        <p:sp>
          <p:nvSpPr>
            <p:cNvPr id="80" name="ïṩḷidè">
              <a:extLst>
                <a:ext uri="{FF2B5EF4-FFF2-40B4-BE49-F238E27FC236}">
                  <a16:creationId xmlns:a16="http://schemas.microsoft.com/office/drawing/2014/main" id="{987D39AA-09E7-FB46-D4CC-54CBEDD648B4}"/>
                </a:ext>
              </a:extLst>
            </p:cNvPr>
            <p:cNvSpPr/>
            <p:nvPr/>
          </p:nvSpPr>
          <p:spPr>
            <a:xfrm>
              <a:off x="4664619" y="3447009"/>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grpFill/>
            <a:ln w="25400" cap="flat">
              <a:noFill/>
              <a:prstDash val="solid"/>
              <a:miter lim="400000"/>
            </a:ln>
            <a:effectLst/>
          </p:spPr>
          <p:txBody>
            <a:bodyPr anchor="ctr"/>
            <a:lstStyle/>
            <a:p>
              <a:pPr algn="ctr"/>
              <a:endParaRPr/>
            </a:p>
          </p:txBody>
        </p:sp>
        <p:sp>
          <p:nvSpPr>
            <p:cNvPr id="81" name="iṡļiḓé">
              <a:extLst>
                <a:ext uri="{FF2B5EF4-FFF2-40B4-BE49-F238E27FC236}">
                  <a16:creationId xmlns:a16="http://schemas.microsoft.com/office/drawing/2014/main" id="{FD0A38AE-37F4-FE3D-0CF6-8B9610E16459}"/>
                </a:ext>
              </a:extLst>
            </p:cNvPr>
            <p:cNvSpPr/>
            <p:nvPr/>
          </p:nvSpPr>
          <p:spPr>
            <a:xfrm>
              <a:off x="6355015" y="1385657"/>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grpFill/>
            <a:ln w="25400" cap="flat">
              <a:noFill/>
              <a:prstDash val="solid"/>
              <a:miter lim="400000"/>
            </a:ln>
            <a:effectLst/>
          </p:spPr>
          <p:txBody>
            <a:bodyPr anchor="ctr"/>
            <a:lstStyle/>
            <a:p>
              <a:pPr algn="ctr"/>
              <a:endParaRPr dirty="0"/>
            </a:p>
          </p:txBody>
        </p:sp>
        <p:sp>
          <p:nvSpPr>
            <p:cNvPr id="82" name="íṡļîde">
              <a:extLst>
                <a:ext uri="{FF2B5EF4-FFF2-40B4-BE49-F238E27FC236}">
                  <a16:creationId xmlns:a16="http://schemas.microsoft.com/office/drawing/2014/main" id="{F0A55AFF-A110-1617-B4B8-0174C9154F4E}"/>
                </a:ext>
              </a:extLst>
            </p:cNvPr>
            <p:cNvSpPr/>
            <p:nvPr/>
          </p:nvSpPr>
          <p:spPr>
            <a:xfrm>
              <a:off x="7558388" y="1310558"/>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grpFill/>
            <a:ln w="25400" cap="flat">
              <a:noFill/>
              <a:prstDash val="solid"/>
              <a:miter lim="400000"/>
            </a:ln>
            <a:effectLst/>
          </p:spPr>
          <p:txBody>
            <a:bodyPr anchor="ctr"/>
            <a:lstStyle/>
            <a:p>
              <a:pPr algn="ctr"/>
              <a:endParaRPr/>
            </a:p>
          </p:txBody>
        </p:sp>
        <p:sp>
          <p:nvSpPr>
            <p:cNvPr id="83" name="ïṧḻïḍé">
              <a:extLst>
                <a:ext uri="{FF2B5EF4-FFF2-40B4-BE49-F238E27FC236}">
                  <a16:creationId xmlns:a16="http://schemas.microsoft.com/office/drawing/2014/main" id="{0E5A943E-8DE6-6608-193B-76B87E5C7033}"/>
                </a:ext>
              </a:extLst>
            </p:cNvPr>
            <p:cNvSpPr/>
            <p:nvPr/>
          </p:nvSpPr>
          <p:spPr>
            <a:xfrm>
              <a:off x="9628653" y="2148074"/>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grpFill/>
            <a:ln w="25400" cap="flat">
              <a:noFill/>
              <a:prstDash val="solid"/>
              <a:miter lim="400000"/>
            </a:ln>
            <a:effectLst/>
          </p:spPr>
          <p:txBody>
            <a:bodyPr anchor="ctr"/>
            <a:lstStyle/>
            <a:p>
              <a:pPr algn="ctr"/>
              <a:endParaRPr/>
            </a:p>
          </p:txBody>
        </p:sp>
        <p:sp>
          <p:nvSpPr>
            <p:cNvPr id="84" name="i$ľîḓe">
              <a:extLst>
                <a:ext uri="{FF2B5EF4-FFF2-40B4-BE49-F238E27FC236}">
                  <a16:creationId xmlns:a16="http://schemas.microsoft.com/office/drawing/2014/main" id="{3AFA77EB-FB69-5A60-6EEE-BF728B57B258}"/>
                </a:ext>
              </a:extLst>
            </p:cNvPr>
            <p:cNvSpPr/>
            <p:nvPr/>
          </p:nvSpPr>
          <p:spPr>
            <a:xfrm>
              <a:off x="9834882" y="2436351"/>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grpFill/>
            <a:ln w="25400" cap="flat">
              <a:noFill/>
              <a:prstDash val="solid"/>
              <a:miter lim="400000"/>
            </a:ln>
            <a:effectLst/>
          </p:spPr>
          <p:txBody>
            <a:bodyPr anchor="ctr"/>
            <a:lstStyle/>
            <a:p>
              <a:pPr algn="ctr"/>
              <a:endParaRPr/>
            </a:p>
          </p:txBody>
        </p:sp>
        <p:sp>
          <p:nvSpPr>
            <p:cNvPr id="85" name="íṩḷidè">
              <a:extLst>
                <a:ext uri="{FF2B5EF4-FFF2-40B4-BE49-F238E27FC236}">
                  <a16:creationId xmlns:a16="http://schemas.microsoft.com/office/drawing/2014/main" id="{F8FF454E-182F-AEE4-674D-2645ADAFB59C}"/>
                </a:ext>
              </a:extLst>
            </p:cNvPr>
            <p:cNvSpPr/>
            <p:nvPr/>
          </p:nvSpPr>
          <p:spPr>
            <a:xfrm>
              <a:off x="9716338" y="2591817"/>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grpFill/>
            <a:ln w="25400" cap="flat">
              <a:noFill/>
              <a:prstDash val="solid"/>
              <a:miter lim="400000"/>
            </a:ln>
            <a:effectLst/>
          </p:spPr>
          <p:txBody>
            <a:bodyPr anchor="ctr"/>
            <a:lstStyle/>
            <a:p>
              <a:pPr algn="ctr"/>
              <a:endParaRPr/>
            </a:p>
          </p:txBody>
        </p:sp>
        <p:sp>
          <p:nvSpPr>
            <p:cNvPr id="86" name="îşľiḋé">
              <a:extLst>
                <a:ext uri="{FF2B5EF4-FFF2-40B4-BE49-F238E27FC236}">
                  <a16:creationId xmlns:a16="http://schemas.microsoft.com/office/drawing/2014/main" id="{3670DA60-4C8B-C0A0-EB0C-870DE329FE7D}"/>
                </a:ext>
              </a:extLst>
            </p:cNvPr>
            <p:cNvSpPr/>
            <p:nvPr/>
          </p:nvSpPr>
          <p:spPr>
            <a:xfrm>
              <a:off x="9773896" y="2850018"/>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grpFill/>
            <a:ln w="25400" cap="flat">
              <a:noFill/>
              <a:prstDash val="solid"/>
              <a:miter lim="400000"/>
            </a:ln>
            <a:effectLst/>
          </p:spPr>
          <p:txBody>
            <a:bodyPr anchor="ctr"/>
            <a:lstStyle/>
            <a:p>
              <a:pPr algn="ctr"/>
              <a:endParaRPr/>
            </a:p>
          </p:txBody>
        </p:sp>
        <p:sp>
          <p:nvSpPr>
            <p:cNvPr id="87" name="íṧḷiďe">
              <a:extLst>
                <a:ext uri="{FF2B5EF4-FFF2-40B4-BE49-F238E27FC236}">
                  <a16:creationId xmlns:a16="http://schemas.microsoft.com/office/drawing/2014/main" id="{BF756BCE-0517-E467-542E-D850B1A749D6}"/>
                </a:ext>
              </a:extLst>
            </p:cNvPr>
            <p:cNvSpPr/>
            <p:nvPr/>
          </p:nvSpPr>
          <p:spPr>
            <a:xfrm>
              <a:off x="9703522" y="2858648"/>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grpFill/>
            <a:ln w="25400" cap="flat">
              <a:noFill/>
              <a:prstDash val="solid"/>
              <a:miter lim="400000"/>
            </a:ln>
            <a:effectLst/>
          </p:spPr>
          <p:txBody>
            <a:bodyPr anchor="ctr"/>
            <a:lstStyle/>
            <a:p>
              <a:pPr algn="ctr"/>
              <a:endParaRPr/>
            </a:p>
          </p:txBody>
        </p:sp>
        <p:sp>
          <p:nvSpPr>
            <p:cNvPr id="88" name="íṣļíḍé">
              <a:extLst>
                <a:ext uri="{FF2B5EF4-FFF2-40B4-BE49-F238E27FC236}">
                  <a16:creationId xmlns:a16="http://schemas.microsoft.com/office/drawing/2014/main" id="{15E7C4BD-DC9B-C067-BF8F-9FBA2B93F4F9}"/>
                </a:ext>
              </a:extLst>
            </p:cNvPr>
            <p:cNvSpPr/>
            <p:nvPr/>
          </p:nvSpPr>
          <p:spPr>
            <a:xfrm>
              <a:off x="9478424" y="3163043"/>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grpFill/>
            <a:ln w="25400" cap="flat">
              <a:noFill/>
              <a:prstDash val="solid"/>
              <a:miter lim="400000"/>
            </a:ln>
            <a:effectLst/>
          </p:spPr>
          <p:txBody>
            <a:bodyPr anchor="ctr"/>
            <a:lstStyle/>
            <a:p>
              <a:pPr algn="ctr"/>
              <a:endParaRPr/>
            </a:p>
          </p:txBody>
        </p:sp>
        <p:sp>
          <p:nvSpPr>
            <p:cNvPr id="89" name="ïS1idê">
              <a:extLst>
                <a:ext uri="{FF2B5EF4-FFF2-40B4-BE49-F238E27FC236}">
                  <a16:creationId xmlns:a16="http://schemas.microsoft.com/office/drawing/2014/main" id="{592E7ACA-0C2C-BD04-FF79-086F7CCDC03C}"/>
                </a:ext>
              </a:extLst>
            </p:cNvPr>
            <p:cNvSpPr/>
            <p:nvPr/>
          </p:nvSpPr>
          <p:spPr>
            <a:xfrm>
              <a:off x="9135285" y="3359667"/>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grpFill/>
            <a:ln w="25400" cap="flat">
              <a:noFill/>
              <a:prstDash val="solid"/>
              <a:miter lim="400000"/>
            </a:ln>
            <a:effectLst/>
          </p:spPr>
          <p:txBody>
            <a:bodyPr anchor="ctr"/>
            <a:lstStyle/>
            <a:p>
              <a:pPr algn="ctr"/>
              <a:endParaRPr/>
            </a:p>
          </p:txBody>
        </p:sp>
        <p:sp>
          <p:nvSpPr>
            <p:cNvPr id="90" name="ïŝļîḓè">
              <a:extLst>
                <a:ext uri="{FF2B5EF4-FFF2-40B4-BE49-F238E27FC236}">
                  <a16:creationId xmlns:a16="http://schemas.microsoft.com/office/drawing/2014/main" id="{3DFA69E6-8217-0702-F43F-C07CF5044FBF}"/>
                </a:ext>
              </a:extLst>
            </p:cNvPr>
            <p:cNvSpPr/>
            <p:nvPr/>
          </p:nvSpPr>
          <p:spPr>
            <a:xfrm>
              <a:off x="9517257" y="3403769"/>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grpFill/>
            <a:ln w="25400" cap="flat">
              <a:noFill/>
              <a:prstDash val="solid"/>
              <a:miter lim="400000"/>
            </a:ln>
            <a:effectLst/>
          </p:spPr>
          <p:txBody>
            <a:bodyPr anchor="ctr"/>
            <a:lstStyle/>
            <a:p>
              <a:pPr algn="ctr"/>
              <a:endParaRPr/>
            </a:p>
          </p:txBody>
        </p:sp>
        <p:sp>
          <p:nvSpPr>
            <p:cNvPr id="91" name="ï$líde">
              <a:extLst>
                <a:ext uri="{FF2B5EF4-FFF2-40B4-BE49-F238E27FC236}">
                  <a16:creationId xmlns:a16="http://schemas.microsoft.com/office/drawing/2014/main" id="{9FDD5831-621D-936E-8FA5-FD52E9AEC628}"/>
                </a:ext>
              </a:extLst>
            </p:cNvPr>
            <p:cNvSpPr/>
            <p:nvPr/>
          </p:nvSpPr>
          <p:spPr>
            <a:xfrm>
              <a:off x="9453604" y="3685864"/>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grpFill/>
            <a:ln w="25400" cap="flat">
              <a:noFill/>
              <a:prstDash val="solid"/>
              <a:miter lim="400000"/>
            </a:ln>
            <a:effectLst/>
          </p:spPr>
          <p:txBody>
            <a:bodyPr anchor="ctr"/>
            <a:lstStyle/>
            <a:p>
              <a:pPr algn="ctr"/>
              <a:endParaRPr/>
            </a:p>
          </p:txBody>
        </p:sp>
        <p:sp>
          <p:nvSpPr>
            <p:cNvPr id="92" name="îŝļíḑé">
              <a:extLst>
                <a:ext uri="{FF2B5EF4-FFF2-40B4-BE49-F238E27FC236}">
                  <a16:creationId xmlns:a16="http://schemas.microsoft.com/office/drawing/2014/main" id="{4CFB0963-F337-BCF4-EFD5-29DF91B0FF3E}"/>
                </a:ext>
              </a:extLst>
            </p:cNvPr>
            <p:cNvSpPr/>
            <p:nvPr/>
          </p:nvSpPr>
          <p:spPr>
            <a:xfrm>
              <a:off x="9553899" y="3604386"/>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grpFill/>
            <a:ln w="25400" cap="flat">
              <a:noFill/>
              <a:prstDash val="solid"/>
              <a:miter lim="400000"/>
            </a:ln>
            <a:effectLst/>
          </p:spPr>
          <p:txBody>
            <a:bodyPr anchor="ctr"/>
            <a:lstStyle/>
            <a:p>
              <a:pPr algn="ctr"/>
              <a:endParaRPr/>
            </a:p>
          </p:txBody>
        </p:sp>
        <p:sp>
          <p:nvSpPr>
            <p:cNvPr id="93" name="ïsliḋe">
              <a:extLst>
                <a:ext uri="{FF2B5EF4-FFF2-40B4-BE49-F238E27FC236}">
                  <a16:creationId xmlns:a16="http://schemas.microsoft.com/office/drawing/2014/main" id="{AC6DC0DA-53C6-8409-1BB7-A13E350CAD48}"/>
                </a:ext>
              </a:extLst>
            </p:cNvPr>
            <p:cNvSpPr/>
            <p:nvPr/>
          </p:nvSpPr>
          <p:spPr>
            <a:xfrm>
              <a:off x="9690104" y="3635830"/>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grpFill/>
            <a:ln w="25400" cap="flat">
              <a:noFill/>
              <a:prstDash val="solid"/>
              <a:miter lim="400000"/>
            </a:ln>
            <a:effectLst/>
          </p:spPr>
          <p:txBody>
            <a:bodyPr anchor="ctr"/>
            <a:lstStyle/>
            <a:p>
              <a:pPr algn="ctr"/>
              <a:endParaRPr/>
            </a:p>
          </p:txBody>
        </p:sp>
        <p:sp>
          <p:nvSpPr>
            <p:cNvPr id="94" name="îsḻiḍe">
              <a:extLst>
                <a:ext uri="{FF2B5EF4-FFF2-40B4-BE49-F238E27FC236}">
                  <a16:creationId xmlns:a16="http://schemas.microsoft.com/office/drawing/2014/main" id="{47EF1A28-7C6D-1037-E52A-DA971614A1BA}"/>
                </a:ext>
              </a:extLst>
            </p:cNvPr>
            <p:cNvSpPr/>
            <p:nvPr/>
          </p:nvSpPr>
          <p:spPr>
            <a:xfrm>
              <a:off x="9646111" y="3565738"/>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grpFill/>
            <a:ln w="25400" cap="flat">
              <a:noFill/>
              <a:prstDash val="solid"/>
              <a:miter lim="400000"/>
            </a:ln>
            <a:effectLst/>
          </p:spPr>
          <p:txBody>
            <a:bodyPr anchor="ctr"/>
            <a:lstStyle/>
            <a:p>
              <a:pPr algn="ctr"/>
              <a:endParaRPr/>
            </a:p>
          </p:txBody>
        </p:sp>
        <p:sp>
          <p:nvSpPr>
            <p:cNvPr id="95" name="iṩḻíḍè">
              <a:extLst>
                <a:ext uri="{FF2B5EF4-FFF2-40B4-BE49-F238E27FC236}">
                  <a16:creationId xmlns:a16="http://schemas.microsoft.com/office/drawing/2014/main" id="{0C94DA98-451E-97BA-62F8-67AE41548590}"/>
                </a:ext>
              </a:extLst>
            </p:cNvPr>
            <p:cNvSpPr/>
            <p:nvPr/>
          </p:nvSpPr>
          <p:spPr>
            <a:xfrm>
              <a:off x="9594891" y="3654803"/>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grpFill/>
            <a:ln w="25400" cap="flat">
              <a:noFill/>
              <a:prstDash val="solid"/>
              <a:miter lim="400000"/>
            </a:ln>
            <a:effectLst/>
          </p:spPr>
          <p:txBody>
            <a:bodyPr anchor="ctr"/>
            <a:lstStyle/>
            <a:p>
              <a:pPr algn="ctr"/>
              <a:endParaRPr/>
            </a:p>
          </p:txBody>
        </p:sp>
        <p:sp>
          <p:nvSpPr>
            <p:cNvPr id="96" name="ïṧḻídé">
              <a:extLst>
                <a:ext uri="{FF2B5EF4-FFF2-40B4-BE49-F238E27FC236}">
                  <a16:creationId xmlns:a16="http://schemas.microsoft.com/office/drawing/2014/main" id="{C75659FD-6957-10AE-C749-FFFA9BEE3E9B}"/>
                </a:ext>
              </a:extLst>
            </p:cNvPr>
            <p:cNvSpPr/>
            <p:nvPr/>
          </p:nvSpPr>
          <p:spPr>
            <a:xfrm>
              <a:off x="9632393" y="3706816"/>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grpFill/>
            <a:ln w="25400" cap="flat">
              <a:noFill/>
              <a:prstDash val="solid"/>
              <a:miter lim="400000"/>
            </a:ln>
            <a:effectLst/>
          </p:spPr>
          <p:txBody>
            <a:bodyPr anchor="ctr"/>
            <a:lstStyle/>
            <a:p>
              <a:pPr algn="ctr"/>
              <a:endParaRPr/>
            </a:p>
          </p:txBody>
        </p:sp>
        <p:sp>
          <p:nvSpPr>
            <p:cNvPr id="97" name="ïşļîḑê">
              <a:extLst>
                <a:ext uri="{FF2B5EF4-FFF2-40B4-BE49-F238E27FC236}">
                  <a16:creationId xmlns:a16="http://schemas.microsoft.com/office/drawing/2014/main" id="{9C86824A-6F0F-E824-300D-CC96EBEBA58C}"/>
                </a:ext>
              </a:extLst>
            </p:cNvPr>
            <p:cNvSpPr/>
            <p:nvPr/>
          </p:nvSpPr>
          <p:spPr>
            <a:xfrm>
              <a:off x="9681665" y="3678031"/>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grpFill/>
            <a:ln w="25400" cap="flat">
              <a:noFill/>
              <a:prstDash val="solid"/>
              <a:miter lim="400000"/>
            </a:ln>
            <a:effectLst/>
          </p:spPr>
          <p:txBody>
            <a:bodyPr anchor="ctr"/>
            <a:lstStyle/>
            <a:p>
              <a:pPr algn="ctr"/>
              <a:endParaRPr/>
            </a:p>
          </p:txBody>
        </p:sp>
        <p:sp>
          <p:nvSpPr>
            <p:cNvPr id="98" name="ïṡľîḋê">
              <a:extLst>
                <a:ext uri="{FF2B5EF4-FFF2-40B4-BE49-F238E27FC236}">
                  <a16:creationId xmlns:a16="http://schemas.microsoft.com/office/drawing/2014/main" id="{CE483CEC-0973-03C0-CF17-0AD47635E1C3}"/>
                </a:ext>
              </a:extLst>
            </p:cNvPr>
            <p:cNvSpPr/>
            <p:nvPr/>
          </p:nvSpPr>
          <p:spPr>
            <a:xfrm>
              <a:off x="9628583" y="3726518"/>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grpFill/>
            <a:ln w="25400" cap="flat">
              <a:noFill/>
              <a:prstDash val="solid"/>
              <a:miter lim="400000"/>
            </a:ln>
            <a:effectLst/>
          </p:spPr>
          <p:txBody>
            <a:bodyPr anchor="ctr"/>
            <a:lstStyle/>
            <a:p>
              <a:pPr algn="ctr"/>
              <a:endParaRPr/>
            </a:p>
          </p:txBody>
        </p:sp>
        <p:sp>
          <p:nvSpPr>
            <p:cNvPr id="99" name="îṣļíďé">
              <a:extLst>
                <a:ext uri="{FF2B5EF4-FFF2-40B4-BE49-F238E27FC236}">
                  <a16:creationId xmlns:a16="http://schemas.microsoft.com/office/drawing/2014/main" id="{0D7702E9-34B2-55AC-7558-53323BED500A}"/>
                </a:ext>
              </a:extLst>
            </p:cNvPr>
            <p:cNvSpPr/>
            <p:nvPr/>
          </p:nvSpPr>
          <p:spPr>
            <a:xfrm>
              <a:off x="9187751" y="3843193"/>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grpFill/>
            <a:ln w="25400" cap="flat">
              <a:noFill/>
              <a:prstDash val="solid"/>
              <a:miter lim="400000"/>
            </a:ln>
            <a:effectLst/>
          </p:spPr>
          <p:txBody>
            <a:bodyPr anchor="ctr"/>
            <a:lstStyle/>
            <a:p>
              <a:pPr algn="ctr"/>
              <a:endParaRPr/>
            </a:p>
          </p:txBody>
        </p:sp>
        <p:sp>
          <p:nvSpPr>
            <p:cNvPr id="100" name="íṧḷiḋé">
              <a:extLst>
                <a:ext uri="{FF2B5EF4-FFF2-40B4-BE49-F238E27FC236}">
                  <a16:creationId xmlns:a16="http://schemas.microsoft.com/office/drawing/2014/main" id="{17C472AD-08CC-9BDA-9D8B-53EB12117B56}"/>
                </a:ext>
              </a:extLst>
            </p:cNvPr>
            <p:cNvSpPr/>
            <p:nvPr/>
          </p:nvSpPr>
          <p:spPr>
            <a:xfrm>
              <a:off x="9518950" y="4026819"/>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grpFill/>
            <a:ln w="25400" cap="flat">
              <a:noFill/>
              <a:prstDash val="solid"/>
              <a:miter lim="400000"/>
            </a:ln>
            <a:effectLst/>
          </p:spPr>
          <p:txBody>
            <a:bodyPr anchor="ctr"/>
            <a:lstStyle/>
            <a:p>
              <a:pPr algn="ctr"/>
              <a:endParaRPr/>
            </a:p>
          </p:txBody>
        </p:sp>
        <p:sp>
          <p:nvSpPr>
            <p:cNvPr id="101" name="i$ľiḍê">
              <a:extLst>
                <a:ext uri="{FF2B5EF4-FFF2-40B4-BE49-F238E27FC236}">
                  <a16:creationId xmlns:a16="http://schemas.microsoft.com/office/drawing/2014/main" id="{F6462209-8A9E-7B41-4DD4-53DCCD6C1169}"/>
                </a:ext>
              </a:extLst>
            </p:cNvPr>
            <p:cNvSpPr/>
            <p:nvPr/>
          </p:nvSpPr>
          <p:spPr>
            <a:xfrm>
              <a:off x="9816350" y="3993819"/>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grpFill/>
            <a:ln w="25400" cap="flat">
              <a:noFill/>
              <a:prstDash val="solid"/>
              <a:miter lim="400000"/>
            </a:ln>
            <a:effectLst/>
          </p:spPr>
          <p:txBody>
            <a:bodyPr anchor="ctr"/>
            <a:lstStyle/>
            <a:p>
              <a:pPr algn="ctr"/>
              <a:endParaRPr/>
            </a:p>
          </p:txBody>
        </p:sp>
        <p:sp>
          <p:nvSpPr>
            <p:cNvPr id="102" name="îṡ1îḋè">
              <a:extLst>
                <a:ext uri="{FF2B5EF4-FFF2-40B4-BE49-F238E27FC236}">
                  <a16:creationId xmlns:a16="http://schemas.microsoft.com/office/drawing/2014/main" id="{7F5A6CDD-2347-142E-7342-1953A7CE9114}"/>
                </a:ext>
              </a:extLst>
            </p:cNvPr>
            <p:cNvSpPr/>
            <p:nvPr/>
          </p:nvSpPr>
          <p:spPr>
            <a:xfrm>
              <a:off x="9834437" y="4184237"/>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grpFill/>
            <a:ln w="25400" cap="flat">
              <a:noFill/>
              <a:prstDash val="solid"/>
              <a:miter lim="400000"/>
            </a:ln>
            <a:effectLst/>
          </p:spPr>
          <p:txBody>
            <a:bodyPr anchor="ctr"/>
            <a:lstStyle/>
            <a:p>
              <a:pPr algn="ctr"/>
              <a:endParaRPr/>
            </a:p>
          </p:txBody>
        </p:sp>
        <p:sp>
          <p:nvSpPr>
            <p:cNvPr id="103" name="îSļiḋe">
              <a:extLst>
                <a:ext uri="{FF2B5EF4-FFF2-40B4-BE49-F238E27FC236}">
                  <a16:creationId xmlns:a16="http://schemas.microsoft.com/office/drawing/2014/main" id="{D4FA4946-F91F-F4BF-DD4E-F9F02AAC2140}"/>
                </a:ext>
              </a:extLst>
            </p:cNvPr>
            <p:cNvSpPr/>
            <p:nvPr/>
          </p:nvSpPr>
          <p:spPr>
            <a:xfrm>
              <a:off x="9664278" y="4387494"/>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grpFill/>
            <a:ln w="25400" cap="flat">
              <a:noFill/>
              <a:prstDash val="solid"/>
              <a:miter lim="400000"/>
            </a:ln>
            <a:effectLst/>
          </p:spPr>
          <p:txBody>
            <a:bodyPr anchor="ctr"/>
            <a:lstStyle/>
            <a:p>
              <a:pPr algn="ctr"/>
              <a:endParaRPr/>
            </a:p>
          </p:txBody>
        </p:sp>
        <p:sp>
          <p:nvSpPr>
            <p:cNvPr id="104" name="îṣlïḓé">
              <a:extLst>
                <a:ext uri="{FF2B5EF4-FFF2-40B4-BE49-F238E27FC236}">
                  <a16:creationId xmlns:a16="http://schemas.microsoft.com/office/drawing/2014/main" id="{FE9FF147-A75C-6CCF-E48E-531B001EDF2E}"/>
                </a:ext>
              </a:extLst>
            </p:cNvPr>
            <p:cNvSpPr/>
            <p:nvPr/>
          </p:nvSpPr>
          <p:spPr>
            <a:xfrm>
              <a:off x="9557284" y="4379124"/>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grpFill/>
            <a:ln w="25400" cap="flat">
              <a:noFill/>
              <a:prstDash val="solid"/>
              <a:miter lim="400000"/>
            </a:ln>
            <a:effectLst/>
          </p:spPr>
          <p:txBody>
            <a:bodyPr anchor="ctr"/>
            <a:lstStyle/>
            <a:p>
              <a:pPr algn="ctr"/>
              <a:endParaRPr/>
            </a:p>
          </p:txBody>
        </p:sp>
        <p:sp>
          <p:nvSpPr>
            <p:cNvPr id="105" name="ïṥḷídè">
              <a:extLst>
                <a:ext uri="{FF2B5EF4-FFF2-40B4-BE49-F238E27FC236}">
                  <a16:creationId xmlns:a16="http://schemas.microsoft.com/office/drawing/2014/main" id="{A94DB26A-B61A-F66D-3EBB-8D848662E36F}"/>
                </a:ext>
              </a:extLst>
            </p:cNvPr>
            <p:cNvSpPr/>
            <p:nvPr/>
          </p:nvSpPr>
          <p:spPr>
            <a:xfrm>
              <a:off x="9429485" y="4387992"/>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grpFill/>
            <a:ln w="25400" cap="flat">
              <a:noFill/>
              <a:prstDash val="solid"/>
              <a:miter lim="400000"/>
            </a:ln>
            <a:effectLst/>
          </p:spPr>
          <p:txBody>
            <a:bodyPr anchor="ctr"/>
            <a:lstStyle/>
            <a:p>
              <a:pPr algn="ctr"/>
              <a:endParaRPr/>
            </a:p>
          </p:txBody>
        </p:sp>
        <p:sp>
          <p:nvSpPr>
            <p:cNvPr id="106" name="išḷïḍè">
              <a:extLst>
                <a:ext uri="{FF2B5EF4-FFF2-40B4-BE49-F238E27FC236}">
                  <a16:creationId xmlns:a16="http://schemas.microsoft.com/office/drawing/2014/main" id="{9B833C86-4541-FA64-4A2C-A71ECECD6479}"/>
                </a:ext>
              </a:extLst>
            </p:cNvPr>
            <p:cNvSpPr/>
            <p:nvPr/>
          </p:nvSpPr>
          <p:spPr>
            <a:xfrm>
              <a:off x="9520068" y="4428015"/>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grpFill/>
            <a:ln w="25400" cap="flat">
              <a:noFill/>
              <a:prstDash val="solid"/>
              <a:miter lim="400000"/>
            </a:ln>
            <a:effectLst/>
          </p:spPr>
          <p:txBody>
            <a:bodyPr anchor="ctr"/>
            <a:lstStyle/>
            <a:p>
              <a:pPr algn="ctr"/>
              <a:endParaRPr/>
            </a:p>
          </p:txBody>
        </p:sp>
        <p:sp>
          <p:nvSpPr>
            <p:cNvPr id="107" name="íṧḻîďê">
              <a:extLst>
                <a:ext uri="{FF2B5EF4-FFF2-40B4-BE49-F238E27FC236}">
                  <a16:creationId xmlns:a16="http://schemas.microsoft.com/office/drawing/2014/main" id="{9818CEAE-F72D-D1FD-09E4-41DB87454B40}"/>
                </a:ext>
              </a:extLst>
            </p:cNvPr>
            <p:cNvSpPr/>
            <p:nvPr/>
          </p:nvSpPr>
          <p:spPr>
            <a:xfrm>
              <a:off x="9067733" y="4304888"/>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grpFill/>
            <a:ln w="25400" cap="flat">
              <a:noFill/>
              <a:prstDash val="solid"/>
              <a:miter lim="400000"/>
            </a:ln>
            <a:effectLst/>
          </p:spPr>
          <p:txBody>
            <a:bodyPr anchor="ctr"/>
            <a:lstStyle/>
            <a:p>
              <a:pPr algn="ctr"/>
              <a:endParaRPr/>
            </a:p>
          </p:txBody>
        </p:sp>
        <p:sp>
          <p:nvSpPr>
            <p:cNvPr id="108" name="ï$ľiḓê">
              <a:extLst>
                <a:ext uri="{FF2B5EF4-FFF2-40B4-BE49-F238E27FC236}">
                  <a16:creationId xmlns:a16="http://schemas.microsoft.com/office/drawing/2014/main" id="{8D51EC23-24C8-38BE-8D70-515D4EEE492C}"/>
                </a:ext>
              </a:extLst>
            </p:cNvPr>
            <p:cNvSpPr/>
            <p:nvPr/>
          </p:nvSpPr>
          <p:spPr>
            <a:xfrm>
              <a:off x="8739813" y="3881623"/>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grpFill/>
            <a:ln w="25400" cap="flat">
              <a:noFill/>
              <a:prstDash val="solid"/>
              <a:miter lim="400000"/>
            </a:ln>
            <a:effectLst/>
          </p:spPr>
          <p:txBody>
            <a:bodyPr anchor="ctr"/>
            <a:lstStyle/>
            <a:p>
              <a:pPr algn="ctr"/>
              <a:endParaRPr/>
            </a:p>
          </p:txBody>
        </p:sp>
        <p:sp>
          <p:nvSpPr>
            <p:cNvPr id="109" name="isļîḍé">
              <a:extLst>
                <a:ext uri="{FF2B5EF4-FFF2-40B4-BE49-F238E27FC236}">
                  <a16:creationId xmlns:a16="http://schemas.microsoft.com/office/drawing/2014/main" id="{9ADF872D-A154-756A-1B42-E8214C00D8FF}"/>
                </a:ext>
              </a:extLst>
            </p:cNvPr>
            <p:cNvSpPr/>
            <p:nvPr/>
          </p:nvSpPr>
          <p:spPr>
            <a:xfrm>
              <a:off x="8199229" y="3742697"/>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grpFill/>
            <a:ln w="25400" cap="flat">
              <a:noFill/>
              <a:prstDash val="solid"/>
              <a:miter lim="400000"/>
            </a:ln>
            <a:effectLst/>
          </p:spPr>
          <p:txBody>
            <a:bodyPr anchor="ctr"/>
            <a:lstStyle/>
            <a:p>
              <a:pPr algn="ctr"/>
              <a:endParaRPr/>
            </a:p>
          </p:txBody>
        </p:sp>
        <p:sp>
          <p:nvSpPr>
            <p:cNvPr id="110" name="í$ľîḋê">
              <a:extLst>
                <a:ext uri="{FF2B5EF4-FFF2-40B4-BE49-F238E27FC236}">
                  <a16:creationId xmlns:a16="http://schemas.microsoft.com/office/drawing/2014/main" id="{DEE34F76-526A-B307-21A1-0558A6DE75F6}"/>
                </a:ext>
              </a:extLst>
            </p:cNvPr>
            <p:cNvSpPr/>
            <p:nvPr/>
          </p:nvSpPr>
          <p:spPr>
            <a:xfrm>
              <a:off x="7957224" y="3867942"/>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grpFill/>
            <a:ln w="25400" cap="flat">
              <a:noFill/>
              <a:prstDash val="solid"/>
              <a:miter lim="400000"/>
            </a:ln>
            <a:effectLst/>
          </p:spPr>
          <p:txBody>
            <a:bodyPr anchor="ctr"/>
            <a:lstStyle/>
            <a:p>
              <a:pPr algn="ctr"/>
              <a:endParaRPr/>
            </a:p>
          </p:txBody>
        </p:sp>
        <p:sp>
          <p:nvSpPr>
            <p:cNvPr id="111" name="ïślîḍè">
              <a:extLst>
                <a:ext uri="{FF2B5EF4-FFF2-40B4-BE49-F238E27FC236}">
                  <a16:creationId xmlns:a16="http://schemas.microsoft.com/office/drawing/2014/main" id="{281EDCF2-EEF2-887E-16D1-2AE01F344EF4}"/>
                </a:ext>
              </a:extLst>
            </p:cNvPr>
            <p:cNvSpPr/>
            <p:nvPr/>
          </p:nvSpPr>
          <p:spPr>
            <a:xfrm>
              <a:off x="7953865" y="3917350"/>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grpFill/>
            <a:ln w="25400" cap="flat">
              <a:noFill/>
              <a:prstDash val="solid"/>
              <a:miter lim="400000"/>
            </a:ln>
            <a:effectLst/>
          </p:spPr>
          <p:txBody>
            <a:bodyPr anchor="ctr"/>
            <a:lstStyle/>
            <a:p>
              <a:pPr algn="ctr"/>
              <a:endParaRPr/>
            </a:p>
          </p:txBody>
        </p:sp>
        <p:sp>
          <p:nvSpPr>
            <p:cNvPr id="112" name="îṣḷiďè">
              <a:extLst>
                <a:ext uri="{FF2B5EF4-FFF2-40B4-BE49-F238E27FC236}">
                  <a16:creationId xmlns:a16="http://schemas.microsoft.com/office/drawing/2014/main" id="{A3E9F30C-ED69-57A8-05CB-2E11229B5171}"/>
                </a:ext>
              </a:extLst>
            </p:cNvPr>
            <p:cNvSpPr/>
            <p:nvPr/>
          </p:nvSpPr>
          <p:spPr>
            <a:xfrm>
              <a:off x="7931635" y="3837005"/>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grpFill/>
            <a:ln w="25400" cap="flat">
              <a:noFill/>
              <a:prstDash val="solid"/>
              <a:miter lim="400000"/>
            </a:ln>
            <a:effectLst/>
          </p:spPr>
          <p:txBody>
            <a:bodyPr anchor="ctr"/>
            <a:lstStyle/>
            <a:p>
              <a:pPr algn="ctr"/>
              <a:endParaRPr/>
            </a:p>
          </p:txBody>
        </p:sp>
        <p:sp>
          <p:nvSpPr>
            <p:cNvPr id="113" name="işḷídé">
              <a:extLst>
                <a:ext uri="{FF2B5EF4-FFF2-40B4-BE49-F238E27FC236}">
                  <a16:creationId xmlns:a16="http://schemas.microsoft.com/office/drawing/2014/main" id="{B90CB5D1-8C2D-C844-F079-F817A7363504}"/>
                </a:ext>
              </a:extLst>
            </p:cNvPr>
            <p:cNvSpPr/>
            <p:nvPr/>
          </p:nvSpPr>
          <p:spPr>
            <a:xfrm>
              <a:off x="7171214" y="3107084"/>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grpFill/>
            <a:ln w="25400" cap="flat">
              <a:noFill/>
              <a:prstDash val="solid"/>
              <a:miter lim="400000"/>
            </a:ln>
            <a:effectLst/>
          </p:spPr>
          <p:txBody>
            <a:bodyPr anchor="ctr"/>
            <a:lstStyle/>
            <a:p>
              <a:pPr algn="ctr"/>
              <a:endParaRPr/>
            </a:p>
          </p:txBody>
        </p:sp>
        <p:sp>
          <p:nvSpPr>
            <p:cNvPr id="114" name="íŝḷïde">
              <a:extLst>
                <a:ext uri="{FF2B5EF4-FFF2-40B4-BE49-F238E27FC236}">
                  <a16:creationId xmlns:a16="http://schemas.microsoft.com/office/drawing/2014/main" id="{6E4EEE38-1F9C-F23F-B332-E6E508BE16EC}"/>
                </a:ext>
              </a:extLst>
            </p:cNvPr>
            <p:cNvSpPr/>
            <p:nvPr/>
          </p:nvSpPr>
          <p:spPr>
            <a:xfrm>
              <a:off x="6561284" y="2785626"/>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grpFill/>
            <a:ln w="25400" cap="flat">
              <a:noFill/>
              <a:prstDash val="solid"/>
              <a:miter lim="400000"/>
            </a:ln>
            <a:effectLst/>
          </p:spPr>
          <p:txBody>
            <a:bodyPr anchor="ctr"/>
            <a:lstStyle/>
            <a:p>
              <a:pPr algn="ctr"/>
              <a:endParaRPr/>
            </a:p>
          </p:txBody>
        </p:sp>
        <p:sp>
          <p:nvSpPr>
            <p:cNvPr id="115" name="îṡľiḑe">
              <a:extLst>
                <a:ext uri="{FF2B5EF4-FFF2-40B4-BE49-F238E27FC236}">
                  <a16:creationId xmlns:a16="http://schemas.microsoft.com/office/drawing/2014/main" id="{9394D603-E1D6-2662-6FC6-1549B5934F76}"/>
                </a:ext>
              </a:extLst>
            </p:cNvPr>
            <p:cNvSpPr/>
            <p:nvPr/>
          </p:nvSpPr>
          <p:spPr>
            <a:xfrm>
              <a:off x="5255087" y="1585911"/>
              <a:ext cx="2042366" cy="1189722"/>
            </a:xfrm>
            <a:custGeom>
              <a:avLst/>
              <a:gdLst/>
              <a:ahLst/>
              <a:cxnLst>
                <a:cxn ang="0">
                  <a:pos x="wd2" y="hd2"/>
                </a:cxn>
                <a:cxn ang="5400000">
                  <a:pos x="wd2" y="hd2"/>
                </a:cxn>
                <a:cxn ang="10800000">
                  <a:pos x="wd2" y="hd2"/>
                </a:cxn>
                <a:cxn ang="16200000">
                  <a:pos x="wd2" y="hd2"/>
                </a:cxn>
              </a:cxnLst>
              <a:rect l="0" t="0" r="r" b="b"/>
              <a:pathLst>
                <a:path w="21600" h="21600" extrusionOk="0">
                  <a:moveTo>
                    <a:pt x="20807" y="1150"/>
                  </a:moveTo>
                  <a:lnTo>
                    <a:pt x="20140" y="892"/>
                  </a:lnTo>
                  <a:lnTo>
                    <a:pt x="19827" y="747"/>
                  </a:lnTo>
                  <a:lnTo>
                    <a:pt x="19506" y="542"/>
                  </a:lnTo>
                  <a:lnTo>
                    <a:pt x="19194" y="459"/>
                  </a:lnTo>
                  <a:lnTo>
                    <a:pt x="18976" y="267"/>
                  </a:lnTo>
                  <a:lnTo>
                    <a:pt x="18803" y="212"/>
                  </a:lnTo>
                  <a:lnTo>
                    <a:pt x="18690" y="293"/>
                  </a:lnTo>
                  <a:lnTo>
                    <a:pt x="18482" y="457"/>
                  </a:lnTo>
                  <a:lnTo>
                    <a:pt x="18589" y="626"/>
                  </a:lnTo>
                  <a:lnTo>
                    <a:pt x="18799" y="626"/>
                  </a:lnTo>
                  <a:lnTo>
                    <a:pt x="18944" y="749"/>
                  </a:lnTo>
                  <a:lnTo>
                    <a:pt x="19057" y="799"/>
                  </a:lnTo>
                  <a:lnTo>
                    <a:pt x="19162" y="663"/>
                  </a:lnTo>
                  <a:lnTo>
                    <a:pt x="19282" y="649"/>
                  </a:lnTo>
                  <a:lnTo>
                    <a:pt x="19425" y="814"/>
                  </a:lnTo>
                  <a:lnTo>
                    <a:pt x="19336" y="1164"/>
                  </a:lnTo>
                  <a:lnTo>
                    <a:pt x="19232" y="1314"/>
                  </a:lnTo>
                  <a:lnTo>
                    <a:pt x="19042" y="1149"/>
                  </a:lnTo>
                  <a:lnTo>
                    <a:pt x="18875" y="1149"/>
                  </a:lnTo>
                  <a:lnTo>
                    <a:pt x="18733" y="1250"/>
                  </a:lnTo>
                  <a:lnTo>
                    <a:pt x="18426" y="1346"/>
                  </a:lnTo>
                  <a:lnTo>
                    <a:pt x="18234" y="1428"/>
                  </a:lnTo>
                  <a:lnTo>
                    <a:pt x="18001" y="1483"/>
                  </a:lnTo>
                  <a:lnTo>
                    <a:pt x="17885" y="1455"/>
                  </a:lnTo>
                  <a:lnTo>
                    <a:pt x="17764" y="1282"/>
                  </a:lnTo>
                  <a:lnTo>
                    <a:pt x="17591" y="1204"/>
                  </a:lnTo>
                  <a:lnTo>
                    <a:pt x="17472" y="1218"/>
                  </a:lnTo>
                  <a:lnTo>
                    <a:pt x="17205" y="1314"/>
                  </a:lnTo>
                  <a:lnTo>
                    <a:pt x="16942" y="1479"/>
                  </a:lnTo>
                  <a:lnTo>
                    <a:pt x="16671" y="1671"/>
                  </a:lnTo>
                  <a:lnTo>
                    <a:pt x="16451" y="1882"/>
                  </a:lnTo>
                  <a:lnTo>
                    <a:pt x="16191" y="2147"/>
                  </a:lnTo>
                  <a:lnTo>
                    <a:pt x="16038" y="2203"/>
                  </a:lnTo>
                  <a:lnTo>
                    <a:pt x="15932" y="2029"/>
                  </a:lnTo>
                  <a:lnTo>
                    <a:pt x="15829" y="1988"/>
                  </a:lnTo>
                  <a:lnTo>
                    <a:pt x="15732" y="1892"/>
                  </a:lnTo>
                  <a:lnTo>
                    <a:pt x="15762" y="1710"/>
                  </a:lnTo>
                  <a:lnTo>
                    <a:pt x="15657" y="1417"/>
                  </a:lnTo>
                  <a:lnTo>
                    <a:pt x="15517" y="1390"/>
                  </a:lnTo>
                  <a:lnTo>
                    <a:pt x="15378" y="1390"/>
                  </a:lnTo>
                  <a:lnTo>
                    <a:pt x="15253" y="1481"/>
                  </a:lnTo>
                  <a:lnTo>
                    <a:pt x="15278" y="1641"/>
                  </a:lnTo>
                  <a:lnTo>
                    <a:pt x="15392" y="1819"/>
                  </a:lnTo>
                  <a:lnTo>
                    <a:pt x="15384" y="1998"/>
                  </a:lnTo>
                  <a:lnTo>
                    <a:pt x="15457" y="2135"/>
                  </a:lnTo>
                  <a:lnTo>
                    <a:pt x="15449" y="2313"/>
                  </a:lnTo>
                  <a:lnTo>
                    <a:pt x="15372" y="2418"/>
                  </a:lnTo>
                  <a:lnTo>
                    <a:pt x="15165" y="2528"/>
                  </a:lnTo>
                  <a:lnTo>
                    <a:pt x="14864" y="2652"/>
                  </a:lnTo>
                  <a:lnTo>
                    <a:pt x="14558" y="2802"/>
                  </a:lnTo>
                  <a:lnTo>
                    <a:pt x="14501" y="2964"/>
                  </a:lnTo>
                  <a:lnTo>
                    <a:pt x="14580" y="3129"/>
                  </a:lnTo>
                  <a:lnTo>
                    <a:pt x="14535" y="3260"/>
                  </a:lnTo>
                  <a:lnTo>
                    <a:pt x="14301" y="3357"/>
                  </a:lnTo>
                  <a:lnTo>
                    <a:pt x="14167" y="3571"/>
                  </a:lnTo>
                  <a:lnTo>
                    <a:pt x="14002" y="3383"/>
                  </a:lnTo>
                  <a:lnTo>
                    <a:pt x="13882" y="3233"/>
                  </a:lnTo>
                  <a:lnTo>
                    <a:pt x="13736" y="3151"/>
                  </a:lnTo>
                  <a:lnTo>
                    <a:pt x="13601" y="3165"/>
                  </a:lnTo>
                  <a:lnTo>
                    <a:pt x="13544" y="3303"/>
                  </a:lnTo>
                  <a:lnTo>
                    <a:pt x="13684" y="3412"/>
                  </a:lnTo>
                  <a:lnTo>
                    <a:pt x="13810" y="3412"/>
                  </a:lnTo>
                  <a:lnTo>
                    <a:pt x="13898" y="3509"/>
                  </a:lnTo>
                  <a:lnTo>
                    <a:pt x="13968" y="3600"/>
                  </a:lnTo>
                  <a:lnTo>
                    <a:pt x="14044" y="3723"/>
                  </a:lnTo>
                  <a:lnTo>
                    <a:pt x="13921" y="3938"/>
                  </a:lnTo>
                  <a:lnTo>
                    <a:pt x="13743" y="3952"/>
                  </a:lnTo>
                  <a:lnTo>
                    <a:pt x="13682" y="4102"/>
                  </a:lnTo>
                  <a:lnTo>
                    <a:pt x="13545" y="4125"/>
                  </a:lnTo>
                  <a:lnTo>
                    <a:pt x="13425" y="3918"/>
                  </a:lnTo>
                  <a:lnTo>
                    <a:pt x="13296" y="3768"/>
                  </a:lnTo>
                  <a:lnTo>
                    <a:pt x="13175" y="3714"/>
                  </a:lnTo>
                  <a:lnTo>
                    <a:pt x="13055" y="3663"/>
                  </a:lnTo>
                  <a:lnTo>
                    <a:pt x="12975" y="3430"/>
                  </a:lnTo>
                  <a:lnTo>
                    <a:pt x="12892" y="3238"/>
                  </a:lnTo>
                  <a:lnTo>
                    <a:pt x="12851" y="3047"/>
                  </a:lnTo>
                  <a:lnTo>
                    <a:pt x="12766" y="2877"/>
                  </a:lnTo>
                  <a:lnTo>
                    <a:pt x="12599" y="2739"/>
                  </a:lnTo>
                  <a:lnTo>
                    <a:pt x="12494" y="2631"/>
                  </a:lnTo>
                  <a:lnTo>
                    <a:pt x="12368" y="2420"/>
                  </a:lnTo>
                  <a:lnTo>
                    <a:pt x="12304" y="2245"/>
                  </a:lnTo>
                  <a:lnTo>
                    <a:pt x="12377" y="2017"/>
                  </a:lnTo>
                  <a:lnTo>
                    <a:pt x="12699" y="2003"/>
                  </a:lnTo>
                  <a:cubicBezTo>
                    <a:pt x="12738" y="2035"/>
                    <a:pt x="12777" y="2063"/>
                    <a:pt x="12817" y="2090"/>
                  </a:cubicBezTo>
                  <a:cubicBezTo>
                    <a:pt x="12952" y="2178"/>
                    <a:pt x="13094" y="2236"/>
                    <a:pt x="13239" y="2259"/>
                  </a:cubicBezTo>
                  <a:lnTo>
                    <a:pt x="13399" y="2479"/>
                  </a:lnTo>
                  <a:lnTo>
                    <a:pt x="13603" y="2506"/>
                  </a:lnTo>
                  <a:lnTo>
                    <a:pt x="13797" y="2506"/>
                  </a:lnTo>
                  <a:cubicBezTo>
                    <a:pt x="13873" y="2506"/>
                    <a:pt x="13949" y="2506"/>
                    <a:pt x="14025" y="2506"/>
                  </a:cubicBezTo>
                  <a:cubicBezTo>
                    <a:pt x="14058" y="2506"/>
                    <a:pt x="14090" y="2506"/>
                    <a:pt x="14122" y="2506"/>
                  </a:cubicBezTo>
                  <a:lnTo>
                    <a:pt x="14251" y="2356"/>
                  </a:lnTo>
                  <a:lnTo>
                    <a:pt x="14347" y="2302"/>
                  </a:lnTo>
                  <a:lnTo>
                    <a:pt x="14484" y="2237"/>
                  </a:lnTo>
                  <a:lnTo>
                    <a:pt x="14616" y="2210"/>
                  </a:lnTo>
                  <a:lnTo>
                    <a:pt x="14613" y="2040"/>
                  </a:lnTo>
                  <a:lnTo>
                    <a:pt x="14460" y="1889"/>
                  </a:lnTo>
                  <a:lnTo>
                    <a:pt x="14355" y="1605"/>
                  </a:lnTo>
                  <a:cubicBezTo>
                    <a:pt x="14271" y="1573"/>
                    <a:pt x="14188" y="1533"/>
                    <a:pt x="14107" y="1486"/>
                  </a:cubicBezTo>
                  <a:cubicBezTo>
                    <a:pt x="14008" y="1428"/>
                    <a:pt x="13911" y="1359"/>
                    <a:pt x="13817" y="1279"/>
                  </a:cubicBezTo>
                  <a:lnTo>
                    <a:pt x="13451" y="1078"/>
                  </a:lnTo>
                  <a:lnTo>
                    <a:pt x="13212" y="945"/>
                  </a:lnTo>
                  <a:lnTo>
                    <a:pt x="12842" y="766"/>
                  </a:lnTo>
                  <a:lnTo>
                    <a:pt x="12603" y="849"/>
                  </a:lnTo>
                  <a:lnTo>
                    <a:pt x="12436" y="968"/>
                  </a:lnTo>
                  <a:lnTo>
                    <a:pt x="12291" y="899"/>
                  </a:lnTo>
                  <a:lnTo>
                    <a:pt x="12112" y="639"/>
                  </a:lnTo>
                  <a:lnTo>
                    <a:pt x="11879" y="402"/>
                  </a:lnTo>
                  <a:lnTo>
                    <a:pt x="11669" y="320"/>
                  </a:lnTo>
                  <a:lnTo>
                    <a:pt x="11486" y="252"/>
                  </a:lnTo>
                  <a:lnTo>
                    <a:pt x="11279" y="156"/>
                  </a:lnTo>
                  <a:lnTo>
                    <a:pt x="11086" y="73"/>
                  </a:lnTo>
                  <a:lnTo>
                    <a:pt x="10931" y="18"/>
                  </a:lnTo>
                  <a:lnTo>
                    <a:pt x="10715" y="114"/>
                  </a:lnTo>
                  <a:lnTo>
                    <a:pt x="10556" y="192"/>
                  </a:lnTo>
                  <a:lnTo>
                    <a:pt x="10395" y="137"/>
                  </a:lnTo>
                  <a:lnTo>
                    <a:pt x="10285" y="82"/>
                  </a:lnTo>
                  <a:lnTo>
                    <a:pt x="10146" y="27"/>
                  </a:lnTo>
                  <a:lnTo>
                    <a:pt x="10010" y="0"/>
                  </a:lnTo>
                  <a:lnTo>
                    <a:pt x="9706" y="83"/>
                  </a:lnTo>
                  <a:lnTo>
                    <a:pt x="9387" y="184"/>
                  </a:lnTo>
                  <a:lnTo>
                    <a:pt x="8981" y="564"/>
                  </a:lnTo>
                  <a:lnTo>
                    <a:pt x="8797" y="728"/>
                  </a:lnTo>
                  <a:lnTo>
                    <a:pt x="8584" y="783"/>
                  </a:lnTo>
                  <a:lnTo>
                    <a:pt x="8320" y="915"/>
                  </a:lnTo>
                  <a:lnTo>
                    <a:pt x="8160" y="996"/>
                  </a:lnTo>
                  <a:lnTo>
                    <a:pt x="7967" y="1147"/>
                  </a:lnTo>
                  <a:lnTo>
                    <a:pt x="7886" y="1297"/>
                  </a:lnTo>
                  <a:lnTo>
                    <a:pt x="7888" y="1470"/>
                  </a:lnTo>
                  <a:lnTo>
                    <a:pt x="7855" y="1675"/>
                  </a:lnTo>
                  <a:lnTo>
                    <a:pt x="7776" y="1784"/>
                  </a:lnTo>
                  <a:lnTo>
                    <a:pt x="7655" y="1839"/>
                  </a:lnTo>
                  <a:lnTo>
                    <a:pt x="7530" y="1894"/>
                  </a:lnTo>
                  <a:lnTo>
                    <a:pt x="7376" y="2183"/>
                  </a:lnTo>
                  <a:lnTo>
                    <a:pt x="7276" y="2430"/>
                  </a:lnTo>
                  <a:lnTo>
                    <a:pt x="7123" y="2673"/>
                  </a:lnTo>
                  <a:lnTo>
                    <a:pt x="7099" y="2824"/>
                  </a:lnTo>
                  <a:lnTo>
                    <a:pt x="7051" y="3056"/>
                  </a:lnTo>
                  <a:lnTo>
                    <a:pt x="6924" y="3316"/>
                  </a:lnTo>
                  <a:lnTo>
                    <a:pt x="6795" y="3550"/>
                  </a:lnTo>
                  <a:lnTo>
                    <a:pt x="6610" y="3688"/>
                  </a:lnTo>
                  <a:lnTo>
                    <a:pt x="6375" y="3930"/>
                  </a:lnTo>
                  <a:lnTo>
                    <a:pt x="6295" y="4053"/>
                  </a:lnTo>
                  <a:lnTo>
                    <a:pt x="6207" y="4241"/>
                  </a:lnTo>
                  <a:lnTo>
                    <a:pt x="6072" y="4323"/>
                  </a:lnTo>
                  <a:lnTo>
                    <a:pt x="5796" y="4429"/>
                  </a:lnTo>
                  <a:lnTo>
                    <a:pt x="5615" y="4524"/>
                  </a:lnTo>
                  <a:lnTo>
                    <a:pt x="5511" y="4647"/>
                  </a:lnTo>
                  <a:lnTo>
                    <a:pt x="5386" y="4780"/>
                  </a:lnTo>
                  <a:lnTo>
                    <a:pt x="5249" y="4999"/>
                  </a:lnTo>
                  <a:lnTo>
                    <a:pt x="5158" y="5155"/>
                  </a:lnTo>
                  <a:lnTo>
                    <a:pt x="5088" y="5329"/>
                  </a:lnTo>
                  <a:lnTo>
                    <a:pt x="5065" y="5480"/>
                  </a:lnTo>
                  <a:lnTo>
                    <a:pt x="5065" y="5754"/>
                  </a:lnTo>
                  <a:lnTo>
                    <a:pt x="5089" y="5900"/>
                  </a:lnTo>
                  <a:lnTo>
                    <a:pt x="5118" y="6123"/>
                  </a:lnTo>
                  <a:lnTo>
                    <a:pt x="5094" y="6315"/>
                  </a:lnTo>
                  <a:lnTo>
                    <a:pt x="5118" y="6590"/>
                  </a:lnTo>
                  <a:lnTo>
                    <a:pt x="5312" y="6948"/>
                  </a:lnTo>
                  <a:lnTo>
                    <a:pt x="5497" y="7278"/>
                  </a:lnTo>
                  <a:lnTo>
                    <a:pt x="5698" y="7360"/>
                  </a:lnTo>
                  <a:lnTo>
                    <a:pt x="6010" y="7347"/>
                  </a:lnTo>
                  <a:lnTo>
                    <a:pt x="6179" y="7123"/>
                  </a:lnTo>
                  <a:lnTo>
                    <a:pt x="6421" y="6806"/>
                  </a:lnTo>
                  <a:lnTo>
                    <a:pt x="6673" y="6770"/>
                  </a:lnTo>
                  <a:lnTo>
                    <a:pt x="6722" y="7029"/>
                  </a:lnTo>
                  <a:lnTo>
                    <a:pt x="6859" y="7341"/>
                  </a:lnTo>
                  <a:lnTo>
                    <a:pt x="6923" y="7657"/>
                  </a:lnTo>
                  <a:lnTo>
                    <a:pt x="7026" y="7817"/>
                  </a:lnTo>
                  <a:lnTo>
                    <a:pt x="7026" y="8065"/>
                  </a:lnTo>
                  <a:lnTo>
                    <a:pt x="7034" y="8312"/>
                  </a:lnTo>
                  <a:lnTo>
                    <a:pt x="7120" y="8458"/>
                  </a:lnTo>
                  <a:lnTo>
                    <a:pt x="7192" y="8650"/>
                  </a:lnTo>
                  <a:lnTo>
                    <a:pt x="7493" y="8925"/>
                  </a:lnTo>
                  <a:lnTo>
                    <a:pt x="7581" y="8833"/>
                  </a:lnTo>
                  <a:lnTo>
                    <a:pt x="7850" y="8512"/>
                  </a:lnTo>
                  <a:lnTo>
                    <a:pt x="7962" y="8471"/>
                  </a:lnTo>
                  <a:lnTo>
                    <a:pt x="8086" y="8224"/>
                  </a:lnTo>
                  <a:lnTo>
                    <a:pt x="8142" y="7954"/>
                  </a:lnTo>
                  <a:lnTo>
                    <a:pt x="8118" y="7546"/>
                  </a:lnTo>
                  <a:lnTo>
                    <a:pt x="8183" y="7331"/>
                  </a:lnTo>
                  <a:lnTo>
                    <a:pt x="8408" y="7069"/>
                  </a:lnTo>
                  <a:lnTo>
                    <a:pt x="8596" y="6868"/>
                  </a:lnTo>
                  <a:lnTo>
                    <a:pt x="8782" y="6652"/>
                  </a:lnTo>
                  <a:lnTo>
                    <a:pt x="8870" y="6378"/>
                  </a:lnTo>
                  <a:lnTo>
                    <a:pt x="8870" y="6199"/>
                  </a:lnTo>
                  <a:lnTo>
                    <a:pt x="8675" y="6099"/>
                  </a:lnTo>
                  <a:lnTo>
                    <a:pt x="8400" y="5782"/>
                  </a:lnTo>
                  <a:cubicBezTo>
                    <a:pt x="8345" y="5725"/>
                    <a:pt x="8303" y="5638"/>
                    <a:pt x="8280" y="5535"/>
                  </a:cubicBezTo>
                  <a:cubicBezTo>
                    <a:pt x="8253" y="5415"/>
                    <a:pt x="8255" y="5284"/>
                    <a:pt x="8280" y="5163"/>
                  </a:cubicBezTo>
                  <a:cubicBezTo>
                    <a:pt x="8308" y="5024"/>
                    <a:pt x="8366" y="4907"/>
                    <a:pt x="8441" y="4834"/>
                  </a:cubicBezTo>
                  <a:cubicBezTo>
                    <a:pt x="8456" y="4723"/>
                    <a:pt x="8474" y="4613"/>
                    <a:pt x="8494" y="4505"/>
                  </a:cubicBezTo>
                  <a:cubicBezTo>
                    <a:pt x="8510" y="4424"/>
                    <a:pt x="8527" y="4342"/>
                    <a:pt x="8558" y="4276"/>
                  </a:cubicBezTo>
                  <a:cubicBezTo>
                    <a:pt x="8643" y="4100"/>
                    <a:pt x="8795" y="4075"/>
                    <a:pt x="8897" y="4221"/>
                  </a:cubicBezTo>
                  <a:cubicBezTo>
                    <a:pt x="8958" y="4155"/>
                    <a:pt x="9013" y="4077"/>
                    <a:pt x="9061" y="3987"/>
                  </a:cubicBezTo>
                  <a:cubicBezTo>
                    <a:pt x="9136" y="3848"/>
                    <a:pt x="9193" y="3684"/>
                    <a:pt x="9260" y="3534"/>
                  </a:cubicBezTo>
                  <a:cubicBezTo>
                    <a:pt x="9306" y="3430"/>
                    <a:pt x="9356" y="3332"/>
                    <a:pt x="9405" y="3232"/>
                  </a:cubicBezTo>
                  <a:cubicBezTo>
                    <a:pt x="9452" y="3137"/>
                    <a:pt x="9497" y="3041"/>
                    <a:pt x="9542" y="2943"/>
                  </a:cubicBezTo>
                  <a:lnTo>
                    <a:pt x="9832" y="2723"/>
                  </a:lnTo>
                  <a:lnTo>
                    <a:pt x="9993" y="2545"/>
                  </a:lnTo>
                  <a:lnTo>
                    <a:pt x="10111" y="2705"/>
                  </a:lnTo>
                  <a:lnTo>
                    <a:pt x="10183" y="2884"/>
                  </a:lnTo>
                  <a:lnTo>
                    <a:pt x="10183" y="3144"/>
                  </a:lnTo>
                  <a:lnTo>
                    <a:pt x="10098" y="3332"/>
                  </a:lnTo>
                  <a:lnTo>
                    <a:pt x="10098" y="3689"/>
                  </a:lnTo>
                  <a:lnTo>
                    <a:pt x="10082" y="3859"/>
                  </a:lnTo>
                  <a:lnTo>
                    <a:pt x="9930" y="3957"/>
                  </a:lnTo>
                  <a:lnTo>
                    <a:pt x="9906" y="4204"/>
                  </a:lnTo>
                  <a:lnTo>
                    <a:pt x="9849" y="4492"/>
                  </a:lnTo>
                  <a:lnTo>
                    <a:pt x="9683" y="4633"/>
                  </a:lnTo>
                  <a:lnTo>
                    <a:pt x="9586" y="4780"/>
                  </a:lnTo>
                  <a:lnTo>
                    <a:pt x="9482" y="5082"/>
                  </a:lnTo>
                  <a:lnTo>
                    <a:pt x="9514" y="5403"/>
                  </a:lnTo>
                  <a:lnTo>
                    <a:pt x="9716" y="5586"/>
                  </a:lnTo>
                  <a:cubicBezTo>
                    <a:pt x="9796" y="5549"/>
                    <a:pt x="9881" y="5586"/>
                    <a:pt x="9941" y="5682"/>
                  </a:cubicBezTo>
                  <a:cubicBezTo>
                    <a:pt x="9990" y="5760"/>
                    <a:pt x="10017" y="5871"/>
                    <a:pt x="10065" y="5951"/>
                  </a:cubicBezTo>
                  <a:cubicBezTo>
                    <a:pt x="10132" y="6062"/>
                    <a:pt x="10229" y="6103"/>
                    <a:pt x="10318" y="6056"/>
                  </a:cubicBezTo>
                  <a:lnTo>
                    <a:pt x="10508" y="6070"/>
                  </a:lnTo>
                  <a:lnTo>
                    <a:pt x="10731" y="6002"/>
                  </a:lnTo>
                  <a:lnTo>
                    <a:pt x="10946" y="5851"/>
                  </a:lnTo>
                  <a:lnTo>
                    <a:pt x="11105" y="5786"/>
                  </a:lnTo>
                  <a:lnTo>
                    <a:pt x="11391" y="5848"/>
                  </a:lnTo>
                  <a:lnTo>
                    <a:pt x="11503" y="6039"/>
                  </a:lnTo>
                  <a:lnTo>
                    <a:pt x="11785" y="6094"/>
                  </a:lnTo>
                  <a:lnTo>
                    <a:pt x="11854" y="6226"/>
                  </a:lnTo>
                  <a:lnTo>
                    <a:pt x="11801" y="6390"/>
                  </a:lnTo>
                  <a:lnTo>
                    <a:pt x="11600" y="6542"/>
                  </a:lnTo>
                  <a:lnTo>
                    <a:pt x="11427" y="6730"/>
                  </a:lnTo>
                  <a:lnTo>
                    <a:pt x="11242" y="6739"/>
                  </a:lnTo>
                  <a:lnTo>
                    <a:pt x="11084" y="6698"/>
                  </a:lnTo>
                  <a:lnTo>
                    <a:pt x="10942" y="6629"/>
                  </a:lnTo>
                  <a:lnTo>
                    <a:pt x="10752" y="6588"/>
                  </a:lnTo>
                  <a:lnTo>
                    <a:pt x="10578" y="6629"/>
                  </a:lnTo>
                  <a:lnTo>
                    <a:pt x="10435" y="6670"/>
                  </a:lnTo>
                  <a:lnTo>
                    <a:pt x="10291" y="6748"/>
                  </a:lnTo>
                  <a:lnTo>
                    <a:pt x="10218" y="6936"/>
                  </a:lnTo>
                  <a:lnTo>
                    <a:pt x="10315" y="7045"/>
                  </a:lnTo>
                  <a:lnTo>
                    <a:pt x="10580" y="7535"/>
                  </a:lnTo>
                  <a:lnTo>
                    <a:pt x="10580" y="7737"/>
                  </a:lnTo>
                  <a:lnTo>
                    <a:pt x="10500" y="7925"/>
                  </a:lnTo>
                  <a:lnTo>
                    <a:pt x="10333" y="8021"/>
                  </a:lnTo>
                  <a:lnTo>
                    <a:pt x="10285" y="8145"/>
                  </a:lnTo>
                  <a:lnTo>
                    <a:pt x="10181" y="8076"/>
                  </a:lnTo>
                  <a:lnTo>
                    <a:pt x="10133" y="7815"/>
                  </a:lnTo>
                  <a:lnTo>
                    <a:pt x="10012" y="7706"/>
                  </a:lnTo>
                  <a:lnTo>
                    <a:pt x="9771" y="7733"/>
                  </a:lnTo>
                  <a:lnTo>
                    <a:pt x="9701" y="7811"/>
                  </a:lnTo>
                  <a:lnTo>
                    <a:pt x="9701" y="8017"/>
                  </a:lnTo>
                  <a:lnTo>
                    <a:pt x="9581" y="8163"/>
                  </a:lnTo>
                  <a:lnTo>
                    <a:pt x="9597" y="8488"/>
                  </a:lnTo>
                  <a:lnTo>
                    <a:pt x="9637" y="8686"/>
                  </a:lnTo>
                  <a:lnTo>
                    <a:pt x="9693" y="8944"/>
                  </a:lnTo>
                  <a:lnTo>
                    <a:pt x="9588" y="9131"/>
                  </a:lnTo>
                  <a:lnTo>
                    <a:pt x="9435" y="9310"/>
                  </a:lnTo>
                  <a:lnTo>
                    <a:pt x="9298" y="9530"/>
                  </a:lnTo>
                  <a:lnTo>
                    <a:pt x="9180" y="9627"/>
                  </a:lnTo>
                  <a:lnTo>
                    <a:pt x="9092" y="9735"/>
                  </a:lnTo>
                  <a:lnTo>
                    <a:pt x="8983" y="9736"/>
                  </a:lnTo>
                  <a:cubicBezTo>
                    <a:pt x="8962" y="9703"/>
                    <a:pt x="8942" y="9671"/>
                    <a:pt x="8921" y="9640"/>
                  </a:cubicBezTo>
                  <a:cubicBezTo>
                    <a:pt x="8891" y="9595"/>
                    <a:pt x="8861" y="9551"/>
                    <a:pt x="8830" y="9508"/>
                  </a:cubicBezTo>
                  <a:lnTo>
                    <a:pt x="8564" y="9467"/>
                  </a:lnTo>
                  <a:lnTo>
                    <a:pt x="8300" y="9659"/>
                  </a:lnTo>
                  <a:lnTo>
                    <a:pt x="7986" y="9865"/>
                  </a:lnTo>
                  <a:lnTo>
                    <a:pt x="7905" y="9974"/>
                  </a:lnTo>
                  <a:lnTo>
                    <a:pt x="7739" y="10070"/>
                  </a:lnTo>
                  <a:lnTo>
                    <a:pt x="7634" y="10001"/>
                  </a:lnTo>
                  <a:lnTo>
                    <a:pt x="7465" y="9864"/>
                  </a:lnTo>
                  <a:lnTo>
                    <a:pt x="7314" y="9781"/>
                  </a:lnTo>
                  <a:lnTo>
                    <a:pt x="7226" y="9644"/>
                  </a:lnTo>
                  <a:lnTo>
                    <a:pt x="7149" y="9740"/>
                  </a:lnTo>
                  <a:lnTo>
                    <a:pt x="6975" y="9746"/>
                  </a:lnTo>
                  <a:lnTo>
                    <a:pt x="6769" y="9966"/>
                  </a:lnTo>
                  <a:lnTo>
                    <a:pt x="6586" y="9828"/>
                  </a:lnTo>
                  <a:lnTo>
                    <a:pt x="6498" y="9655"/>
                  </a:lnTo>
                  <a:lnTo>
                    <a:pt x="6359" y="9499"/>
                  </a:lnTo>
                  <a:lnTo>
                    <a:pt x="6246" y="9210"/>
                  </a:lnTo>
                  <a:lnTo>
                    <a:pt x="6332" y="9059"/>
                  </a:lnTo>
                  <a:lnTo>
                    <a:pt x="6468" y="9059"/>
                  </a:lnTo>
                  <a:lnTo>
                    <a:pt x="6436" y="9269"/>
                  </a:lnTo>
                  <a:lnTo>
                    <a:pt x="6594" y="9356"/>
                  </a:lnTo>
                  <a:lnTo>
                    <a:pt x="6642" y="9122"/>
                  </a:lnTo>
                  <a:lnTo>
                    <a:pt x="6779" y="9264"/>
                  </a:lnTo>
                  <a:lnTo>
                    <a:pt x="6939" y="9386"/>
                  </a:lnTo>
                  <a:lnTo>
                    <a:pt x="7020" y="9181"/>
                  </a:lnTo>
                  <a:lnTo>
                    <a:pt x="7095" y="8939"/>
                  </a:lnTo>
                  <a:lnTo>
                    <a:pt x="7009" y="8646"/>
                  </a:lnTo>
                  <a:lnTo>
                    <a:pt x="6883" y="8491"/>
                  </a:lnTo>
                  <a:lnTo>
                    <a:pt x="6741" y="8555"/>
                  </a:lnTo>
                  <a:lnTo>
                    <a:pt x="6645" y="8802"/>
                  </a:lnTo>
                  <a:lnTo>
                    <a:pt x="6668" y="8966"/>
                  </a:lnTo>
                  <a:lnTo>
                    <a:pt x="6572" y="8980"/>
                  </a:lnTo>
                  <a:lnTo>
                    <a:pt x="6524" y="8733"/>
                  </a:lnTo>
                  <a:lnTo>
                    <a:pt x="6425" y="8870"/>
                  </a:lnTo>
                  <a:lnTo>
                    <a:pt x="6282" y="8896"/>
                  </a:lnTo>
                  <a:lnTo>
                    <a:pt x="6298" y="8622"/>
                  </a:lnTo>
                  <a:lnTo>
                    <a:pt x="6338" y="8473"/>
                  </a:lnTo>
                  <a:lnTo>
                    <a:pt x="6394" y="8309"/>
                  </a:lnTo>
                  <a:lnTo>
                    <a:pt x="6394" y="7953"/>
                  </a:lnTo>
                  <a:lnTo>
                    <a:pt x="6380" y="7651"/>
                  </a:lnTo>
                  <a:lnTo>
                    <a:pt x="6254" y="7719"/>
                  </a:lnTo>
                  <a:lnTo>
                    <a:pt x="6189" y="7989"/>
                  </a:lnTo>
                  <a:lnTo>
                    <a:pt x="6096" y="8126"/>
                  </a:lnTo>
                  <a:lnTo>
                    <a:pt x="5932" y="8300"/>
                  </a:lnTo>
                  <a:lnTo>
                    <a:pt x="5836" y="8520"/>
                  </a:lnTo>
                  <a:lnTo>
                    <a:pt x="5819" y="8717"/>
                  </a:lnTo>
                  <a:lnTo>
                    <a:pt x="5921" y="8917"/>
                  </a:lnTo>
                  <a:lnTo>
                    <a:pt x="5974" y="9081"/>
                  </a:lnTo>
                  <a:lnTo>
                    <a:pt x="5934" y="9324"/>
                  </a:lnTo>
                  <a:lnTo>
                    <a:pt x="6004" y="9512"/>
                  </a:lnTo>
                  <a:lnTo>
                    <a:pt x="6235" y="9416"/>
                  </a:lnTo>
                  <a:lnTo>
                    <a:pt x="6253" y="9581"/>
                  </a:lnTo>
                  <a:lnTo>
                    <a:pt x="6088" y="9704"/>
                  </a:lnTo>
                  <a:lnTo>
                    <a:pt x="6016" y="9787"/>
                  </a:lnTo>
                  <a:lnTo>
                    <a:pt x="5983" y="10057"/>
                  </a:lnTo>
                  <a:lnTo>
                    <a:pt x="5865" y="10144"/>
                  </a:lnTo>
                  <a:lnTo>
                    <a:pt x="5664" y="10172"/>
                  </a:lnTo>
                  <a:lnTo>
                    <a:pt x="5506" y="10172"/>
                  </a:lnTo>
                  <a:lnTo>
                    <a:pt x="5370" y="10240"/>
                  </a:lnTo>
                  <a:lnTo>
                    <a:pt x="5273" y="10337"/>
                  </a:lnTo>
                  <a:lnTo>
                    <a:pt x="5101" y="10364"/>
                  </a:lnTo>
                  <a:lnTo>
                    <a:pt x="5002" y="10364"/>
                  </a:lnTo>
                  <a:lnTo>
                    <a:pt x="4982" y="10538"/>
                  </a:lnTo>
                  <a:lnTo>
                    <a:pt x="4867" y="10739"/>
                  </a:lnTo>
                  <a:lnTo>
                    <a:pt x="4738" y="10945"/>
                  </a:lnTo>
                  <a:lnTo>
                    <a:pt x="4563" y="11169"/>
                  </a:lnTo>
                  <a:lnTo>
                    <a:pt x="4385" y="11316"/>
                  </a:lnTo>
                  <a:lnTo>
                    <a:pt x="4328" y="11463"/>
                  </a:lnTo>
                  <a:lnTo>
                    <a:pt x="4152" y="11706"/>
                  </a:lnTo>
                  <a:lnTo>
                    <a:pt x="4065" y="11719"/>
                  </a:lnTo>
                  <a:lnTo>
                    <a:pt x="3934" y="11751"/>
                  </a:lnTo>
                  <a:lnTo>
                    <a:pt x="3849" y="11911"/>
                  </a:lnTo>
                  <a:lnTo>
                    <a:pt x="3781" y="12158"/>
                  </a:lnTo>
                  <a:lnTo>
                    <a:pt x="3725" y="12255"/>
                  </a:lnTo>
                  <a:lnTo>
                    <a:pt x="3603" y="12585"/>
                  </a:lnTo>
                  <a:lnTo>
                    <a:pt x="3316" y="12676"/>
                  </a:lnTo>
                  <a:lnTo>
                    <a:pt x="3265" y="12951"/>
                  </a:lnTo>
                  <a:lnTo>
                    <a:pt x="3134" y="12987"/>
                  </a:lnTo>
                  <a:lnTo>
                    <a:pt x="3035" y="12919"/>
                  </a:lnTo>
                  <a:lnTo>
                    <a:pt x="2939" y="12754"/>
                  </a:lnTo>
                  <a:cubicBezTo>
                    <a:pt x="2886" y="12812"/>
                    <a:pt x="2837" y="12876"/>
                    <a:pt x="2790" y="12947"/>
                  </a:cubicBezTo>
                  <a:cubicBezTo>
                    <a:pt x="2744" y="13015"/>
                    <a:pt x="2702" y="13088"/>
                    <a:pt x="2663" y="13166"/>
                  </a:cubicBezTo>
                  <a:lnTo>
                    <a:pt x="2511" y="13235"/>
                  </a:lnTo>
                  <a:lnTo>
                    <a:pt x="2334" y="13327"/>
                  </a:lnTo>
                  <a:lnTo>
                    <a:pt x="2256" y="13258"/>
                  </a:lnTo>
                  <a:lnTo>
                    <a:pt x="2079" y="13176"/>
                  </a:lnTo>
                  <a:lnTo>
                    <a:pt x="1886" y="13313"/>
                  </a:lnTo>
                  <a:lnTo>
                    <a:pt x="1701" y="13451"/>
                  </a:lnTo>
                  <a:lnTo>
                    <a:pt x="1776" y="13589"/>
                  </a:lnTo>
                  <a:lnTo>
                    <a:pt x="1890" y="13693"/>
                  </a:lnTo>
                  <a:lnTo>
                    <a:pt x="2105" y="13776"/>
                  </a:lnTo>
                  <a:lnTo>
                    <a:pt x="2379" y="13955"/>
                  </a:lnTo>
                  <a:lnTo>
                    <a:pt x="2554" y="14129"/>
                  </a:lnTo>
                  <a:lnTo>
                    <a:pt x="2659" y="14413"/>
                  </a:lnTo>
                  <a:lnTo>
                    <a:pt x="2704" y="14587"/>
                  </a:lnTo>
                  <a:lnTo>
                    <a:pt x="2768" y="14861"/>
                  </a:lnTo>
                  <a:lnTo>
                    <a:pt x="2792" y="15475"/>
                  </a:lnTo>
                  <a:lnTo>
                    <a:pt x="2771" y="15814"/>
                  </a:lnTo>
                  <a:cubicBezTo>
                    <a:pt x="2745" y="15996"/>
                    <a:pt x="2708" y="16172"/>
                    <a:pt x="2661" y="16341"/>
                  </a:cubicBezTo>
                  <a:cubicBezTo>
                    <a:pt x="2629" y="16460"/>
                    <a:pt x="2591" y="16574"/>
                    <a:pt x="2549" y="16684"/>
                  </a:cubicBezTo>
                  <a:lnTo>
                    <a:pt x="2342" y="16817"/>
                  </a:lnTo>
                  <a:lnTo>
                    <a:pt x="2030" y="16830"/>
                  </a:lnTo>
                  <a:lnTo>
                    <a:pt x="1856" y="16830"/>
                  </a:lnTo>
                  <a:lnTo>
                    <a:pt x="1549" y="16804"/>
                  </a:lnTo>
                  <a:lnTo>
                    <a:pt x="1329" y="16707"/>
                  </a:lnTo>
                  <a:lnTo>
                    <a:pt x="970" y="16537"/>
                  </a:lnTo>
                  <a:lnTo>
                    <a:pt x="739" y="16469"/>
                  </a:lnTo>
                  <a:lnTo>
                    <a:pt x="478" y="16547"/>
                  </a:lnTo>
                  <a:lnTo>
                    <a:pt x="293" y="16647"/>
                  </a:lnTo>
                  <a:lnTo>
                    <a:pt x="164" y="17042"/>
                  </a:lnTo>
                  <a:lnTo>
                    <a:pt x="199" y="17371"/>
                  </a:lnTo>
                  <a:lnTo>
                    <a:pt x="231" y="17765"/>
                  </a:lnTo>
                  <a:lnTo>
                    <a:pt x="199" y="18217"/>
                  </a:lnTo>
                  <a:lnTo>
                    <a:pt x="86" y="18602"/>
                  </a:lnTo>
                  <a:lnTo>
                    <a:pt x="24" y="19028"/>
                  </a:lnTo>
                  <a:lnTo>
                    <a:pt x="0" y="19390"/>
                  </a:lnTo>
                  <a:lnTo>
                    <a:pt x="32" y="19623"/>
                  </a:lnTo>
                  <a:lnTo>
                    <a:pt x="105" y="19880"/>
                  </a:lnTo>
                  <a:lnTo>
                    <a:pt x="97" y="20137"/>
                  </a:lnTo>
                  <a:lnTo>
                    <a:pt x="40" y="20343"/>
                  </a:lnTo>
                  <a:lnTo>
                    <a:pt x="81" y="20612"/>
                  </a:lnTo>
                  <a:lnTo>
                    <a:pt x="245" y="20708"/>
                  </a:lnTo>
                  <a:lnTo>
                    <a:pt x="417" y="20644"/>
                  </a:lnTo>
                  <a:lnTo>
                    <a:pt x="624" y="20794"/>
                  </a:lnTo>
                  <a:lnTo>
                    <a:pt x="693" y="20881"/>
                  </a:lnTo>
                  <a:lnTo>
                    <a:pt x="1007" y="21211"/>
                  </a:lnTo>
                  <a:lnTo>
                    <a:pt x="1064" y="21408"/>
                  </a:lnTo>
                  <a:lnTo>
                    <a:pt x="1160" y="21436"/>
                  </a:lnTo>
                  <a:lnTo>
                    <a:pt x="1241" y="21600"/>
                  </a:lnTo>
                  <a:lnTo>
                    <a:pt x="1286" y="21437"/>
                  </a:lnTo>
                  <a:lnTo>
                    <a:pt x="1286" y="21236"/>
                  </a:lnTo>
                  <a:lnTo>
                    <a:pt x="1358" y="21119"/>
                  </a:lnTo>
                  <a:lnTo>
                    <a:pt x="1562" y="21092"/>
                  </a:lnTo>
                  <a:lnTo>
                    <a:pt x="1667" y="21105"/>
                  </a:lnTo>
                  <a:cubicBezTo>
                    <a:pt x="1731" y="21119"/>
                    <a:pt x="1796" y="21128"/>
                    <a:pt x="1860" y="21133"/>
                  </a:cubicBezTo>
                  <a:cubicBezTo>
                    <a:pt x="1936" y="21139"/>
                    <a:pt x="2011" y="21139"/>
                    <a:pt x="2086" y="21133"/>
                  </a:cubicBezTo>
                  <a:lnTo>
                    <a:pt x="2247" y="21051"/>
                  </a:lnTo>
                  <a:lnTo>
                    <a:pt x="2333" y="20941"/>
                  </a:lnTo>
                  <a:lnTo>
                    <a:pt x="2422" y="20693"/>
                  </a:lnTo>
                  <a:lnTo>
                    <a:pt x="2519" y="20556"/>
                  </a:lnTo>
                  <a:lnTo>
                    <a:pt x="2655" y="20387"/>
                  </a:lnTo>
                  <a:lnTo>
                    <a:pt x="2784" y="20214"/>
                  </a:lnTo>
                  <a:lnTo>
                    <a:pt x="2897" y="20063"/>
                  </a:lnTo>
                  <a:lnTo>
                    <a:pt x="2921" y="19885"/>
                  </a:lnTo>
                  <a:lnTo>
                    <a:pt x="2921" y="19541"/>
                  </a:lnTo>
                  <a:lnTo>
                    <a:pt x="2969" y="19349"/>
                  </a:lnTo>
                  <a:lnTo>
                    <a:pt x="3039" y="19161"/>
                  </a:lnTo>
                  <a:lnTo>
                    <a:pt x="3241" y="18748"/>
                  </a:lnTo>
                  <a:lnTo>
                    <a:pt x="3257" y="18515"/>
                  </a:lnTo>
                  <a:cubicBezTo>
                    <a:pt x="3267" y="18464"/>
                    <a:pt x="3283" y="18417"/>
                    <a:pt x="3305" y="18379"/>
                  </a:cubicBezTo>
                  <a:cubicBezTo>
                    <a:pt x="3367" y="18269"/>
                    <a:pt x="3459" y="18240"/>
                    <a:pt x="3541" y="18187"/>
                  </a:cubicBezTo>
                  <a:cubicBezTo>
                    <a:pt x="3616" y="18139"/>
                    <a:pt x="3685" y="18071"/>
                    <a:pt x="3745" y="17985"/>
                  </a:cubicBezTo>
                  <a:lnTo>
                    <a:pt x="3923" y="17728"/>
                  </a:lnTo>
                  <a:lnTo>
                    <a:pt x="4081" y="17581"/>
                  </a:lnTo>
                  <a:lnTo>
                    <a:pt x="4167" y="17554"/>
                  </a:lnTo>
                  <a:lnTo>
                    <a:pt x="4059" y="17247"/>
                  </a:lnTo>
                  <a:lnTo>
                    <a:pt x="3955" y="17261"/>
                  </a:lnTo>
                  <a:lnTo>
                    <a:pt x="3938" y="16973"/>
                  </a:lnTo>
                  <a:lnTo>
                    <a:pt x="4118" y="16859"/>
                  </a:lnTo>
                  <a:lnTo>
                    <a:pt x="4354" y="16726"/>
                  </a:lnTo>
                  <a:lnTo>
                    <a:pt x="4432" y="16658"/>
                  </a:lnTo>
                  <a:lnTo>
                    <a:pt x="4620" y="16554"/>
                  </a:lnTo>
                  <a:lnTo>
                    <a:pt x="4738" y="16663"/>
                  </a:lnTo>
                  <a:lnTo>
                    <a:pt x="4945" y="16842"/>
                  </a:lnTo>
                  <a:lnTo>
                    <a:pt x="5057" y="16801"/>
                  </a:lnTo>
                  <a:lnTo>
                    <a:pt x="5270" y="16614"/>
                  </a:lnTo>
                  <a:cubicBezTo>
                    <a:pt x="5348" y="16588"/>
                    <a:pt x="5424" y="16547"/>
                    <a:pt x="5495" y="16490"/>
                  </a:cubicBezTo>
                  <a:cubicBezTo>
                    <a:pt x="5582" y="16422"/>
                    <a:pt x="5661" y="16332"/>
                    <a:pt x="5732" y="16224"/>
                  </a:cubicBezTo>
                  <a:lnTo>
                    <a:pt x="5896" y="16096"/>
                  </a:lnTo>
                  <a:lnTo>
                    <a:pt x="6009" y="16027"/>
                  </a:lnTo>
                  <a:lnTo>
                    <a:pt x="6185" y="15959"/>
                  </a:lnTo>
                  <a:lnTo>
                    <a:pt x="6336" y="16187"/>
                  </a:lnTo>
                  <a:lnTo>
                    <a:pt x="6513" y="16558"/>
                  </a:lnTo>
                  <a:lnTo>
                    <a:pt x="6478" y="16957"/>
                  </a:lnTo>
                  <a:lnTo>
                    <a:pt x="6566" y="17191"/>
                  </a:lnTo>
                  <a:cubicBezTo>
                    <a:pt x="6627" y="17266"/>
                    <a:pt x="6693" y="17327"/>
                    <a:pt x="6762" y="17374"/>
                  </a:cubicBezTo>
                  <a:cubicBezTo>
                    <a:pt x="6828" y="17418"/>
                    <a:pt x="6896" y="17449"/>
                    <a:pt x="6961" y="17493"/>
                  </a:cubicBezTo>
                  <a:cubicBezTo>
                    <a:pt x="7076" y="17571"/>
                    <a:pt x="7181" y="17688"/>
                    <a:pt x="7268" y="17837"/>
                  </a:cubicBezTo>
                  <a:lnTo>
                    <a:pt x="7381" y="17960"/>
                  </a:lnTo>
                  <a:lnTo>
                    <a:pt x="7502" y="18097"/>
                  </a:lnTo>
                  <a:lnTo>
                    <a:pt x="7652" y="18230"/>
                  </a:lnTo>
                  <a:lnTo>
                    <a:pt x="7765" y="18312"/>
                  </a:lnTo>
                  <a:lnTo>
                    <a:pt x="7950" y="18500"/>
                  </a:lnTo>
                  <a:lnTo>
                    <a:pt x="8004" y="18619"/>
                  </a:lnTo>
                  <a:lnTo>
                    <a:pt x="8122" y="18894"/>
                  </a:lnTo>
                  <a:lnTo>
                    <a:pt x="8273" y="19251"/>
                  </a:lnTo>
                  <a:lnTo>
                    <a:pt x="8399" y="19535"/>
                  </a:lnTo>
                  <a:lnTo>
                    <a:pt x="8203" y="19705"/>
                  </a:lnTo>
                  <a:lnTo>
                    <a:pt x="8232" y="19896"/>
                  </a:lnTo>
                  <a:lnTo>
                    <a:pt x="8184" y="20192"/>
                  </a:lnTo>
                  <a:lnTo>
                    <a:pt x="8313" y="20256"/>
                  </a:lnTo>
                  <a:lnTo>
                    <a:pt x="8369" y="20092"/>
                  </a:lnTo>
                  <a:lnTo>
                    <a:pt x="8471" y="19927"/>
                  </a:lnTo>
                  <a:lnTo>
                    <a:pt x="8584" y="19703"/>
                  </a:lnTo>
                  <a:lnTo>
                    <a:pt x="8621" y="19542"/>
                  </a:lnTo>
                  <a:lnTo>
                    <a:pt x="8570" y="19314"/>
                  </a:lnTo>
                  <a:lnTo>
                    <a:pt x="8522" y="19090"/>
                  </a:lnTo>
                  <a:lnTo>
                    <a:pt x="8493" y="18927"/>
                  </a:lnTo>
                  <a:lnTo>
                    <a:pt x="8573" y="18716"/>
                  </a:lnTo>
                  <a:lnTo>
                    <a:pt x="8735" y="18702"/>
                  </a:lnTo>
                  <a:lnTo>
                    <a:pt x="8831" y="18752"/>
                  </a:lnTo>
                  <a:lnTo>
                    <a:pt x="8888" y="18876"/>
                  </a:lnTo>
                  <a:lnTo>
                    <a:pt x="9070" y="18944"/>
                  </a:lnTo>
                  <a:lnTo>
                    <a:pt x="9159" y="18880"/>
                  </a:lnTo>
                  <a:lnTo>
                    <a:pt x="9054" y="18697"/>
                  </a:lnTo>
                  <a:lnTo>
                    <a:pt x="8898" y="18523"/>
                  </a:lnTo>
                  <a:lnTo>
                    <a:pt x="8594" y="18261"/>
                  </a:lnTo>
                  <a:lnTo>
                    <a:pt x="8368" y="18041"/>
                  </a:lnTo>
                  <a:lnTo>
                    <a:pt x="8097" y="17835"/>
                  </a:lnTo>
                  <a:lnTo>
                    <a:pt x="7917" y="17422"/>
                  </a:lnTo>
                  <a:lnTo>
                    <a:pt x="7716" y="17353"/>
                  </a:lnTo>
                  <a:lnTo>
                    <a:pt x="7485" y="16964"/>
                  </a:lnTo>
                  <a:lnTo>
                    <a:pt x="7541" y="16565"/>
                  </a:lnTo>
                  <a:lnTo>
                    <a:pt x="7398" y="16378"/>
                  </a:lnTo>
                  <a:lnTo>
                    <a:pt x="7222" y="16240"/>
                  </a:lnTo>
                  <a:lnTo>
                    <a:pt x="6975" y="15938"/>
                  </a:lnTo>
                  <a:lnTo>
                    <a:pt x="6974" y="15498"/>
                  </a:lnTo>
                  <a:lnTo>
                    <a:pt x="7213" y="15265"/>
                  </a:lnTo>
                  <a:lnTo>
                    <a:pt x="7388" y="15320"/>
                  </a:lnTo>
                  <a:lnTo>
                    <a:pt x="7527" y="15712"/>
                  </a:lnTo>
                  <a:lnTo>
                    <a:pt x="7790" y="15919"/>
                  </a:lnTo>
                  <a:cubicBezTo>
                    <a:pt x="7896" y="15936"/>
                    <a:pt x="7997" y="15992"/>
                    <a:pt x="8089" y="16084"/>
                  </a:cubicBezTo>
                  <a:cubicBezTo>
                    <a:pt x="8148" y="16143"/>
                    <a:pt x="8203" y="16217"/>
                    <a:pt x="8250" y="16304"/>
                  </a:cubicBezTo>
                  <a:lnTo>
                    <a:pt x="8390" y="16623"/>
                  </a:lnTo>
                  <a:lnTo>
                    <a:pt x="8497" y="16783"/>
                  </a:lnTo>
                  <a:lnTo>
                    <a:pt x="8659" y="16893"/>
                  </a:lnTo>
                  <a:cubicBezTo>
                    <a:pt x="8718" y="16911"/>
                    <a:pt x="8777" y="16939"/>
                    <a:pt x="8833" y="16975"/>
                  </a:cubicBezTo>
                  <a:cubicBezTo>
                    <a:pt x="8886" y="17009"/>
                    <a:pt x="8937" y="17050"/>
                    <a:pt x="8986" y="17098"/>
                  </a:cubicBezTo>
                  <a:lnTo>
                    <a:pt x="9201" y="17368"/>
                  </a:lnTo>
                  <a:lnTo>
                    <a:pt x="9367" y="17642"/>
                  </a:lnTo>
                  <a:lnTo>
                    <a:pt x="9448" y="18069"/>
                  </a:lnTo>
                  <a:lnTo>
                    <a:pt x="9472" y="18476"/>
                  </a:lnTo>
                  <a:lnTo>
                    <a:pt x="9480" y="18860"/>
                  </a:lnTo>
                  <a:lnTo>
                    <a:pt x="9606" y="19231"/>
                  </a:lnTo>
                  <a:lnTo>
                    <a:pt x="9708" y="19433"/>
                  </a:lnTo>
                  <a:lnTo>
                    <a:pt x="9931" y="19550"/>
                  </a:lnTo>
                  <a:lnTo>
                    <a:pt x="10097" y="19631"/>
                  </a:lnTo>
                  <a:lnTo>
                    <a:pt x="10223" y="19645"/>
                  </a:lnTo>
                  <a:lnTo>
                    <a:pt x="10379" y="19791"/>
                  </a:lnTo>
                  <a:lnTo>
                    <a:pt x="10473" y="19924"/>
                  </a:lnTo>
                  <a:lnTo>
                    <a:pt x="10384" y="20183"/>
                  </a:lnTo>
                  <a:lnTo>
                    <a:pt x="10159" y="20128"/>
                  </a:lnTo>
                  <a:lnTo>
                    <a:pt x="10073" y="20243"/>
                  </a:lnTo>
                  <a:lnTo>
                    <a:pt x="10193" y="20472"/>
                  </a:lnTo>
                  <a:lnTo>
                    <a:pt x="10266" y="20815"/>
                  </a:lnTo>
                  <a:cubicBezTo>
                    <a:pt x="10273" y="20912"/>
                    <a:pt x="10304" y="20999"/>
                    <a:pt x="10352" y="21053"/>
                  </a:cubicBezTo>
                  <a:cubicBezTo>
                    <a:pt x="10384" y="21090"/>
                    <a:pt x="10423" y="21109"/>
                    <a:pt x="10462" y="21108"/>
                  </a:cubicBezTo>
                  <a:lnTo>
                    <a:pt x="10696" y="20998"/>
                  </a:lnTo>
                  <a:lnTo>
                    <a:pt x="10712" y="20701"/>
                  </a:lnTo>
                  <a:cubicBezTo>
                    <a:pt x="10707" y="20596"/>
                    <a:pt x="10707" y="20491"/>
                    <a:pt x="10712" y="20387"/>
                  </a:cubicBezTo>
                  <a:cubicBezTo>
                    <a:pt x="10716" y="20296"/>
                    <a:pt x="10724" y="20206"/>
                    <a:pt x="10736" y="20117"/>
                  </a:cubicBezTo>
                  <a:cubicBezTo>
                    <a:pt x="10735" y="20034"/>
                    <a:pt x="10727" y="19953"/>
                    <a:pt x="10712" y="19874"/>
                  </a:cubicBezTo>
                  <a:cubicBezTo>
                    <a:pt x="10684" y="19724"/>
                    <a:pt x="10633" y="19589"/>
                    <a:pt x="10564" y="19484"/>
                  </a:cubicBezTo>
                  <a:lnTo>
                    <a:pt x="10443" y="19117"/>
                  </a:lnTo>
                  <a:cubicBezTo>
                    <a:pt x="10405" y="19035"/>
                    <a:pt x="10398" y="18922"/>
                    <a:pt x="10427" y="18829"/>
                  </a:cubicBezTo>
                  <a:cubicBezTo>
                    <a:pt x="10451" y="18751"/>
                    <a:pt x="10497" y="18700"/>
                    <a:pt x="10548" y="18692"/>
                  </a:cubicBezTo>
                  <a:lnTo>
                    <a:pt x="10680" y="18705"/>
                  </a:lnTo>
                  <a:lnTo>
                    <a:pt x="10811" y="18765"/>
                  </a:lnTo>
                  <a:lnTo>
                    <a:pt x="10929" y="18911"/>
                  </a:lnTo>
                  <a:lnTo>
                    <a:pt x="10953" y="18597"/>
                  </a:lnTo>
                  <a:lnTo>
                    <a:pt x="11025" y="18391"/>
                  </a:lnTo>
                  <a:lnTo>
                    <a:pt x="11310" y="18336"/>
                  </a:lnTo>
                  <a:lnTo>
                    <a:pt x="11533" y="18336"/>
                  </a:lnTo>
                  <a:lnTo>
                    <a:pt x="11766" y="18570"/>
                  </a:lnTo>
                  <a:lnTo>
                    <a:pt x="11991" y="18469"/>
                  </a:lnTo>
                  <a:lnTo>
                    <a:pt x="12104" y="18400"/>
                  </a:lnTo>
                  <a:lnTo>
                    <a:pt x="12392" y="18317"/>
                  </a:lnTo>
                  <a:lnTo>
                    <a:pt x="12469" y="18171"/>
                  </a:lnTo>
                  <a:cubicBezTo>
                    <a:pt x="12441" y="18118"/>
                    <a:pt x="12413" y="18066"/>
                    <a:pt x="12383" y="18015"/>
                  </a:cubicBezTo>
                  <a:cubicBezTo>
                    <a:pt x="12320" y="17907"/>
                    <a:pt x="12252" y="17806"/>
                    <a:pt x="12181" y="17713"/>
                  </a:cubicBezTo>
                  <a:cubicBezTo>
                    <a:pt x="12169" y="17590"/>
                    <a:pt x="12166" y="17465"/>
                    <a:pt x="12173" y="17342"/>
                  </a:cubicBezTo>
                  <a:cubicBezTo>
                    <a:pt x="12182" y="17201"/>
                    <a:pt x="12204" y="17063"/>
                    <a:pt x="12238" y="16934"/>
                  </a:cubicBezTo>
                  <a:lnTo>
                    <a:pt x="12262" y="16700"/>
                  </a:lnTo>
                  <a:lnTo>
                    <a:pt x="12383" y="16233"/>
                  </a:lnTo>
                  <a:lnTo>
                    <a:pt x="12447" y="15904"/>
                  </a:lnTo>
                  <a:lnTo>
                    <a:pt x="12552" y="15455"/>
                  </a:lnTo>
                  <a:lnTo>
                    <a:pt x="12671" y="15194"/>
                  </a:lnTo>
                  <a:lnTo>
                    <a:pt x="12888" y="14822"/>
                  </a:lnTo>
                  <a:lnTo>
                    <a:pt x="13179" y="14607"/>
                  </a:lnTo>
                  <a:lnTo>
                    <a:pt x="13407" y="14414"/>
                  </a:lnTo>
                  <a:lnTo>
                    <a:pt x="13485" y="14588"/>
                  </a:lnTo>
                  <a:lnTo>
                    <a:pt x="13485" y="14898"/>
                  </a:lnTo>
                  <a:lnTo>
                    <a:pt x="13692" y="14926"/>
                  </a:lnTo>
                  <a:lnTo>
                    <a:pt x="13794" y="15008"/>
                  </a:lnTo>
                  <a:lnTo>
                    <a:pt x="13842" y="15254"/>
                  </a:lnTo>
                  <a:lnTo>
                    <a:pt x="13659" y="15264"/>
                  </a:lnTo>
                  <a:lnTo>
                    <a:pt x="13643" y="15414"/>
                  </a:lnTo>
                  <a:lnTo>
                    <a:pt x="13845" y="15703"/>
                  </a:lnTo>
                  <a:lnTo>
                    <a:pt x="13960" y="15946"/>
                  </a:lnTo>
                  <a:lnTo>
                    <a:pt x="14162" y="15979"/>
                  </a:lnTo>
                  <a:lnTo>
                    <a:pt x="14250" y="15857"/>
                  </a:lnTo>
                  <a:lnTo>
                    <a:pt x="14403" y="15678"/>
                  </a:lnTo>
                  <a:lnTo>
                    <a:pt x="14752" y="15546"/>
                  </a:lnTo>
                  <a:lnTo>
                    <a:pt x="14728" y="15315"/>
                  </a:lnTo>
                  <a:lnTo>
                    <a:pt x="14639" y="15250"/>
                  </a:lnTo>
                  <a:lnTo>
                    <a:pt x="14489" y="15305"/>
                  </a:lnTo>
                  <a:cubicBezTo>
                    <a:pt x="14437" y="15251"/>
                    <a:pt x="14386" y="15193"/>
                    <a:pt x="14336" y="15132"/>
                  </a:cubicBezTo>
                  <a:cubicBezTo>
                    <a:pt x="14301" y="15088"/>
                    <a:pt x="14266" y="15042"/>
                    <a:pt x="14232" y="14994"/>
                  </a:cubicBezTo>
                  <a:lnTo>
                    <a:pt x="14288" y="14817"/>
                  </a:lnTo>
                  <a:lnTo>
                    <a:pt x="14447" y="14721"/>
                  </a:lnTo>
                  <a:lnTo>
                    <a:pt x="14613" y="14569"/>
                  </a:lnTo>
                  <a:lnTo>
                    <a:pt x="14824" y="14382"/>
                  </a:lnTo>
                  <a:lnTo>
                    <a:pt x="14966" y="14231"/>
                  </a:lnTo>
                  <a:lnTo>
                    <a:pt x="15155" y="14089"/>
                  </a:lnTo>
                  <a:lnTo>
                    <a:pt x="15299" y="14048"/>
                  </a:lnTo>
                  <a:lnTo>
                    <a:pt x="15474" y="14204"/>
                  </a:lnTo>
                  <a:lnTo>
                    <a:pt x="15391" y="14386"/>
                  </a:lnTo>
                  <a:lnTo>
                    <a:pt x="15273" y="14666"/>
                  </a:lnTo>
                  <a:lnTo>
                    <a:pt x="15265" y="14990"/>
                  </a:lnTo>
                  <a:lnTo>
                    <a:pt x="15230" y="15325"/>
                  </a:lnTo>
                  <a:lnTo>
                    <a:pt x="15118" y="15517"/>
                  </a:lnTo>
                  <a:lnTo>
                    <a:pt x="15096" y="15705"/>
                  </a:lnTo>
                  <a:lnTo>
                    <a:pt x="15233" y="15800"/>
                  </a:lnTo>
                  <a:cubicBezTo>
                    <a:pt x="15284" y="15813"/>
                    <a:pt x="15335" y="15836"/>
                    <a:pt x="15383" y="15869"/>
                  </a:cubicBezTo>
                  <a:cubicBezTo>
                    <a:pt x="15456" y="15919"/>
                    <a:pt x="15524" y="15992"/>
                    <a:pt x="15582" y="16084"/>
                  </a:cubicBezTo>
                  <a:lnTo>
                    <a:pt x="15792" y="16341"/>
                  </a:lnTo>
                  <a:lnTo>
                    <a:pt x="16009" y="16409"/>
                  </a:lnTo>
                  <a:lnTo>
                    <a:pt x="16163" y="16684"/>
                  </a:lnTo>
                  <a:lnTo>
                    <a:pt x="16364" y="16863"/>
                  </a:lnTo>
                  <a:lnTo>
                    <a:pt x="16519" y="17063"/>
                  </a:lnTo>
                  <a:lnTo>
                    <a:pt x="16602" y="17384"/>
                  </a:lnTo>
                  <a:lnTo>
                    <a:pt x="16900" y="17421"/>
                  </a:lnTo>
                  <a:lnTo>
                    <a:pt x="17231" y="17499"/>
                  </a:lnTo>
                  <a:lnTo>
                    <a:pt x="17545" y="17705"/>
                  </a:lnTo>
                  <a:lnTo>
                    <a:pt x="17840" y="17980"/>
                  </a:lnTo>
                  <a:lnTo>
                    <a:pt x="18090" y="18259"/>
                  </a:lnTo>
                  <a:lnTo>
                    <a:pt x="18475" y="18575"/>
                  </a:lnTo>
                  <a:lnTo>
                    <a:pt x="18792" y="18777"/>
                  </a:lnTo>
                  <a:lnTo>
                    <a:pt x="19129" y="19050"/>
                  </a:lnTo>
                  <a:lnTo>
                    <a:pt x="19351" y="19182"/>
                  </a:lnTo>
                  <a:lnTo>
                    <a:pt x="19359" y="18839"/>
                  </a:lnTo>
                  <a:lnTo>
                    <a:pt x="19201" y="18353"/>
                  </a:lnTo>
                  <a:lnTo>
                    <a:pt x="19056" y="17804"/>
                  </a:lnTo>
                  <a:lnTo>
                    <a:pt x="18836" y="17575"/>
                  </a:lnTo>
                  <a:lnTo>
                    <a:pt x="18691" y="17287"/>
                  </a:lnTo>
                  <a:lnTo>
                    <a:pt x="18580" y="17027"/>
                  </a:lnTo>
                  <a:lnTo>
                    <a:pt x="18437" y="16793"/>
                  </a:lnTo>
                  <a:lnTo>
                    <a:pt x="18437" y="16531"/>
                  </a:lnTo>
                  <a:lnTo>
                    <a:pt x="18220" y="16330"/>
                  </a:lnTo>
                  <a:lnTo>
                    <a:pt x="18064" y="15973"/>
                  </a:lnTo>
                  <a:lnTo>
                    <a:pt x="18247" y="15607"/>
                  </a:lnTo>
                  <a:lnTo>
                    <a:pt x="18424" y="15318"/>
                  </a:lnTo>
                  <a:lnTo>
                    <a:pt x="18655" y="15304"/>
                  </a:lnTo>
                  <a:lnTo>
                    <a:pt x="18759" y="15057"/>
                  </a:lnTo>
                  <a:cubicBezTo>
                    <a:pt x="18777" y="14995"/>
                    <a:pt x="18799" y="14935"/>
                    <a:pt x="18824" y="14880"/>
                  </a:cubicBezTo>
                  <a:cubicBezTo>
                    <a:pt x="18871" y="14776"/>
                    <a:pt x="18929" y="14689"/>
                    <a:pt x="18996" y="14623"/>
                  </a:cubicBezTo>
                  <a:lnTo>
                    <a:pt x="19321" y="14418"/>
                  </a:lnTo>
                  <a:lnTo>
                    <a:pt x="19622" y="14295"/>
                  </a:lnTo>
                  <a:lnTo>
                    <a:pt x="19459" y="13998"/>
                  </a:lnTo>
                  <a:lnTo>
                    <a:pt x="19352" y="13728"/>
                  </a:lnTo>
                  <a:lnTo>
                    <a:pt x="19263" y="13311"/>
                  </a:lnTo>
                  <a:lnTo>
                    <a:pt x="19263" y="12674"/>
                  </a:lnTo>
                  <a:lnTo>
                    <a:pt x="19094" y="12413"/>
                  </a:lnTo>
                  <a:lnTo>
                    <a:pt x="18905" y="12303"/>
                  </a:lnTo>
                  <a:lnTo>
                    <a:pt x="18825" y="11587"/>
                  </a:lnTo>
                  <a:lnTo>
                    <a:pt x="18825" y="11300"/>
                  </a:lnTo>
                  <a:lnTo>
                    <a:pt x="19026" y="11176"/>
                  </a:lnTo>
                  <a:lnTo>
                    <a:pt x="19153" y="11204"/>
                  </a:lnTo>
                  <a:lnTo>
                    <a:pt x="19685" y="11492"/>
                  </a:lnTo>
                  <a:lnTo>
                    <a:pt x="19916" y="11286"/>
                  </a:lnTo>
                  <a:lnTo>
                    <a:pt x="20085" y="11176"/>
                  </a:lnTo>
                  <a:lnTo>
                    <a:pt x="20330" y="11204"/>
                  </a:lnTo>
                  <a:lnTo>
                    <a:pt x="20504" y="11392"/>
                  </a:lnTo>
                  <a:lnTo>
                    <a:pt x="20892" y="11571"/>
                  </a:lnTo>
                  <a:lnTo>
                    <a:pt x="21279" y="11763"/>
                  </a:lnTo>
                  <a:lnTo>
                    <a:pt x="21416" y="11557"/>
                  </a:lnTo>
                  <a:lnTo>
                    <a:pt x="21488" y="11250"/>
                  </a:lnTo>
                  <a:lnTo>
                    <a:pt x="21480" y="10939"/>
                  </a:lnTo>
                  <a:lnTo>
                    <a:pt x="21585" y="10788"/>
                  </a:lnTo>
                  <a:lnTo>
                    <a:pt x="21472" y="10615"/>
                  </a:lnTo>
                  <a:lnTo>
                    <a:pt x="21445" y="10409"/>
                  </a:lnTo>
                  <a:lnTo>
                    <a:pt x="21539" y="10161"/>
                  </a:lnTo>
                  <a:lnTo>
                    <a:pt x="21600" y="9773"/>
                  </a:lnTo>
                  <a:lnTo>
                    <a:pt x="21449" y="9398"/>
                  </a:lnTo>
                  <a:lnTo>
                    <a:pt x="21248" y="9192"/>
                  </a:lnTo>
                  <a:lnTo>
                    <a:pt x="21117" y="9270"/>
                  </a:lnTo>
                  <a:lnTo>
                    <a:pt x="21077" y="9513"/>
                  </a:lnTo>
                  <a:lnTo>
                    <a:pt x="21021" y="9718"/>
                  </a:lnTo>
                  <a:lnTo>
                    <a:pt x="20909" y="9814"/>
                  </a:lnTo>
                  <a:lnTo>
                    <a:pt x="20756" y="9882"/>
                  </a:lnTo>
                  <a:lnTo>
                    <a:pt x="20592" y="9662"/>
                  </a:lnTo>
                  <a:lnTo>
                    <a:pt x="20385" y="9355"/>
                  </a:lnTo>
                  <a:lnTo>
                    <a:pt x="20422" y="9122"/>
                  </a:lnTo>
                  <a:lnTo>
                    <a:pt x="20264" y="8894"/>
                  </a:lnTo>
                  <a:lnTo>
                    <a:pt x="20434" y="8637"/>
                  </a:lnTo>
                  <a:lnTo>
                    <a:pt x="20710" y="8587"/>
                  </a:lnTo>
                  <a:lnTo>
                    <a:pt x="20858" y="8416"/>
                  </a:lnTo>
                  <a:lnTo>
                    <a:pt x="20898" y="8128"/>
                  </a:lnTo>
                  <a:lnTo>
                    <a:pt x="20858" y="7798"/>
                  </a:lnTo>
                  <a:lnTo>
                    <a:pt x="20732" y="7675"/>
                  </a:lnTo>
                  <a:lnTo>
                    <a:pt x="20644" y="7355"/>
                  </a:lnTo>
                  <a:lnTo>
                    <a:pt x="20491" y="7121"/>
                  </a:lnTo>
                  <a:lnTo>
                    <a:pt x="20507" y="6709"/>
                  </a:lnTo>
                  <a:lnTo>
                    <a:pt x="20499" y="6365"/>
                  </a:lnTo>
                  <a:lnTo>
                    <a:pt x="20459" y="5985"/>
                  </a:lnTo>
                  <a:lnTo>
                    <a:pt x="20451" y="5531"/>
                  </a:lnTo>
                  <a:lnTo>
                    <a:pt x="20370" y="5106"/>
                  </a:lnTo>
                  <a:lnTo>
                    <a:pt x="20231" y="4810"/>
                  </a:lnTo>
                  <a:lnTo>
                    <a:pt x="20145" y="4182"/>
                  </a:lnTo>
                  <a:lnTo>
                    <a:pt x="20065" y="3716"/>
                  </a:lnTo>
                  <a:lnTo>
                    <a:pt x="19979" y="3404"/>
                  </a:lnTo>
                  <a:lnTo>
                    <a:pt x="19963" y="3062"/>
                  </a:lnTo>
                  <a:lnTo>
                    <a:pt x="20091" y="2842"/>
                  </a:lnTo>
                  <a:lnTo>
                    <a:pt x="20317" y="2737"/>
                  </a:lnTo>
                  <a:lnTo>
                    <a:pt x="20570" y="2546"/>
                  </a:lnTo>
                  <a:lnTo>
                    <a:pt x="20683" y="2340"/>
                  </a:lnTo>
                  <a:lnTo>
                    <a:pt x="20965" y="2162"/>
                  </a:lnTo>
                  <a:lnTo>
                    <a:pt x="21059" y="2043"/>
                  </a:lnTo>
                  <a:lnTo>
                    <a:pt x="21076" y="1814"/>
                  </a:lnTo>
                  <a:lnTo>
                    <a:pt x="21092" y="1581"/>
                  </a:lnTo>
                  <a:lnTo>
                    <a:pt x="20928" y="1371"/>
                  </a:lnTo>
                  <a:lnTo>
                    <a:pt x="20807" y="1150"/>
                  </a:lnTo>
                  <a:close/>
                </a:path>
              </a:pathLst>
            </a:custGeom>
            <a:grpFill/>
            <a:ln w="25400" cap="flat">
              <a:noFill/>
              <a:prstDash val="solid"/>
              <a:miter lim="400000"/>
            </a:ln>
            <a:effectLst/>
          </p:spPr>
          <p:txBody>
            <a:bodyPr anchor="ctr"/>
            <a:lstStyle/>
            <a:p>
              <a:pPr algn="ctr"/>
              <a:endParaRPr/>
            </a:p>
          </p:txBody>
        </p:sp>
        <p:sp>
          <p:nvSpPr>
            <p:cNvPr id="116" name="ïŝļiḓé">
              <a:extLst>
                <a:ext uri="{FF2B5EF4-FFF2-40B4-BE49-F238E27FC236}">
                  <a16:creationId xmlns:a16="http://schemas.microsoft.com/office/drawing/2014/main" id="{1C4F158A-A2D0-0E55-9FC0-48F49CCEF56C}"/>
                </a:ext>
              </a:extLst>
            </p:cNvPr>
            <p:cNvSpPr/>
            <p:nvPr/>
          </p:nvSpPr>
          <p:spPr>
            <a:xfrm>
              <a:off x="6872934" y="1426645"/>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grpFill/>
            <a:ln w="25400" cap="flat">
              <a:noFill/>
              <a:prstDash val="solid"/>
              <a:miter lim="400000"/>
            </a:ln>
            <a:effectLst/>
          </p:spPr>
          <p:txBody>
            <a:bodyPr anchor="ctr"/>
            <a:lstStyle/>
            <a:p>
              <a:pPr algn="ctr"/>
              <a:endParaRPr/>
            </a:p>
          </p:txBody>
        </p:sp>
        <p:sp>
          <p:nvSpPr>
            <p:cNvPr id="117" name="î$ḷïḓe">
              <a:extLst>
                <a:ext uri="{FF2B5EF4-FFF2-40B4-BE49-F238E27FC236}">
                  <a16:creationId xmlns:a16="http://schemas.microsoft.com/office/drawing/2014/main" id="{70F98936-405F-C2F5-9187-86BF73ED3CCC}"/>
                </a:ext>
              </a:extLst>
            </p:cNvPr>
            <p:cNvSpPr/>
            <p:nvPr/>
          </p:nvSpPr>
          <p:spPr>
            <a:xfrm>
              <a:off x="5869377" y="1326101"/>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grpFill/>
            <a:ln w="25400" cap="flat">
              <a:noFill/>
              <a:prstDash val="solid"/>
              <a:miter lim="400000"/>
            </a:ln>
            <a:effectLst/>
          </p:spPr>
          <p:txBody>
            <a:bodyPr anchor="ctr"/>
            <a:lstStyle/>
            <a:p>
              <a:pPr algn="ctr"/>
              <a:endParaRPr/>
            </a:p>
          </p:txBody>
        </p:sp>
        <p:sp>
          <p:nvSpPr>
            <p:cNvPr id="118" name="íSliḍé">
              <a:extLst>
                <a:ext uri="{FF2B5EF4-FFF2-40B4-BE49-F238E27FC236}">
                  <a16:creationId xmlns:a16="http://schemas.microsoft.com/office/drawing/2014/main" id="{246CAF28-D421-5844-6D61-2322B0AE9B6C}"/>
                </a:ext>
              </a:extLst>
            </p:cNvPr>
            <p:cNvSpPr/>
            <p:nvPr/>
          </p:nvSpPr>
          <p:spPr>
            <a:xfrm>
              <a:off x="5016160" y="1729403"/>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grpFill/>
            <a:ln w="25400" cap="flat">
              <a:noFill/>
              <a:prstDash val="solid"/>
              <a:miter lim="400000"/>
            </a:ln>
            <a:effectLst/>
          </p:spPr>
          <p:txBody>
            <a:bodyPr anchor="ctr"/>
            <a:lstStyle/>
            <a:p>
              <a:pPr algn="ctr"/>
              <a:endParaRPr/>
            </a:p>
          </p:txBody>
        </p:sp>
        <p:sp>
          <p:nvSpPr>
            <p:cNvPr id="119" name="ïslïḋé">
              <a:extLst>
                <a:ext uri="{FF2B5EF4-FFF2-40B4-BE49-F238E27FC236}">
                  <a16:creationId xmlns:a16="http://schemas.microsoft.com/office/drawing/2014/main" id="{987C6092-21C3-996D-A2B3-F5C1B0EB3A80}"/>
                </a:ext>
              </a:extLst>
            </p:cNvPr>
            <p:cNvSpPr/>
            <p:nvPr/>
          </p:nvSpPr>
          <p:spPr>
            <a:xfrm>
              <a:off x="5414902" y="1601282"/>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grpFill/>
            <a:ln w="25400" cap="flat">
              <a:noFill/>
              <a:prstDash val="solid"/>
              <a:miter lim="400000"/>
            </a:ln>
            <a:effectLst/>
          </p:spPr>
          <p:txBody>
            <a:bodyPr anchor="ctr"/>
            <a:lstStyle/>
            <a:p>
              <a:pPr algn="ctr"/>
              <a:endParaRPr/>
            </a:p>
          </p:txBody>
        </p:sp>
        <p:sp>
          <p:nvSpPr>
            <p:cNvPr id="120" name="is1ide">
              <a:extLst>
                <a:ext uri="{FF2B5EF4-FFF2-40B4-BE49-F238E27FC236}">
                  <a16:creationId xmlns:a16="http://schemas.microsoft.com/office/drawing/2014/main" id="{38F0225A-9D45-FAFF-C1FA-67E57364B77A}"/>
                </a:ext>
              </a:extLst>
            </p:cNvPr>
            <p:cNvSpPr/>
            <p:nvPr/>
          </p:nvSpPr>
          <p:spPr>
            <a:xfrm>
              <a:off x="5426458" y="1837882"/>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grpFill/>
            <a:ln w="25400" cap="flat">
              <a:noFill/>
              <a:prstDash val="solid"/>
              <a:miter lim="400000"/>
            </a:ln>
            <a:effectLst/>
          </p:spPr>
          <p:txBody>
            <a:bodyPr anchor="ctr"/>
            <a:lstStyle/>
            <a:p>
              <a:pPr algn="ctr"/>
              <a:endParaRPr/>
            </a:p>
          </p:txBody>
        </p:sp>
        <p:sp>
          <p:nvSpPr>
            <p:cNvPr id="121" name="iṡ1îde">
              <a:extLst>
                <a:ext uri="{FF2B5EF4-FFF2-40B4-BE49-F238E27FC236}">
                  <a16:creationId xmlns:a16="http://schemas.microsoft.com/office/drawing/2014/main" id="{92A6424E-B74E-C2D8-2C54-DB9AC1A3540B}"/>
                </a:ext>
              </a:extLst>
            </p:cNvPr>
            <p:cNvSpPr/>
            <p:nvPr/>
          </p:nvSpPr>
          <p:spPr>
            <a:xfrm>
              <a:off x="5430421" y="1863360"/>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grpFill/>
            <a:ln w="25400" cap="flat">
              <a:noFill/>
              <a:prstDash val="solid"/>
              <a:miter lim="400000"/>
            </a:ln>
            <a:effectLst/>
          </p:spPr>
          <p:txBody>
            <a:bodyPr anchor="ctr"/>
            <a:lstStyle/>
            <a:p>
              <a:pPr algn="ctr"/>
              <a:endParaRPr/>
            </a:p>
          </p:txBody>
        </p:sp>
        <p:sp>
          <p:nvSpPr>
            <p:cNvPr id="122" name="ïSlïḑê">
              <a:extLst>
                <a:ext uri="{FF2B5EF4-FFF2-40B4-BE49-F238E27FC236}">
                  <a16:creationId xmlns:a16="http://schemas.microsoft.com/office/drawing/2014/main" id="{03D34F59-9655-8269-4E3B-1892BEC43D9F}"/>
                </a:ext>
              </a:extLst>
            </p:cNvPr>
            <p:cNvSpPr/>
            <p:nvPr/>
          </p:nvSpPr>
          <p:spPr>
            <a:xfrm>
              <a:off x="5276566" y="2090226"/>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grpFill/>
            <a:ln w="25400" cap="flat">
              <a:noFill/>
              <a:prstDash val="solid"/>
              <a:miter lim="400000"/>
            </a:ln>
            <a:effectLst/>
          </p:spPr>
          <p:txBody>
            <a:bodyPr anchor="ctr"/>
            <a:lstStyle/>
            <a:p>
              <a:pPr algn="ctr"/>
              <a:endParaRPr/>
            </a:p>
          </p:txBody>
        </p:sp>
        <p:sp>
          <p:nvSpPr>
            <p:cNvPr id="123" name="ïṡḻîḑe">
              <a:extLst>
                <a:ext uri="{FF2B5EF4-FFF2-40B4-BE49-F238E27FC236}">
                  <a16:creationId xmlns:a16="http://schemas.microsoft.com/office/drawing/2014/main" id="{A57ECECF-718C-543D-0761-0336E8222CC9}"/>
                </a:ext>
              </a:extLst>
            </p:cNvPr>
            <p:cNvSpPr/>
            <p:nvPr/>
          </p:nvSpPr>
          <p:spPr>
            <a:xfrm>
              <a:off x="5407156" y="1993299"/>
              <a:ext cx="206900"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grpFill/>
            <a:ln w="25400" cap="flat">
              <a:noFill/>
              <a:prstDash val="solid"/>
              <a:miter lim="400000"/>
            </a:ln>
            <a:effectLst/>
          </p:spPr>
          <p:txBody>
            <a:bodyPr anchor="ctr"/>
            <a:lstStyle/>
            <a:p>
              <a:pPr algn="ctr"/>
              <a:endParaRPr/>
            </a:p>
          </p:txBody>
        </p:sp>
        <p:sp>
          <p:nvSpPr>
            <p:cNvPr id="124" name="ïṣḻïḋè">
              <a:extLst>
                <a:ext uri="{FF2B5EF4-FFF2-40B4-BE49-F238E27FC236}">
                  <a16:creationId xmlns:a16="http://schemas.microsoft.com/office/drawing/2014/main" id="{D77D5364-9372-6E36-E00F-1E364DC61818}"/>
                </a:ext>
              </a:extLst>
            </p:cNvPr>
            <p:cNvSpPr/>
            <p:nvPr/>
          </p:nvSpPr>
          <p:spPr>
            <a:xfrm>
              <a:off x="5439609" y="2113104"/>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grpFill/>
            <a:ln w="25400" cap="flat">
              <a:noFill/>
              <a:prstDash val="solid"/>
              <a:miter lim="400000"/>
            </a:ln>
            <a:effectLst/>
          </p:spPr>
          <p:txBody>
            <a:bodyPr anchor="ctr"/>
            <a:lstStyle/>
            <a:p>
              <a:pPr algn="ctr"/>
              <a:endParaRPr/>
            </a:p>
          </p:txBody>
        </p:sp>
        <p:sp>
          <p:nvSpPr>
            <p:cNvPr id="125" name="ï$ľidé">
              <a:extLst>
                <a:ext uri="{FF2B5EF4-FFF2-40B4-BE49-F238E27FC236}">
                  <a16:creationId xmlns:a16="http://schemas.microsoft.com/office/drawing/2014/main" id="{C047D2E3-B409-C2E6-7D21-1F4C10098437}"/>
                </a:ext>
              </a:extLst>
            </p:cNvPr>
            <p:cNvSpPr/>
            <p:nvPr/>
          </p:nvSpPr>
          <p:spPr>
            <a:xfrm>
              <a:off x="5461229" y="2281207"/>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grpFill/>
            <a:ln w="25400" cap="flat">
              <a:noFill/>
              <a:prstDash val="solid"/>
              <a:miter lim="400000"/>
            </a:ln>
            <a:effectLst/>
          </p:spPr>
          <p:txBody>
            <a:bodyPr anchor="ctr"/>
            <a:lstStyle/>
            <a:p>
              <a:pPr algn="ctr"/>
              <a:endParaRPr/>
            </a:p>
          </p:txBody>
        </p:sp>
        <p:sp>
          <p:nvSpPr>
            <p:cNvPr id="126" name="îṥlîďè">
              <a:extLst>
                <a:ext uri="{FF2B5EF4-FFF2-40B4-BE49-F238E27FC236}">
                  <a16:creationId xmlns:a16="http://schemas.microsoft.com/office/drawing/2014/main" id="{564C0EB5-CF15-346C-D10E-7B04B7F8E22F}"/>
                </a:ext>
              </a:extLst>
            </p:cNvPr>
            <p:cNvSpPr/>
            <p:nvPr/>
          </p:nvSpPr>
          <p:spPr>
            <a:xfrm>
              <a:off x="5486629" y="228676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grpFill/>
            <a:ln w="25400" cap="flat">
              <a:noFill/>
              <a:prstDash val="solid"/>
              <a:miter lim="400000"/>
            </a:ln>
            <a:effectLst/>
          </p:spPr>
          <p:txBody>
            <a:bodyPr anchor="ctr"/>
            <a:lstStyle/>
            <a:p>
              <a:pPr algn="ctr"/>
              <a:endParaRPr/>
            </a:p>
          </p:txBody>
        </p:sp>
        <p:sp>
          <p:nvSpPr>
            <p:cNvPr id="127" name="ïŝḻiḋè">
              <a:extLst>
                <a:ext uri="{FF2B5EF4-FFF2-40B4-BE49-F238E27FC236}">
                  <a16:creationId xmlns:a16="http://schemas.microsoft.com/office/drawing/2014/main" id="{E9ABE36D-2587-8194-0AFE-60B842A58876}"/>
                </a:ext>
              </a:extLst>
            </p:cNvPr>
            <p:cNvSpPr/>
            <p:nvPr/>
          </p:nvSpPr>
          <p:spPr>
            <a:xfrm>
              <a:off x="5605003" y="2617425"/>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grpFill/>
            <a:ln w="25400" cap="flat">
              <a:noFill/>
              <a:prstDash val="solid"/>
              <a:miter lim="400000"/>
            </a:ln>
            <a:effectLst/>
          </p:spPr>
          <p:txBody>
            <a:bodyPr anchor="ctr"/>
            <a:lstStyle/>
            <a:p>
              <a:pPr algn="ctr"/>
              <a:endParaRPr/>
            </a:p>
          </p:txBody>
        </p:sp>
        <p:sp>
          <p:nvSpPr>
            <p:cNvPr id="128" name="íşļíďê">
              <a:extLst>
                <a:ext uri="{FF2B5EF4-FFF2-40B4-BE49-F238E27FC236}">
                  <a16:creationId xmlns:a16="http://schemas.microsoft.com/office/drawing/2014/main" id="{E8E71A1F-1AD1-C817-5690-723F51E8D2C7}"/>
                </a:ext>
              </a:extLst>
            </p:cNvPr>
            <p:cNvSpPr/>
            <p:nvPr/>
          </p:nvSpPr>
          <p:spPr>
            <a:xfrm>
              <a:off x="5813157" y="2519155"/>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grpFill/>
            <a:ln w="25400" cap="flat">
              <a:noFill/>
              <a:prstDash val="solid"/>
              <a:miter lim="400000"/>
            </a:ln>
            <a:effectLst/>
          </p:spPr>
          <p:txBody>
            <a:bodyPr anchor="ctr"/>
            <a:lstStyle/>
            <a:p>
              <a:pPr algn="ctr"/>
              <a:endParaRPr/>
            </a:p>
          </p:txBody>
        </p:sp>
        <p:sp>
          <p:nvSpPr>
            <p:cNvPr id="129" name="îśļïḍè">
              <a:extLst>
                <a:ext uri="{FF2B5EF4-FFF2-40B4-BE49-F238E27FC236}">
                  <a16:creationId xmlns:a16="http://schemas.microsoft.com/office/drawing/2014/main" id="{1A64FD53-EBDC-6B03-DEB9-003DA906131F}"/>
                </a:ext>
              </a:extLst>
            </p:cNvPr>
            <p:cNvSpPr/>
            <p:nvPr/>
          </p:nvSpPr>
          <p:spPr>
            <a:xfrm>
              <a:off x="5800394" y="2590774"/>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grpFill/>
            <a:ln w="25400" cap="flat">
              <a:noFill/>
              <a:prstDash val="solid"/>
              <a:miter lim="400000"/>
            </a:ln>
            <a:effectLst/>
          </p:spPr>
          <p:txBody>
            <a:bodyPr anchor="ctr"/>
            <a:lstStyle/>
            <a:p>
              <a:pPr algn="ctr"/>
              <a:endParaRPr/>
            </a:p>
          </p:txBody>
        </p:sp>
        <p:sp>
          <p:nvSpPr>
            <p:cNvPr id="130" name="i$lîḑê">
              <a:extLst>
                <a:ext uri="{FF2B5EF4-FFF2-40B4-BE49-F238E27FC236}">
                  <a16:creationId xmlns:a16="http://schemas.microsoft.com/office/drawing/2014/main" id="{8E578708-FBD1-FECB-C370-0AAEA6D0F695}"/>
                </a:ext>
              </a:extLst>
            </p:cNvPr>
            <p:cNvSpPr/>
            <p:nvPr/>
          </p:nvSpPr>
          <p:spPr>
            <a:xfrm>
              <a:off x="5935621" y="2695122"/>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grpFill/>
            <a:ln w="25400" cap="flat">
              <a:noFill/>
              <a:prstDash val="solid"/>
              <a:miter lim="400000"/>
            </a:ln>
            <a:effectLst/>
          </p:spPr>
          <p:txBody>
            <a:bodyPr anchor="ctr"/>
            <a:lstStyle/>
            <a:p>
              <a:pPr algn="ctr"/>
              <a:endParaRPr/>
            </a:p>
          </p:txBody>
        </p:sp>
        <p:sp>
          <p:nvSpPr>
            <p:cNvPr id="131" name="îš1îḍe">
              <a:extLst>
                <a:ext uri="{FF2B5EF4-FFF2-40B4-BE49-F238E27FC236}">
                  <a16:creationId xmlns:a16="http://schemas.microsoft.com/office/drawing/2014/main" id="{1C8A96DF-C954-E09E-9A7E-CCF0F5FDB958}"/>
                </a:ext>
              </a:extLst>
            </p:cNvPr>
            <p:cNvSpPr/>
            <p:nvPr/>
          </p:nvSpPr>
          <p:spPr>
            <a:xfrm>
              <a:off x="5977156" y="2768475"/>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grpFill/>
            <a:ln w="25400" cap="flat">
              <a:noFill/>
              <a:prstDash val="solid"/>
              <a:miter lim="400000"/>
            </a:ln>
            <a:effectLst/>
          </p:spPr>
          <p:txBody>
            <a:bodyPr anchor="ctr"/>
            <a:lstStyle/>
            <a:p>
              <a:pPr algn="ctr"/>
              <a:endParaRPr/>
            </a:p>
          </p:txBody>
        </p:sp>
        <p:sp>
          <p:nvSpPr>
            <p:cNvPr id="132" name="î$ľîḓê">
              <a:extLst>
                <a:ext uri="{FF2B5EF4-FFF2-40B4-BE49-F238E27FC236}">
                  <a16:creationId xmlns:a16="http://schemas.microsoft.com/office/drawing/2014/main" id="{4E1437AD-AFAF-3001-9DEB-A236B0320500}"/>
                </a:ext>
              </a:extLst>
            </p:cNvPr>
            <p:cNvSpPr/>
            <p:nvPr/>
          </p:nvSpPr>
          <p:spPr>
            <a:xfrm>
              <a:off x="6277853" y="2784962"/>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grpFill/>
            <a:ln w="25400" cap="flat">
              <a:noFill/>
              <a:prstDash val="solid"/>
              <a:miter lim="400000"/>
            </a:ln>
            <a:effectLst/>
          </p:spPr>
          <p:txBody>
            <a:bodyPr anchor="ctr"/>
            <a:lstStyle/>
            <a:p>
              <a:pPr algn="ctr"/>
              <a:endParaRPr/>
            </a:p>
          </p:txBody>
        </p:sp>
        <p:sp>
          <p:nvSpPr>
            <p:cNvPr id="133" name="iŝľîḑè">
              <a:extLst>
                <a:ext uri="{FF2B5EF4-FFF2-40B4-BE49-F238E27FC236}">
                  <a16:creationId xmlns:a16="http://schemas.microsoft.com/office/drawing/2014/main" id="{E460F3F6-009E-736C-C443-591276050AB2}"/>
                </a:ext>
              </a:extLst>
            </p:cNvPr>
            <p:cNvSpPr/>
            <p:nvPr/>
          </p:nvSpPr>
          <p:spPr>
            <a:xfrm>
              <a:off x="6105633" y="1911267"/>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grpFill/>
            <a:ln w="25400" cap="flat">
              <a:noFill/>
              <a:prstDash val="solid"/>
              <a:miter lim="400000"/>
            </a:ln>
            <a:effectLst/>
          </p:spPr>
          <p:txBody>
            <a:bodyPr anchor="ctr"/>
            <a:lstStyle/>
            <a:p>
              <a:pPr algn="ctr"/>
              <a:endParaRPr/>
            </a:p>
          </p:txBody>
        </p:sp>
        <p:sp>
          <p:nvSpPr>
            <p:cNvPr id="135" name="ïṣ1ïḑê">
              <a:extLst>
                <a:ext uri="{FF2B5EF4-FFF2-40B4-BE49-F238E27FC236}">
                  <a16:creationId xmlns:a16="http://schemas.microsoft.com/office/drawing/2014/main" id="{DCCAC635-BCC6-946C-70FA-CA40B2C4B3A2}"/>
                </a:ext>
              </a:extLst>
            </p:cNvPr>
            <p:cNvSpPr/>
            <p:nvPr/>
          </p:nvSpPr>
          <p:spPr>
            <a:xfrm>
              <a:off x="10006023" y="5571304"/>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grpFill/>
            <a:ln w="25400" cap="flat">
              <a:noFill/>
              <a:prstDash val="solid"/>
              <a:miter lim="400000"/>
            </a:ln>
            <a:effectLst/>
          </p:spPr>
          <p:txBody>
            <a:bodyPr anchor="ctr"/>
            <a:lstStyle/>
            <a:p>
              <a:pPr algn="ctr"/>
              <a:endParaRPr/>
            </a:p>
          </p:txBody>
        </p:sp>
        <p:sp>
          <p:nvSpPr>
            <p:cNvPr id="136" name="iṡ1ïḍè">
              <a:extLst>
                <a:ext uri="{FF2B5EF4-FFF2-40B4-BE49-F238E27FC236}">
                  <a16:creationId xmlns:a16="http://schemas.microsoft.com/office/drawing/2014/main" id="{5D000356-407D-FEE4-FD2E-79A8A5E1C864}"/>
                </a:ext>
              </a:extLst>
            </p:cNvPr>
            <p:cNvSpPr/>
            <p:nvPr/>
          </p:nvSpPr>
          <p:spPr>
            <a:xfrm>
              <a:off x="10572355" y="5565246"/>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grpFill/>
            <a:ln w="25400" cap="flat">
              <a:noFill/>
              <a:prstDash val="solid"/>
              <a:miter lim="400000"/>
            </a:ln>
            <a:effectLst/>
          </p:spPr>
          <p:txBody>
            <a:bodyPr anchor="ctr"/>
            <a:lstStyle/>
            <a:p>
              <a:pPr algn="ctr"/>
              <a:endParaRPr/>
            </a:p>
          </p:txBody>
        </p:sp>
        <p:sp>
          <p:nvSpPr>
            <p:cNvPr id="137" name="íṣļíḓé">
              <a:extLst>
                <a:ext uri="{FF2B5EF4-FFF2-40B4-BE49-F238E27FC236}">
                  <a16:creationId xmlns:a16="http://schemas.microsoft.com/office/drawing/2014/main" id="{B4BF895E-0E30-15EE-0CD3-08897CF5B0AE}"/>
                </a:ext>
              </a:extLst>
            </p:cNvPr>
            <p:cNvSpPr/>
            <p:nvPr/>
          </p:nvSpPr>
          <p:spPr>
            <a:xfrm>
              <a:off x="10955509" y="5355572"/>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grpFill/>
            <a:ln w="25400" cap="flat">
              <a:noFill/>
              <a:prstDash val="solid"/>
              <a:miter lim="400000"/>
            </a:ln>
            <a:effectLst/>
          </p:spPr>
          <p:txBody>
            <a:bodyPr anchor="ctr"/>
            <a:lstStyle/>
            <a:p>
              <a:pPr algn="ctr"/>
              <a:endParaRPr/>
            </a:p>
          </p:txBody>
        </p:sp>
        <p:sp>
          <p:nvSpPr>
            <p:cNvPr id="138" name="îšļïḓé">
              <a:extLst>
                <a:ext uri="{FF2B5EF4-FFF2-40B4-BE49-F238E27FC236}">
                  <a16:creationId xmlns:a16="http://schemas.microsoft.com/office/drawing/2014/main" id="{D1EF9040-40F2-7586-85AF-8533C858E288}"/>
                </a:ext>
              </a:extLst>
            </p:cNvPr>
            <p:cNvSpPr/>
            <p:nvPr/>
          </p:nvSpPr>
          <p:spPr>
            <a:xfrm>
              <a:off x="10967412" y="5132660"/>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grpFill/>
            <a:ln w="25400" cap="flat">
              <a:noFill/>
              <a:prstDash val="solid"/>
              <a:miter lim="400000"/>
            </a:ln>
            <a:effectLst/>
          </p:spPr>
          <p:txBody>
            <a:bodyPr anchor="ctr"/>
            <a:lstStyle/>
            <a:p>
              <a:pPr algn="ctr"/>
              <a:endParaRPr/>
            </a:p>
          </p:txBody>
        </p:sp>
        <p:sp>
          <p:nvSpPr>
            <p:cNvPr id="139" name="ïṥļïḓe">
              <a:extLst>
                <a:ext uri="{FF2B5EF4-FFF2-40B4-BE49-F238E27FC236}">
                  <a16:creationId xmlns:a16="http://schemas.microsoft.com/office/drawing/2014/main" id="{0C52F40A-1804-CFCE-C0A2-DE51F9D17DDD}"/>
                </a:ext>
              </a:extLst>
            </p:cNvPr>
            <p:cNvSpPr/>
            <p:nvPr/>
          </p:nvSpPr>
          <p:spPr>
            <a:xfrm>
              <a:off x="10931870" y="4777460"/>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grpFill/>
            <a:ln w="25400" cap="flat">
              <a:noFill/>
              <a:prstDash val="solid"/>
              <a:miter lim="400000"/>
            </a:ln>
            <a:effectLst/>
          </p:spPr>
          <p:txBody>
            <a:bodyPr anchor="ctr"/>
            <a:lstStyle/>
            <a:p>
              <a:pPr algn="ctr"/>
              <a:endParaRPr/>
            </a:p>
          </p:txBody>
        </p:sp>
        <p:sp>
          <p:nvSpPr>
            <p:cNvPr id="140" name="îśľíḓê">
              <a:extLst>
                <a:ext uri="{FF2B5EF4-FFF2-40B4-BE49-F238E27FC236}">
                  <a16:creationId xmlns:a16="http://schemas.microsoft.com/office/drawing/2014/main" id="{55AC0A71-BFBF-C062-F6C2-681A7DB009E0}"/>
                </a:ext>
              </a:extLst>
            </p:cNvPr>
            <p:cNvSpPr/>
            <p:nvPr/>
          </p:nvSpPr>
          <p:spPr>
            <a:xfrm>
              <a:off x="11078753" y="4636331"/>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grpFill/>
            <a:ln w="25400" cap="flat">
              <a:noFill/>
              <a:prstDash val="solid"/>
              <a:miter lim="400000"/>
            </a:ln>
            <a:effectLst/>
          </p:spPr>
          <p:txBody>
            <a:bodyPr anchor="ctr"/>
            <a:lstStyle/>
            <a:p>
              <a:pPr algn="ctr"/>
              <a:endParaRPr/>
            </a:p>
          </p:txBody>
        </p:sp>
        <p:sp>
          <p:nvSpPr>
            <p:cNvPr id="141" name="ïšļîḑè">
              <a:extLst>
                <a:ext uri="{FF2B5EF4-FFF2-40B4-BE49-F238E27FC236}">
                  <a16:creationId xmlns:a16="http://schemas.microsoft.com/office/drawing/2014/main" id="{6267F8F2-C9A9-B4CC-E4E4-414E386B001A}"/>
                </a:ext>
              </a:extLst>
            </p:cNvPr>
            <p:cNvSpPr/>
            <p:nvPr/>
          </p:nvSpPr>
          <p:spPr>
            <a:xfrm>
              <a:off x="10694096" y="4283499"/>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grpFill/>
            <a:ln w="25400" cap="flat">
              <a:noFill/>
              <a:prstDash val="solid"/>
              <a:miter lim="400000"/>
            </a:ln>
            <a:effectLst/>
          </p:spPr>
          <p:txBody>
            <a:bodyPr anchor="ctr"/>
            <a:lstStyle/>
            <a:p>
              <a:pPr algn="ctr"/>
              <a:endParaRPr/>
            </a:p>
          </p:txBody>
        </p:sp>
        <p:sp>
          <p:nvSpPr>
            <p:cNvPr id="142" name="î$liḋê">
              <a:extLst>
                <a:ext uri="{FF2B5EF4-FFF2-40B4-BE49-F238E27FC236}">
                  <a16:creationId xmlns:a16="http://schemas.microsoft.com/office/drawing/2014/main" id="{70385610-5D40-85A1-F212-C19262E83367}"/>
                </a:ext>
              </a:extLst>
            </p:cNvPr>
            <p:cNvSpPr/>
            <p:nvPr/>
          </p:nvSpPr>
          <p:spPr>
            <a:xfrm>
              <a:off x="10754669" y="4332994"/>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grpFill/>
            <a:ln w="25400" cap="flat">
              <a:noFill/>
              <a:prstDash val="solid"/>
              <a:miter lim="400000"/>
            </a:ln>
            <a:effectLst/>
          </p:spPr>
          <p:txBody>
            <a:bodyPr anchor="ctr"/>
            <a:lstStyle/>
            <a:p>
              <a:pPr algn="ctr"/>
              <a:endParaRPr/>
            </a:p>
          </p:txBody>
        </p:sp>
        <p:sp>
          <p:nvSpPr>
            <p:cNvPr id="143" name="îṡḷîḓé">
              <a:extLst>
                <a:ext uri="{FF2B5EF4-FFF2-40B4-BE49-F238E27FC236}">
                  <a16:creationId xmlns:a16="http://schemas.microsoft.com/office/drawing/2014/main" id="{68554AA3-B61A-7E52-A6AA-35543FA5DB48}"/>
                </a:ext>
              </a:extLst>
            </p:cNvPr>
            <p:cNvSpPr/>
            <p:nvPr/>
          </p:nvSpPr>
          <p:spPr>
            <a:xfrm>
              <a:off x="10773772" y="4386273"/>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grpFill/>
            <a:ln w="25400" cap="flat">
              <a:noFill/>
              <a:prstDash val="solid"/>
              <a:miter lim="400000"/>
            </a:ln>
            <a:effectLst/>
          </p:spPr>
          <p:txBody>
            <a:bodyPr anchor="ctr"/>
            <a:lstStyle/>
            <a:p>
              <a:pPr algn="ctr"/>
              <a:endParaRPr/>
            </a:p>
          </p:txBody>
        </p:sp>
        <p:sp>
          <p:nvSpPr>
            <p:cNvPr id="144" name="i$ḻíḓe">
              <a:extLst>
                <a:ext uri="{FF2B5EF4-FFF2-40B4-BE49-F238E27FC236}">
                  <a16:creationId xmlns:a16="http://schemas.microsoft.com/office/drawing/2014/main" id="{0400AD41-BCE6-0516-ADA4-6EAD57F72D12}"/>
                </a:ext>
              </a:extLst>
            </p:cNvPr>
            <p:cNvSpPr/>
            <p:nvPr/>
          </p:nvSpPr>
          <p:spPr>
            <a:xfrm>
              <a:off x="10819989" y="4368723"/>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grpFill/>
            <a:ln w="25400" cap="flat">
              <a:noFill/>
              <a:prstDash val="solid"/>
              <a:miter lim="400000"/>
            </a:ln>
            <a:effectLst/>
          </p:spPr>
          <p:txBody>
            <a:bodyPr anchor="ctr"/>
            <a:lstStyle/>
            <a:p>
              <a:pPr algn="ctr"/>
              <a:endParaRPr/>
            </a:p>
          </p:txBody>
        </p:sp>
        <p:sp>
          <p:nvSpPr>
            <p:cNvPr id="145" name="isļïḍe">
              <a:extLst>
                <a:ext uri="{FF2B5EF4-FFF2-40B4-BE49-F238E27FC236}">
                  <a16:creationId xmlns:a16="http://schemas.microsoft.com/office/drawing/2014/main" id="{07D77BED-3BBB-59FD-6457-21F90393AA91}"/>
                </a:ext>
              </a:extLst>
            </p:cNvPr>
            <p:cNvSpPr/>
            <p:nvPr/>
          </p:nvSpPr>
          <p:spPr>
            <a:xfrm>
              <a:off x="10844148" y="4433313"/>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grpFill/>
            <a:ln w="25400" cap="flat">
              <a:noFill/>
              <a:prstDash val="solid"/>
              <a:miter lim="400000"/>
            </a:ln>
            <a:effectLst/>
          </p:spPr>
          <p:txBody>
            <a:bodyPr anchor="ctr"/>
            <a:lstStyle/>
            <a:p>
              <a:pPr algn="ctr"/>
              <a:endParaRPr/>
            </a:p>
          </p:txBody>
        </p:sp>
        <p:sp>
          <p:nvSpPr>
            <p:cNvPr id="146" name="ïSḻîḑê">
              <a:extLst>
                <a:ext uri="{FF2B5EF4-FFF2-40B4-BE49-F238E27FC236}">
                  <a16:creationId xmlns:a16="http://schemas.microsoft.com/office/drawing/2014/main" id="{7FF49654-9B86-C256-C4D0-BF94673B405E}"/>
                </a:ext>
              </a:extLst>
            </p:cNvPr>
            <p:cNvSpPr/>
            <p:nvPr/>
          </p:nvSpPr>
          <p:spPr>
            <a:xfrm>
              <a:off x="10888902" y="4398838"/>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grpFill/>
            <a:ln w="25400" cap="flat">
              <a:noFill/>
              <a:prstDash val="solid"/>
              <a:miter lim="400000"/>
            </a:ln>
            <a:effectLst/>
          </p:spPr>
          <p:txBody>
            <a:bodyPr anchor="ctr"/>
            <a:lstStyle/>
            <a:p>
              <a:pPr algn="ctr"/>
              <a:endParaRPr/>
            </a:p>
          </p:txBody>
        </p:sp>
        <p:sp>
          <p:nvSpPr>
            <p:cNvPr id="147" name="işlidè">
              <a:extLst>
                <a:ext uri="{FF2B5EF4-FFF2-40B4-BE49-F238E27FC236}">
                  <a16:creationId xmlns:a16="http://schemas.microsoft.com/office/drawing/2014/main" id="{5CEFCD8E-C129-A52F-8678-6D92DB9FF5E8}"/>
                </a:ext>
              </a:extLst>
            </p:cNvPr>
            <p:cNvSpPr/>
            <p:nvPr/>
          </p:nvSpPr>
          <p:spPr>
            <a:xfrm>
              <a:off x="10903842" y="4471308"/>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grpFill/>
            <a:ln w="25400" cap="flat">
              <a:noFill/>
              <a:prstDash val="solid"/>
              <a:miter lim="400000"/>
            </a:ln>
            <a:effectLst/>
          </p:spPr>
          <p:txBody>
            <a:bodyPr anchor="ctr"/>
            <a:lstStyle/>
            <a:p>
              <a:pPr algn="ctr"/>
              <a:endParaRPr/>
            </a:p>
          </p:txBody>
        </p:sp>
        <p:sp>
          <p:nvSpPr>
            <p:cNvPr id="148" name="íṧľîḋè">
              <a:extLst>
                <a:ext uri="{FF2B5EF4-FFF2-40B4-BE49-F238E27FC236}">
                  <a16:creationId xmlns:a16="http://schemas.microsoft.com/office/drawing/2014/main" id="{624E6BF5-2258-6385-0226-30C2080622C8}"/>
                </a:ext>
              </a:extLst>
            </p:cNvPr>
            <p:cNvSpPr/>
            <p:nvPr/>
          </p:nvSpPr>
          <p:spPr>
            <a:xfrm>
              <a:off x="10588123" y="4181404"/>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grpFill/>
            <a:ln w="25400" cap="flat">
              <a:noFill/>
              <a:prstDash val="solid"/>
              <a:miter lim="400000"/>
            </a:ln>
            <a:effectLst/>
          </p:spPr>
          <p:txBody>
            <a:bodyPr anchor="ctr"/>
            <a:lstStyle/>
            <a:p>
              <a:pPr algn="ctr"/>
              <a:endParaRPr/>
            </a:p>
          </p:txBody>
        </p:sp>
        <p:sp>
          <p:nvSpPr>
            <p:cNvPr id="149" name="íşľîdè">
              <a:extLst>
                <a:ext uri="{FF2B5EF4-FFF2-40B4-BE49-F238E27FC236}">
                  <a16:creationId xmlns:a16="http://schemas.microsoft.com/office/drawing/2014/main" id="{8AA923B2-9C9C-5B92-F451-E1CCA7F813F5}"/>
                </a:ext>
              </a:extLst>
            </p:cNvPr>
            <p:cNvSpPr/>
            <p:nvPr/>
          </p:nvSpPr>
          <p:spPr>
            <a:xfrm>
              <a:off x="10528896" y="4237475"/>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grpFill/>
            <a:ln w="25400" cap="flat">
              <a:noFill/>
              <a:prstDash val="solid"/>
              <a:miter lim="400000"/>
            </a:ln>
            <a:effectLst/>
          </p:spPr>
          <p:txBody>
            <a:bodyPr anchor="ctr"/>
            <a:lstStyle/>
            <a:p>
              <a:pPr algn="ctr"/>
              <a:endParaRPr/>
            </a:p>
          </p:txBody>
        </p:sp>
        <p:sp>
          <p:nvSpPr>
            <p:cNvPr id="150" name="ïṩ1îḑè">
              <a:extLst>
                <a:ext uri="{FF2B5EF4-FFF2-40B4-BE49-F238E27FC236}">
                  <a16:creationId xmlns:a16="http://schemas.microsoft.com/office/drawing/2014/main" id="{F8837F63-9C99-6F42-D42A-781AEA1E3795}"/>
                </a:ext>
              </a:extLst>
            </p:cNvPr>
            <p:cNvSpPr/>
            <p:nvPr/>
          </p:nvSpPr>
          <p:spPr>
            <a:xfrm>
              <a:off x="9937920" y="4105530"/>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grpFill/>
            <a:ln w="25400" cap="flat">
              <a:noFill/>
              <a:prstDash val="solid"/>
              <a:miter lim="400000"/>
            </a:ln>
            <a:effectLst/>
          </p:spPr>
          <p:txBody>
            <a:bodyPr anchor="ctr"/>
            <a:lstStyle/>
            <a:p>
              <a:pPr algn="ctr"/>
              <a:endParaRPr/>
            </a:p>
          </p:txBody>
        </p:sp>
        <p:sp>
          <p:nvSpPr>
            <p:cNvPr id="151" name="ïṧḻiḋe">
              <a:extLst>
                <a:ext uri="{FF2B5EF4-FFF2-40B4-BE49-F238E27FC236}">
                  <a16:creationId xmlns:a16="http://schemas.microsoft.com/office/drawing/2014/main" id="{605EE7D6-ADB1-FBC2-D28B-7A38278C07C3}"/>
                </a:ext>
              </a:extLst>
            </p:cNvPr>
            <p:cNvSpPr/>
            <p:nvPr/>
          </p:nvSpPr>
          <p:spPr>
            <a:xfrm>
              <a:off x="10030474" y="3790111"/>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grpFill/>
            <a:ln w="25400" cap="flat">
              <a:noFill/>
              <a:prstDash val="solid"/>
              <a:miter lim="400000"/>
            </a:ln>
            <a:effectLst/>
          </p:spPr>
          <p:txBody>
            <a:bodyPr anchor="ctr"/>
            <a:lstStyle/>
            <a:p>
              <a:pPr algn="ctr"/>
              <a:endParaRPr/>
            </a:p>
          </p:txBody>
        </p:sp>
        <p:sp>
          <p:nvSpPr>
            <p:cNvPr id="152" name="ïSḻîḑê">
              <a:extLst>
                <a:ext uri="{FF2B5EF4-FFF2-40B4-BE49-F238E27FC236}">
                  <a16:creationId xmlns:a16="http://schemas.microsoft.com/office/drawing/2014/main" id="{0D40D003-9166-7CA9-D02F-D21CFFE25CA0}"/>
                </a:ext>
              </a:extLst>
            </p:cNvPr>
            <p:cNvSpPr/>
            <p:nvPr/>
          </p:nvSpPr>
          <p:spPr>
            <a:xfrm>
              <a:off x="10351793" y="3476789"/>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grpFill/>
            <a:ln w="25400" cap="flat">
              <a:noFill/>
              <a:prstDash val="solid"/>
              <a:miter lim="400000"/>
            </a:ln>
            <a:effectLst/>
          </p:spPr>
          <p:txBody>
            <a:bodyPr anchor="ctr"/>
            <a:lstStyle/>
            <a:p>
              <a:pPr algn="ctr"/>
              <a:endParaRPr/>
            </a:p>
          </p:txBody>
        </p:sp>
        <p:sp>
          <p:nvSpPr>
            <p:cNvPr id="153" name="íS1íde">
              <a:extLst>
                <a:ext uri="{FF2B5EF4-FFF2-40B4-BE49-F238E27FC236}">
                  <a16:creationId xmlns:a16="http://schemas.microsoft.com/office/drawing/2014/main" id="{AD2BBAC7-E953-7D6C-3D25-FAD6E0224D52}"/>
                </a:ext>
              </a:extLst>
            </p:cNvPr>
            <p:cNvSpPr/>
            <p:nvPr/>
          </p:nvSpPr>
          <p:spPr>
            <a:xfrm>
              <a:off x="10325524" y="3553174"/>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grpFill/>
            <a:ln w="25400" cap="flat">
              <a:noFill/>
              <a:prstDash val="solid"/>
              <a:miter lim="400000"/>
            </a:ln>
            <a:effectLst/>
          </p:spPr>
          <p:txBody>
            <a:bodyPr anchor="ctr"/>
            <a:lstStyle/>
            <a:p>
              <a:pPr algn="ctr"/>
              <a:endParaRPr/>
            </a:p>
          </p:txBody>
        </p:sp>
        <p:sp>
          <p:nvSpPr>
            <p:cNvPr id="154" name="îṡḻíḍè">
              <a:extLst>
                <a:ext uri="{FF2B5EF4-FFF2-40B4-BE49-F238E27FC236}">
                  <a16:creationId xmlns:a16="http://schemas.microsoft.com/office/drawing/2014/main" id="{11FF19D8-7843-C9CD-A46B-28C2461D6FB5}"/>
                </a:ext>
              </a:extLst>
            </p:cNvPr>
            <p:cNvSpPr/>
            <p:nvPr/>
          </p:nvSpPr>
          <p:spPr>
            <a:xfrm>
              <a:off x="10830737" y="3809410"/>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grpFill/>
            <a:ln w="25400" cap="flat">
              <a:noFill/>
              <a:prstDash val="solid"/>
              <a:miter lim="400000"/>
            </a:ln>
            <a:effectLst/>
          </p:spPr>
          <p:txBody>
            <a:bodyPr anchor="ctr"/>
            <a:lstStyle/>
            <a:p>
              <a:pPr algn="ctr"/>
              <a:endParaRPr/>
            </a:p>
          </p:txBody>
        </p:sp>
      </p:grpSp>
      <p:pic>
        <p:nvPicPr>
          <p:cNvPr id="196" name="ïsḻiḍe">
            <a:extLst>
              <a:ext uri="{FF2B5EF4-FFF2-40B4-BE49-F238E27FC236}">
                <a16:creationId xmlns:a16="http://schemas.microsoft.com/office/drawing/2014/main" id="{80FF65A0-4EC9-7F9D-C5BD-A2BCA4E3ED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88710" y="760254"/>
            <a:ext cx="1879390" cy="374335"/>
          </a:xfrm>
          <a:prstGeom prst="rect">
            <a:avLst/>
          </a:prstGeom>
        </p:spPr>
      </p:pic>
      <p:sp>
        <p:nvSpPr>
          <p:cNvPr id="2" name="文本框 1">
            <a:extLst>
              <a:ext uri="{FF2B5EF4-FFF2-40B4-BE49-F238E27FC236}">
                <a16:creationId xmlns:a16="http://schemas.microsoft.com/office/drawing/2014/main" id="{E0A6FBBB-C15B-BF00-C6AE-F883F19573CE}"/>
              </a:ext>
            </a:extLst>
          </p:cNvPr>
          <p:cNvSpPr txBox="1"/>
          <p:nvPr/>
        </p:nvSpPr>
        <p:spPr>
          <a:xfrm>
            <a:off x="873019" y="611369"/>
            <a:ext cx="9937288" cy="523220"/>
          </a:xfrm>
          <a:prstGeom prst="rect">
            <a:avLst/>
          </a:prstGeom>
          <a:noFill/>
        </p:spPr>
        <p:txBody>
          <a:bodyPr wrap="square" rtlCol="0">
            <a:spAutoFit/>
          </a:bodyPr>
          <a:lstStyle/>
          <a:p>
            <a:r>
              <a:rPr lang="zh-CN" altLang="en-US" sz="2800" dirty="0">
                <a:solidFill>
                  <a:schemeClr val="accent1"/>
                </a:solidFill>
              </a:rPr>
              <a:t>二、学院官网新闻推送与运营</a:t>
            </a:r>
            <a:endParaRPr lang="zh-CN" altLang="en-US" dirty="0"/>
          </a:p>
        </p:txBody>
      </p:sp>
      <p:pic>
        <p:nvPicPr>
          <p:cNvPr id="4" name="图片 3">
            <a:extLst>
              <a:ext uri="{FF2B5EF4-FFF2-40B4-BE49-F238E27FC236}">
                <a16:creationId xmlns:a16="http://schemas.microsoft.com/office/drawing/2014/main" id="{531186F4-4CCA-1857-BF6C-0DC1341EBD17}"/>
              </a:ext>
            </a:extLst>
          </p:cNvPr>
          <p:cNvPicPr>
            <a:picLocks noChangeAspect="1"/>
          </p:cNvPicPr>
          <p:nvPr/>
        </p:nvPicPr>
        <p:blipFill>
          <a:blip r:embed="rId6" cstate="print">
            <a:extLst>
              <a:ext uri="{28A0092B-C50C-407E-A947-70E740481C1C}">
                <a14:useLocalDpi xmlns:a14="http://schemas.microsoft.com/office/drawing/2010/main" val="0"/>
              </a:ext>
            </a:extLst>
          </a:blip>
          <a:srcRect t="7632" b="25195"/>
          <a:stretch>
            <a:fillRect/>
          </a:stretch>
        </p:blipFill>
        <p:spPr>
          <a:xfrm>
            <a:off x="7414078" y="3235308"/>
            <a:ext cx="4054022" cy="1701630"/>
          </a:xfrm>
          <a:prstGeom prst="rect">
            <a:avLst/>
          </a:prstGeom>
        </p:spPr>
      </p:pic>
      <p:pic>
        <p:nvPicPr>
          <p:cNvPr id="6" name="图片 5">
            <a:extLst>
              <a:ext uri="{FF2B5EF4-FFF2-40B4-BE49-F238E27FC236}">
                <a16:creationId xmlns:a16="http://schemas.microsoft.com/office/drawing/2014/main" id="{8732E3B3-B158-A445-C817-C6FBA2246C64}"/>
              </a:ext>
            </a:extLst>
          </p:cNvPr>
          <p:cNvPicPr>
            <a:picLocks noChangeAspect="1"/>
          </p:cNvPicPr>
          <p:nvPr/>
        </p:nvPicPr>
        <p:blipFill>
          <a:blip r:embed="rId7" cstate="print">
            <a:extLst>
              <a:ext uri="{28A0092B-C50C-407E-A947-70E740481C1C}">
                <a14:useLocalDpi xmlns:a14="http://schemas.microsoft.com/office/drawing/2010/main" val="0"/>
              </a:ext>
            </a:extLst>
          </a:blip>
          <a:srcRect t="7363" b="24920"/>
          <a:stretch>
            <a:fillRect/>
          </a:stretch>
        </p:blipFill>
        <p:spPr>
          <a:xfrm>
            <a:off x="8057573" y="1396390"/>
            <a:ext cx="4021544" cy="1701630"/>
          </a:xfrm>
          <a:prstGeom prst="rect">
            <a:avLst/>
          </a:prstGeom>
        </p:spPr>
      </p:pic>
      <p:pic>
        <p:nvPicPr>
          <p:cNvPr id="8" name="图片 7">
            <a:extLst>
              <a:ext uri="{FF2B5EF4-FFF2-40B4-BE49-F238E27FC236}">
                <a16:creationId xmlns:a16="http://schemas.microsoft.com/office/drawing/2014/main" id="{F6B73494-1AEA-EE3D-7F52-909DC3A56B43}"/>
              </a:ext>
            </a:extLst>
          </p:cNvPr>
          <p:cNvPicPr>
            <a:picLocks noChangeAspect="1"/>
          </p:cNvPicPr>
          <p:nvPr/>
        </p:nvPicPr>
        <p:blipFill>
          <a:blip r:embed="rId8" cstate="print">
            <a:extLst>
              <a:ext uri="{28A0092B-C50C-407E-A947-70E740481C1C}">
                <a14:useLocalDpi xmlns:a14="http://schemas.microsoft.com/office/drawing/2010/main" val="0"/>
              </a:ext>
            </a:extLst>
          </a:blip>
          <a:srcRect t="16867" b="24560"/>
          <a:stretch>
            <a:fillRect/>
          </a:stretch>
        </p:blipFill>
        <p:spPr>
          <a:xfrm>
            <a:off x="-97030" y="1396390"/>
            <a:ext cx="4076529" cy="1701630"/>
          </a:xfrm>
          <a:prstGeom prst="rect">
            <a:avLst/>
          </a:prstGeom>
        </p:spPr>
      </p:pic>
      <p:pic>
        <p:nvPicPr>
          <p:cNvPr id="10" name="图片 9">
            <a:extLst>
              <a:ext uri="{FF2B5EF4-FFF2-40B4-BE49-F238E27FC236}">
                <a16:creationId xmlns:a16="http://schemas.microsoft.com/office/drawing/2014/main" id="{1FA8C545-2E4F-B14C-A58D-F50CC3DE57B9}"/>
              </a:ext>
            </a:extLst>
          </p:cNvPr>
          <p:cNvPicPr>
            <a:picLocks noChangeAspect="1"/>
          </p:cNvPicPr>
          <p:nvPr/>
        </p:nvPicPr>
        <p:blipFill>
          <a:blip r:embed="rId9" cstate="print">
            <a:extLst>
              <a:ext uri="{28A0092B-C50C-407E-A947-70E740481C1C}">
                <a14:useLocalDpi xmlns:a14="http://schemas.microsoft.com/office/drawing/2010/main" val="0"/>
              </a:ext>
            </a:extLst>
          </a:blip>
          <a:srcRect t="8012" b="14821"/>
          <a:stretch>
            <a:fillRect/>
          </a:stretch>
        </p:blipFill>
        <p:spPr>
          <a:xfrm>
            <a:off x="4037586" y="1396390"/>
            <a:ext cx="3529931" cy="1701631"/>
          </a:xfrm>
          <a:prstGeom prst="rect">
            <a:avLst/>
          </a:prstGeom>
        </p:spPr>
      </p:pic>
      <p:pic>
        <p:nvPicPr>
          <p:cNvPr id="155" name="图片 154">
            <a:extLst>
              <a:ext uri="{FF2B5EF4-FFF2-40B4-BE49-F238E27FC236}">
                <a16:creationId xmlns:a16="http://schemas.microsoft.com/office/drawing/2014/main" id="{CA30A73A-39BF-0442-1EB4-0DFDC0C031A6}"/>
              </a:ext>
            </a:extLst>
          </p:cNvPr>
          <p:cNvPicPr>
            <a:picLocks/>
          </p:cNvPicPr>
          <p:nvPr/>
        </p:nvPicPr>
        <p:blipFill>
          <a:blip r:embed="rId10" cstate="print">
            <a:extLst>
              <a:ext uri="{28A0092B-C50C-407E-A947-70E740481C1C}">
                <a14:useLocalDpi xmlns:a14="http://schemas.microsoft.com/office/drawing/2010/main" val="0"/>
              </a:ext>
            </a:extLst>
          </a:blip>
          <a:srcRect t="7172" b="14357"/>
          <a:stretch>
            <a:fillRect/>
          </a:stretch>
        </p:blipFill>
        <p:spPr>
          <a:xfrm>
            <a:off x="2946674" y="3235308"/>
            <a:ext cx="3471264" cy="1701631"/>
          </a:xfrm>
          <a:prstGeom prst="rect">
            <a:avLst/>
          </a:prstGeom>
        </p:spPr>
      </p:pic>
      <p:sp>
        <p:nvSpPr>
          <p:cNvPr id="156" name="箭头: 右 155">
            <a:extLst>
              <a:ext uri="{FF2B5EF4-FFF2-40B4-BE49-F238E27FC236}">
                <a16:creationId xmlns:a16="http://schemas.microsoft.com/office/drawing/2014/main" id="{FEAA04FE-081D-F598-1A43-2B0465E2C6C8}"/>
              </a:ext>
            </a:extLst>
          </p:cNvPr>
          <p:cNvSpPr/>
          <p:nvPr/>
        </p:nvSpPr>
        <p:spPr>
          <a:xfrm>
            <a:off x="7599814" y="2230388"/>
            <a:ext cx="399672" cy="199836"/>
          </a:xfrm>
          <a:prstGeom prst="rightArrow">
            <a:avLst/>
          </a:prstGeom>
          <a:solidFill>
            <a:schemeClr val="accent1">
              <a:lumMod val="50000"/>
              <a:lumOff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箭头: 右 157">
            <a:extLst>
              <a:ext uri="{FF2B5EF4-FFF2-40B4-BE49-F238E27FC236}">
                <a16:creationId xmlns:a16="http://schemas.microsoft.com/office/drawing/2014/main" id="{6D9FD686-B88A-1059-C07C-7484396389E1}"/>
              </a:ext>
            </a:extLst>
          </p:cNvPr>
          <p:cNvSpPr/>
          <p:nvPr/>
        </p:nvSpPr>
        <p:spPr>
          <a:xfrm>
            <a:off x="6439129" y="3869545"/>
            <a:ext cx="932567" cy="369393"/>
          </a:xfrm>
          <a:prstGeom prst="rightArrow">
            <a:avLst/>
          </a:prstGeom>
          <a:solidFill>
            <a:schemeClr val="accent1">
              <a:lumMod val="50000"/>
              <a:lumOff val="5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1" name="图片 160">
            <a:extLst>
              <a:ext uri="{FF2B5EF4-FFF2-40B4-BE49-F238E27FC236}">
                <a16:creationId xmlns:a16="http://schemas.microsoft.com/office/drawing/2014/main" id="{4A437A27-35F8-8714-7493-F0788C8858F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3655411"/>
            <a:ext cx="2809812" cy="3089133"/>
          </a:xfrm>
          <a:prstGeom prst="rect">
            <a:avLst/>
          </a:prstGeom>
        </p:spPr>
      </p:pic>
      <p:sp>
        <p:nvSpPr>
          <p:cNvPr id="162" name="文本框 161">
            <a:extLst>
              <a:ext uri="{FF2B5EF4-FFF2-40B4-BE49-F238E27FC236}">
                <a16:creationId xmlns:a16="http://schemas.microsoft.com/office/drawing/2014/main" id="{83421F2A-D799-9224-4972-DFC052F9B014}"/>
              </a:ext>
            </a:extLst>
          </p:cNvPr>
          <p:cNvSpPr txBox="1"/>
          <p:nvPr/>
        </p:nvSpPr>
        <p:spPr>
          <a:xfrm>
            <a:off x="2809812" y="5438436"/>
            <a:ext cx="7926819" cy="369332"/>
          </a:xfrm>
          <a:prstGeom prst="rect">
            <a:avLst/>
          </a:prstGeom>
          <a:noFill/>
        </p:spPr>
        <p:txBody>
          <a:bodyPr wrap="square" rtlCol="0">
            <a:spAutoFit/>
          </a:bodyPr>
          <a:lstStyle/>
          <a:p>
            <a:r>
              <a:rPr lang="zh-CN" altLang="en-US" b="1" dirty="0">
                <a:solidFill>
                  <a:schemeClr val="accent1"/>
                </a:solidFill>
              </a:rPr>
              <a:t>通过补写官网首页</a:t>
            </a:r>
            <a:r>
              <a:rPr lang="en-US" altLang="zh-CN" b="1" dirty="0">
                <a:solidFill>
                  <a:schemeClr val="accent1"/>
                </a:solidFill>
              </a:rPr>
              <a:t>HTML</a:t>
            </a:r>
            <a:r>
              <a:rPr lang="zh-CN" altLang="en-US" b="1" dirty="0">
                <a:solidFill>
                  <a:schemeClr val="accent1"/>
                </a:solidFill>
              </a:rPr>
              <a:t>代码，修复了不同分辨率首页大图拉伸</a:t>
            </a:r>
            <a:r>
              <a:rPr lang="en-US" altLang="zh-CN" b="1" dirty="0">
                <a:solidFill>
                  <a:schemeClr val="accent1"/>
                </a:solidFill>
              </a:rPr>
              <a:t>/</a:t>
            </a:r>
            <a:r>
              <a:rPr lang="zh-CN" altLang="en-US" b="1" dirty="0">
                <a:solidFill>
                  <a:schemeClr val="accent1"/>
                </a:solidFill>
              </a:rPr>
              <a:t>压缩的问题</a:t>
            </a:r>
          </a:p>
        </p:txBody>
      </p:sp>
    </p:spTree>
    <p:extLst>
      <p:ext uri="{BB962C8B-B14F-4D97-AF65-F5344CB8AC3E}">
        <p14:creationId xmlns:p14="http://schemas.microsoft.com/office/powerpoint/2010/main" val="955929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išḷídê">
          <a:extLst>
            <a:ext uri="{FF2B5EF4-FFF2-40B4-BE49-F238E27FC236}">
              <a16:creationId xmlns:a16="http://schemas.microsoft.com/office/drawing/2014/main" id="{EB2A297C-B0DF-AB13-3635-5C8DE8236C9B}"/>
            </a:ext>
          </a:extLst>
        </p:cNvPr>
        <p:cNvGrpSpPr/>
        <p:nvPr/>
      </p:nvGrpSpPr>
      <p:grpSpPr>
        <a:xfrm>
          <a:off x="0" y="0"/>
          <a:ext cx="0" cy="0"/>
          <a:chOff x="0" y="0"/>
          <a:chExt cx="0" cy="0"/>
        </a:xfrm>
      </p:grpSpPr>
      <p:grpSp>
        <p:nvGrpSpPr>
          <p:cNvPr id="11" name="íṥlîd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DA14BA5-EF7F-5E58-290D-2B82BF0D1976}"/>
              </a:ext>
            </a:extLst>
          </p:cNvPr>
          <p:cNvGrpSpPr>
            <a:grpSpLocks noChangeAspect="1"/>
          </p:cNvGrpSpPr>
          <p:nvPr>
            <p:custDataLst>
              <p:tags r:id="rId1"/>
            </p:custDataLst>
          </p:nvPr>
        </p:nvGrpSpPr>
        <p:grpSpPr>
          <a:xfrm>
            <a:off x="723900" y="1046801"/>
            <a:ext cx="10491592" cy="5050945"/>
            <a:chOff x="1071716" y="1247323"/>
            <a:chExt cx="10048568" cy="4837661"/>
          </a:xfrm>
          <a:solidFill>
            <a:schemeClr val="bg2">
              <a:alpha val="33000"/>
            </a:schemeClr>
          </a:solidFill>
        </p:grpSpPr>
        <p:sp>
          <p:nvSpPr>
            <p:cNvPr id="12" name="iṧ1ide">
              <a:extLst>
                <a:ext uri="{FF2B5EF4-FFF2-40B4-BE49-F238E27FC236}">
                  <a16:creationId xmlns:a16="http://schemas.microsoft.com/office/drawing/2014/main" id="{36D986E0-CE5C-42BA-79C0-46D78AABF97A}"/>
                </a:ext>
              </a:extLst>
            </p:cNvPr>
            <p:cNvSpPr/>
            <p:nvPr/>
          </p:nvSpPr>
          <p:spPr>
            <a:xfrm>
              <a:off x="1071716" y="1560254"/>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grpFill/>
            <a:ln w="25400" cap="flat">
              <a:noFill/>
              <a:prstDash val="solid"/>
              <a:miter lim="400000"/>
            </a:ln>
            <a:effectLst/>
          </p:spPr>
          <p:txBody>
            <a:bodyPr anchor="ctr"/>
            <a:lstStyle/>
            <a:p>
              <a:pPr algn="ctr"/>
              <a:endParaRPr/>
            </a:p>
          </p:txBody>
        </p:sp>
        <p:sp>
          <p:nvSpPr>
            <p:cNvPr id="13" name="iṡlîdè">
              <a:extLst>
                <a:ext uri="{FF2B5EF4-FFF2-40B4-BE49-F238E27FC236}">
                  <a16:creationId xmlns:a16="http://schemas.microsoft.com/office/drawing/2014/main" id="{5A95BA0F-AB67-0DE2-7BC1-2882B41E93C0}"/>
                </a:ext>
              </a:extLst>
            </p:cNvPr>
            <p:cNvSpPr/>
            <p:nvPr/>
          </p:nvSpPr>
          <p:spPr>
            <a:xfrm>
              <a:off x="2659645" y="1473576"/>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grpFill/>
            <a:ln w="25400" cap="flat">
              <a:noFill/>
              <a:prstDash val="solid"/>
              <a:miter lim="400000"/>
            </a:ln>
            <a:effectLst/>
          </p:spPr>
          <p:txBody>
            <a:bodyPr anchor="ctr"/>
            <a:lstStyle/>
            <a:p>
              <a:pPr algn="ctr"/>
              <a:endParaRPr/>
            </a:p>
          </p:txBody>
        </p:sp>
        <p:sp>
          <p:nvSpPr>
            <p:cNvPr id="14" name="íşḷídé">
              <a:extLst>
                <a:ext uri="{FF2B5EF4-FFF2-40B4-BE49-F238E27FC236}">
                  <a16:creationId xmlns:a16="http://schemas.microsoft.com/office/drawing/2014/main" id="{BCEE3F4A-FCD3-596A-5B12-BAD75AF06AAF}"/>
                </a:ext>
              </a:extLst>
            </p:cNvPr>
            <p:cNvSpPr/>
            <p:nvPr/>
          </p:nvSpPr>
          <p:spPr>
            <a:xfrm>
              <a:off x="3184375" y="1615331"/>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grpFill/>
            <a:ln w="25400" cap="flat">
              <a:noFill/>
              <a:prstDash val="solid"/>
              <a:miter lim="400000"/>
            </a:ln>
            <a:effectLst/>
          </p:spPr>
          <p:txBody>
            <a:bodyPr anchor="ctr"/>
            <a:lstStyle/>
            <a:p>
              <a:pPr algn="ctr"/>
              <a:endParaRPr/>
            </a:p>
          </p:txBody>
        </p:sp>
        <p:sp>
          <p:nvSpPr>
            <p:cNvPr id="15" name="í$ľïdê">
              <a:extLst>
                <a:ext uri="{FF2B5EF4-FFF2-40B4-BE49-F238E27FC236}">
                  <a16:creationId xmlns:a16="http://schemas.microsoft.com/office/drawing/2014/main" id="{EBABA98E-EDC6-8539-B01A-CD1840694A32}"/>
                </a:ext>
              </a:extLst>
            </p:cNvPr>
            <p:cNvSpPr/>
            <p:nvPr/>
          </p:nvSpPr>
          <p:spPr>
            <a:xfrm>
              <a:off x="3215588" y="1484505"/>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grpFill/>
            <a:ln w="25400" cap="flat">
              <a:noFill/>
              <a:prstDash val="solid"/>
              <a:miter lim="400000"/>
            </a:ln>
            <a:effectLst/>
          </p:spPr>
          <p:txBody>
            <a:bodyPr anchor="ctr"/>
            <a:lstStyle/>
            <a:p>
              <a:pPr algn="ctr"/>
              <a:endParaRPr/>
            </a:p>
          </p:txBody>
        </p:sp>
        <p:sp>
          <p:nvSpPr>
            <p:cNvPr id="16" name="íṣļîḑe">
              <a:extLst>
                <a:ext uri="{FF2B5EF4-FFF2-40B4-BE49-F238E27FC236}">
                  <a16:creationId xmlns:a16="http://schemas.microsoft.com/office/drawing/2014/main" id="{9CA71CD7-D436-7FBE-07A3-51A271C81614}"/>
                </a:ext>
              </a:extLst>
            </p:cNvPr>
            <p:cNvSpPr/>
            <p:nvPr/>
          </p:nvSpPr>
          <p:spPr>
            <a:xfrm>
              <a:off x="3377772" y="1484037"/>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grpFill/>
            <a:ln w="25400" cap="flat">
              <a:noFill/>
              <a:prstDash val="solid"/>
              <a:miter lim="400000"/>
            </a:ln>
            <a:effectLst/>
          </p:spPr>
          <p:txBody>
            <a:bodyPr anchor="ctr"/>
            <a:lstStyle/>
            <a:p>
              <a:pPr algn="ctr"/>
              <a:endParaRPr/>
            </a:p>
          </p:txBody>
        </p:sp>
        <p:sp>
          <p:nvSpPr>
            <p:cNvPr id="17" name="ïṥ1ïḑé">
              <a:extLst>
                <a:ext uri="{FF2B5EF4-FFF2-40B4-BE49-F238E27FC236}">
                  <a16:creationId xmlns:a16="http://schemas.microsoft.com/office/drawing/2014/main" id="{57B7F9EC-B31E-AE3E-66E3-DC2AC01A8924}"/>
                </a:ext>
              </a:extLst>
            </p:cNvPr>
            <p:cNvSpPr/>
            <p:nvPr/>
          </p:nvSpPr>
          <p:spPr>
            <a:xfrm>
              <a:off x="3537340" y="1418200"/>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grpFill/>
            <a:ln w="25400" cap="flat">
              <a:noFill/>
              <a:prstDash val="solid"/>
              <a:miter lim="400000"/>
            </a:ln>
            <a:effectLst/>
          </p:spPr>
          <p:txBody>
            <a:bodyPr anchor="ctr"/>
            <a:lstStyle/>
            <a:p>
              <a:pPr algn="ctr"/>
              <a:endParaRPr/>
            </a:p>
          </p:txBody>
        </p:sp>
        <p:sp>
          <p:nvSpPr>
            <p:cNvPr id="18" name="îşḻiḑe">
              <a:extLst>
                <a:ext uri="{FF2B5EF4-FFF2-40B4-BE49-F238E27FC236}">
                  <a16:creationId xmlns:a16="http://schemas.microsoft.com/office/drawing/2014/main" id="{9EEC6824-414D-7906-1EF9-B5E23F75E35B}"/>
                </a:ext>
              </a:extLst>
            </p:cNvPr>
            <p:cNvSpPr/>
            <p:nvPr/>
          </p:nvSpPr>
          <p:spPr>
            <a:xfrm>
              <a:off x="3672980" y="1247323"/>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grpFill/>
            <a:ln w="25400" cap="flat">
              <a:noFill/>
              <a:prstDash val="solid"/>
              <a:miter lim="400000"/>
            </a:ln>
            <a:effectLst/>
          </p:spPr>
          <p:txBody>
            <a:bodyPr anchor="ctr"/>
            <a:lstStyle/>
            <a:p>
              <a:pPr algn="ctr"/>
              <a:endParaRPr/>
            </a:p>
          </p:txBody>
        </p:sp>
        <p:sp>
          <p:nvSpPr>
            <p:cNvPr id="19" name="îṥḻíďe">
              <a:extLst>
                <a:ext uri="{FF2B5EF4-FFF2-40B4-BE49-F238E27FC236}">
                  <a16:creationId xmlns:a16="http://schemas.microsoft.com/office/drawing/2014/main" id="{B6A6F6E5-F658-830E-8B30-93B4E36FDB24}"/>
                </a:ext>
              </a:extLst>
            </p:cNvPr>
            <p:cNvSpPr/>
            <p:nvPr/>
          </p:nvSpPr>
          <p:spPr>
            <a:xfrm>
              <a:off x="4072085" y="1252852"/>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grpFill/>
            <a:ln w="25400" cap="flat">
              <a:noFill/>
              <a:prstDash val="solid"/>
              <a:miter lim="400000"/>
            </a:ln>
            <a:effectLst/>
          </p:spPr>
          <p:txBody>
            <a:bodyPr anchor="ctr"/>
            <a:lstStyle/>
            <a:p>
              <a:pPr algn="ctr"/>
              <a:endParaRPr/>
            </a:p>
          </p:txBody>
        </p:sp>
        <p:sp>
          <p:nvSpPr>
            <p:cNvPr id="20" name="işľîḋê">
              <a:extLst>
                <a:ext uri="{FF2B5EF4-FFF2-40B4-BE49-F238E27FC236}">
                  <a16:creationId xmlns:a16="http://schemas.microsoft.com/office/drawing/2014/main" id="{18783169-8C13-209A-8B64-8E1188A12DCA}"/>
                </a:ext>
              </a:extLst>
            </p:cNvPr>
            <p:cNvSpPr/>
            <p:nvPr/>
          </p:nvSpPr>
          <p:spPr>
            <a:xfrm>
              <a:off x="3479660" y="1494826"/>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grpFill/>
            <a:ln w="25400" cap="flat">
              <a:noFill/>
              <a:prstDash val="solid"/>
              <a:miter lim="400000"/>
            </a:ln>
            <a:effectLst/>
          </p:spPr>
          <p:txBody>
            <a:bodyPr anchor="ctr"/>
            <a:lstStyle/>
            <a:p>
              <a:pPr algn="ctr"/>
              <a:endParaRPr/>
            </a:p>
          </p:txBody>
        </p:sp>
        <p:sp>
          <p:nvSpPr>
            <p:cNvPr id="21" name="îśḷíďè">
              <a:extLst>
                <a:ext uri="{FF2B5EF4-FFF2-40B4-BE49-F238E27FC236}">
                  <a16:creationId xmlns:a16="http://schemas.microsoft.com/office/drawing/2014/main" id="{1AD6C1C2-E9F1-78F4-CA44-03934CEF950B}"/>
                </a:ext>
              </a:extLst>
            </p:cNvPr>
            <p:cNvSpPr/>
            <p:nvPr/>
          </p:nvSpPr>
          <p:spPr>
            <a:xfrm>
              <a:off x="3367978" y="1754955"/>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grpFill/>
            <a:ln w="25400" cap="flat">
              <a:noFill/>
              <a:prstDash val="solid"/>
              <a:miter lim="400000"/>
            </a:ln>
            <a:effectLst/>
          </p:spPr>
          <p:txBody>
            <a:bodyPr anchor="ctr"/>
            <a:lstStyle/>
            <a:p>
              <a:pPr algn="ctr"/>
              <a:endParaRPr/>
            </a:p>
          </p:txBody>
        </p:sp>
        <p:sp>
          <p:nvSpPr>
            <p:cNvPr id="22" name="îṥḷiḓè">
              <a:extLst>
                <a:ext uri="{FF2B5EF4-FFF2-40B4-BE49-F238E27FC236}">
                  <a16:creationId xmlns:a16="http://schemas.microsoft.com/office/drawing/2014/main" id="{B109ADED-2A95-1727-6C37-000850DEA13F}"/>
                </a:ext>
              </a:extLst>
            </p:cNvPr>
            <p:cNvSpPr/>
            <p:nvPr/>
          </p:nvSpPr>
          <p:spPr>
            <a:xfrm>
              <a:off x="3798219" y="2232769"/>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grpFill/>
            <a:ln w="25400" cap="flat">
              <a:noFill/>
              <a:prstDash val="solid"/>
              <a:miter lim="400000"/>
            </a:ln>
            <a:effectLst/>
          </p:spPr>
          <p:txBody>
            <a:bodyPr anchor="ctr"/>
            <a:lstStyle/>
            <a:p>
              <a:pPr algn="ctr"/>
              <a:endParaRPr/>
            </a:p>
          </p:txBody>
        </p:sp>
        <p:sp>
          <p:nvSpPr>
            <p:cNvPr id="23" name="iṥliďe">
              <a:extLst>
                <a:ext uri="{FF2B5EF4-FFF2-40B4-BE49-F238E27FC236}">
                  <a16:creationId xmlns:a16="http://schemas.microsoft.com/office/drawing/2014/main" id="{B4C4ACF6-A224-22AA-3D43-7C416E5EB7F0}"/>
                </a:ext>
              </a:extLst>
            </p:cNvPr>
            <p:cNvSpPr/>
            <p:nvPr/>
          </p:nvSpPr>
          <p:spPr>
            <a:xfrm>
              <a:off x="3443720" y="2870076"/>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grpFill/>
            <a:ln w="25400" cap="flat">
              <a:noFill/>
              <a:prstDash val="solid"/>
              <a:miter lim="400000"/>
            </a:ln>
            <a:effectLst/>
          </p:spPr>
          <p:txBody>
            <a:bodyPr anchor="ctr"/>
            <a:lstStyle/>
            <a:p>
              <a:pPr algn="ctr"/>
              <a:endParaRPr/>
            </a:p>
          </p:txBody>
        </p:sp>
        <p:sp>
          <p:nvSpPr>
            <p:cNvPr id="24" name="î$ļídé">
              <a:extLst>
                <a:ext uri="{FF2B5EF4-FFF2-40B4-BE49-F238E27FC236}">
                  <a16:creationId xmlns:a16="http://schemas.microsoft.com/office/drawing/2014/main" id="{FDBB6BF4-30C2-8131-A2F0-570C340F6C24}"/>
                </a:ext>
              </a:extLst>
            </p:cNvPr>
            <p:cNvSpPr/>
            <p:nvPr/>
          </p:nvSpPr>
          <p:spPr>
            <a:xfrm>
              <a:off x="2721842" y="3238975"/>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grpFill/>
            <a:ln w="25400" cap="flat">
              <a:noFill/>
              <a:prstDash val="solid"/>
              <a:miter lim="400000"/>
            </a:ln>
            <a:effectLst/>
          </p:spPr>
          <p:txBody>
            <a:bodyPr anchor="ctr"/>
            <a:lstStyle/>
            <a:p>
              <a:pPr algn="ctr"/>
              <a:endParaRPr/>
            </a:p>
          </p:txBody>
        </p:sp>
        <p:sp>
          <p:nvSpPr>
            <p:cNvPr id="25" name="ïşļíḍé">
              <a:extLst>
                <a:ext uri="{FF2B5EF4-FFF2-40B4-BE49-F238E27FC236}">
                  <a16:creationId xmlns:a16="http://schemas.microsoft.com/office/drawing/2014/main" id="{064B9114-4CAF-1EB8-E77C-D2B10F9D62E3}"/>
                </a:ext>
              </a:extLst>
            </p:cNvPr>
            <p:cNvSpPr/>
            <p:nvPr/>
          </p:nvSpPr>
          <p:spPr>
            <a:xfrm>
              <a:off x="3014633" y="3360630"/>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grpFill/>
            <a:ln w="25400" cap="flat">
              <a:noFill/>
              <a:prstDash val="solid"/>
              <a:miter lim="400000"/>
            </a:ln>
            <a:effectLst/>
          </p:spPr>
          <p:txBody>
            <a:bodyPr anchor="ctr"/>
            <a:lstStyle/>
            <a:p>
              <a:pPr algn="ctr"/>
              <a:endParaRPr/>
            </a:p>
          </p:txBody>
        </p:sp>
        <p:sp>
          <p:nvSpPr>
            <p:cNvPr id="26" name="î$líḋè">
              <a:extLst>
                <a:ext uri="{FF2B5EF4-FFF2-40B4-BE49-F238E27FC236}">
                  <a16:creationId xmlns:a16="http://schemas.microsoft.com/office/drawing/2014/main" id="{1C5D602C-7862-6C48-83B6-B08405142FD3}"/>
                </a:ext>
              </a:extLst>
            </p:cNvPr>
            <p:cNvSpPr/>
            <p:nvPr/>
          </p:nvSpPr>
          <p:spPr>
            <a:xfrm>
              <a:off x="2895033" y="3401778"/>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grpFill/>
            <a:ln w="25400" cap="flat">
              <a:noFill/>
              <a:prstDash val="solid"/>
              <a:miter lim="400000"/>
            </a:ln>
            <a:effectLst/>
          </p:spPr>
          <p:txBody>
            <a:bodyPr anchor="ctr"/>
            <a:lstStyle/>
            <a:p>
              <a:pPr algn="ctr"/>
              <a:endParaRPr/>
            </a:p>
          </p:txBody>
        </p:sp>
        <p:sp>
          <p:nvSpPr>
            <p:cNvPr id="27" name="ï$1îḑe">
              <a:extLst>
                <a:ext uri="{FF2B5EF4-FFF2-40B4-BE49-F238E27FC236}">
                  <a16:creationId xmlns:a16="http://schemas.microsoft.com/office/drawing/2014/main" id="{62095C3F-3AAA-FAD1-9E2D-28140B0E11CA}"/>
                </a:ext>
              </a:extLst>
            </p:cNvPr>
            <p:cNvSpPr/>
            <p:nvPr/>
          </p:nvSpPr>
          <p:spPr>
            <a:xfrm>
              <a:off x="3271035" y="3400703"/>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grpFill/>
            <a:ln w="25400" cap="flat">
              <a:noFill/>
              <a:prstDash val="solid"/>
              <a:miter lim="400000"/>
            </a:ln>
            <a:effectLst/>
          </p:spPr>
          <p:txBody>
            <a:bodyPr anchor="ctr"/>
            <a:lstStyle/>
            <a:p>
              <a:pPr algn="ctr"/>
              <a:endParaRPr/>
            </a:p>
          </p:txBody>
        </p:sp>
        <p:sp>
          <p:nvSpPr>
            <p:cNvPr id="28" name="iṥḻíḋè">
              <a:extLst>
                <a:ext uri="{FF2B5EF4-FFF2-40B4-BE49-F238E27FC236}">
                  <a16:creationId xmlns:a16="http://schemas.microsoft.com/office/drawing/2014/main" id="{8108A699-49EF-E93A-AF2D-F9C749A72286}"/>
                </a:ext>
              </a:extLst>
            </p:cNvPr>
            <p:cNvSpPr/>
            <p:nvPr/>
          </p:nvSpPr>
          <p:spPr>
            <a:xfrm>
              <a:off x="3099915" y="3243765"/>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grpFill/>
            <a:ln w="25400" cap="flat">
              <a:noFill/>
              <a:prstDash val="solid"/>
              <a:miter lim="400000"/>
            </a:ln>
            <a:effectLst/>
          </p:spPr>
          <p:txBody>
            <a:bodyPr anchor="ctr"/>
            <a:lstStyle/>
            <a:p>
              <a:pPr algn="ctr"/>
              <a:endParaRPr/>
            </a:p>
          </p:txBody>
        </p:sp>
        <p:sp>
          <p:nvSpPr>
            <p:cNvPr id="29" name="ïš1íde">
              <a:extLst>
                <a:ext uri="{FF2B5EF4-FFF2-40B4-BE49-F238E27FC236}">
                  <a16:creationId xmlns:a16="http://schemas.microsoft.com/office/drawing/2014/main" id="{FA88F77B-B362-B1A8-120E-6C3D79FAF493}"/>
                </a:ext>
              </a:extLst>
            </p:cNvPr>
            <p:cNvSpPr/>
            <p:nvPr/>
          </p:nvSpPr>
          <p:spPr>
            <a:xfrm>
              <a:off x="3040202" y="3273501"/>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grpFill/>
            <a:ln w="25400" cap="flat">
              <a:noFill/>
              <a:prstDash val="solid"/>
              <a:miter lim="400000"/>
            </a:ln>
            <a:effectLst/>
          </p:spPr>
          <p:txBody>
            <a:bodyPr anchor="ctr"/>
            <a:lstStyle/>
            <a:p>
              <a:pPr algn="ctr"/>
              <a:endParaRPr/>
            </a:p>
          </p:txBody>
        </p:sp>
        <p:sp>
          <p:nvSpPr>
            <p:cNvPr id="30" name="isliḋê">
              <a:extLst>
                <a:ext uri="{FF2B5EF4-FFF2-40B4-BE49-F238E27FC236}">
                  <a16:creationId xmlns:a16="http://schemas.microsoft.com/office/drawing/2014/main" id="{503974E0-ABE0-767F-7E43-5C43C85B17CA}"/>
                </a:ext>
              </a:extLst>
            </p:cNvPr>
            <p:cNvSpPr/>
            <p:nvPr/>
          </p:nvSpPr>
          <p:spPr>
            <a:xfrm>
              <a:off x="2935381" y="3141153"/>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grpFill/>
            <a:ln w="25400" cap="flat">
              <a:noFill/>
              <a:prstDash val="solid"/>
              <a:miter lim="400000"/>
            </a:ln>
            <a:effectLst/>
          </p:spPr>
          <p:txBody>
            <a:bodyPr anchor="ctr"/>
            <a:lstStyle/>
            <a:p>
              <a:pPr algn="ctr"/>
              <a:endParaRPr/>
            </a:p>
          </p:txBody>
        </p:sp>
        <p:sp>
          <p:nvSpPr>
            <p:cNvPr id="31" name="îs1iḍè">
              <a:extLst>
                <a:ext uri="{FF2B5EF4-FFF2-40B4-BE49-F238E27FC236}">
                  <a16:creationId xmlns:a16="http://schemas.microsoft.com/office/drawing/2014/main" id="{2B46D76C-E013-A144-1C02-E48816672D41}"/>
                </a:ext>
              </a:extLst>
            </p:cNvPr>
            <p:cNvSpPr/>
            <p:nvPr/>
          </p:nvSpPr>
          <p:spPr>
            <a:xfrm>
              <a:off x="2937717" y="3092070"/>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grpFill/>
            <a:ln w="25400" cap="flat">
              <a:noFill/>
              <a:prstDash val="solid"/>
              <a:miter lim="400000"/>
            </a:ln>
            <a:effectLst/>
          </p:spPr>
          <p:txBody>
            <a:bodyPr anchor="ctr"/>
            <a:lstStyle/>
            <a:p>
              <a:pPr algn="ctr"/>
              <a:endParaRPr/>
            </a:p>
          </p:txBody>
        </p:sp>
        <p:sp>
          <p:nvSpPr>
            <p:cNvPr id="32" name="iṧlïḍé">
              <a:extLst>
                <a:ext uri="{FF2B5EF4-FFF2-40B4-BE49-F238E27FC236}">
                  <a16:creationId xmlns:a16="http://schemas.microsoft.com/office/drawing/2014/main" id="{8BB6BB25-6C4B-71B8-D971-12F4A264EC5D}"/>
                </a:ext>
              </a:extLst>
            </p:cNvPr>
            <p:cNvSpPr/>
            <p:nvPr/>
          </p:nvSpPr>
          <p:spPr>
            <a:xfrm>
              <a:off x="2983567" y="3093648"/>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grpFill/>
            <a:ln w="25400" cap="flat">
              <a:noFill/>
              <a:prstDash val="solid"/>
              <a:miter lim="400000"/>
            </a:ln>
            <a:effectLst/>
          </p:spPr>
          <p:txBody>
            <a:bodyPr anchor="ctr"/>
            <a:lstStyle/>
            <a:p>
              <a:pPr algn="ctr"/>
              <a:endParaRPr/>
            </a:p>
          </p:txBody>
        </p:sp>
        <p:sp>
          <p:nvSpPr>
            <p:cNvPr id="33" name="iSļîḋé">
              <a:extLst>
                <a:ext uri="{FF2B5EF4-FFF2-40B4-BE49-F238E27FC236}">
                  <a16:creationId xmlns:a16="http://schemas.microsoft.com/office/drawing/2014/main" id="{7496B74C-B754-6789-C24F-19DE3A5EA1E1}"/>
                </a:ext>
              </a:extLst>
            </p:cNvPr>
            <p:cNvSpPr/>
            <p:nvPr/>
          </p:nvSpPr>
          <p:spPr>
            <a:xfrm>
              <a:off x="2959952" y="3134535"/>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grpFill/>
            <a:ln w="25400" cap="flat">
              <a:noFill/>
              <a:prstDash val="solid"/>
              <a:miter lim="400000"/>
            </a:ln>
            <a:effectLst/>
          </p:spPr>
          <p:txBody>
            <a:bodyPr anchor="ctr"/>
            <a:lstStyle/>
            <a:p>
              <a:pPr algn="ctr"/>
              <a:endParaRPr/>
            </a:p>
          </p:txBody>
        </p:sp>
        <p:sp>
          <p:nvSpPr>
            <p:cNvPr id="34" name="îṥḷíḑé">
              <a:extLst>
                <a:ext uri="{FF2B5EF4-FFF2-40B4-BE49-F238E27FC236}">
                  <a16:creationId xmlns:a16="http://schemas.microsoft.com/office/drawing/2014/main" id="{5F51297D-84AE-B465-17F5-36C5B8A31EC4}"/>
                </a:ext>
              </a:extLst>
            </p:cNvPr>
            <p:cNvSpPr/>
            <p:nvPr/>
          </p:nvSpPr>
          <p:spPr>
            <a:xfrm>
              <a:off x="3029817" y="3184357"/>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grpFill/>
            <a:ln w="25400" cap="flat">
              <a:noFill/>
              <a:prstDash val="solid"/>
              <a:miter lim="400000"/>
            </a:ln>
            <a:effectLst/>
          </p:spPr>
          <p:txBody>
            <a:bodyPr anchor="ctr"/>
            <a:lstStyle/>
            <a:p>
              <a:pPr algn="ctr"/>
              <a:endParaRPr/>
            </a:p>
          </p:txBody>
        </p:sp>
        <p:sp>
          <p:nvSpPr>
            <p:cNvPr id="35" name="íṡ1ide">
              <a:extLst>
                <a:ext uri="{FF2B5EF4-FFF2-40B4-BE49-F238E27FC236}">
                  <a16:creationId xmlns:a16="http://schemas.microsoft.com/office/drawing/2014/main" id="{D67C2139-7E75-EEFC-DF7E-BBC3A3227304}"/>
                </a:ext>
              </a:extLst>
            </p:cNvPr>
            <p:cNvSpPr/>
            <p:nvPr/>
          </p:nvSpPr>
          <p:spPr>
            <a:xfrm>
              <a:off x="3034154" y="3223970"/>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grpFill/>
            <a:ln w="25400" cap="flat">
              <a:noFill/>
              <a:prstDash val="solid"/>
              <a:miter lim="400000"/>
            </a:ln>
            <a:effectLst/>
          </p:spPr>
          <p:txBody>
            <a:bodyPr anchor="ctr"/>
            <a:lstStyle/>
            <a:p>
              <a:pPr algn="ctr"/>
              <a:endParaRPr/>
            </a:p>
          </p:txBody>
        </p:sp>
        <p:sp>
          <p:nvSpPr>
            <p:cNvPr id="36" name="iŝḻíḓé">
              <a:extLst>
                <a:ext uri="{FF2B5EF4-FFF2-40B4-BE49-F238E27FC236}">
                  <a16:creationId xmlns:a16="http://schemas.microsoft.com/office/drawing/2014/main" id="{BDC2BF16-4745-B879-56F0-DF9760CE5AD0}"/>
                </a:ext>
              </a:extLst>
            </p:cNvPr>
            <p:cNvSpPr/>
            <p:nvPr/>
          </p:nvSpPr>
          <p:spPr>
            <a:xfrm>
              <a:off x="2785378" y="3359199"/>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grpFill/>
            <a:ln w="25400" cap="flat">
              <a:noFill/>
              <a:prstDash val="solid"/>
              <a:miter lim="400000"/>
            </a:ln>
            <a:effectLst/>
          </p:spPr>
          <p:txBody>
            <a:bodyPr anchor="ctr"/>
            <a:lstStyle/>
            <a:p>
              <a:pPr algn="ctr"/>
              <a:endParaRPr/>
            </a:p>
          </p:txBody>
        </p:sp>
        <p:sp>
          <p:nvSpPr>
            <p:cNvPr id="37" name="ïS1íḋè">
              <a:extLst>
                <a:ext uri="{FF2B5EF4-FFF2-40B4-BE49-F238E27FC236}">
                  <a16:creationId xmlns:a16="http://schemas.microsoft.com/office/drawing/2014/main" id="{425E8F66-28AC-0304-6203-94A99AAADDF2}"/>
                </a:ext>
              </a:extLst>
            </p:cNvPr>
            <p:cNvSpPr/>
            <p:nvPr/>
          </p:nvSpPr>
          <p:spPr>
            <a:xfrm>
              <a:off x="3344267" y="3394292"/>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grpFill/>
            <a:ln w="25400" cap="flat">
              <a:noFill/>
              <a:prstDash val="solid"/>
              <a:miter lim="400000"/>
            </a:ln>
            <a:effectLst/>
          </p:spPr>
          <p:txBody>
            <a:bodyPr anchor="ctr"/>
            <a:lstStyle/>
            <a:p>
              <a:pPr algn="ctr"/>
              <a:endParaRPr/>
            </a:p>
          </p:txBody>
        </p:sp>
        <p:sp>
          <p:nvSpPr>
            <p:cNvPr id="38" name="işļíḋê">
              <a:extLst>
                <a:ext uri="{FF2B5EF4-FFF2-40B4-BE49-F238E27FC236}">
                  <a16:creationId xmlns:a16="http://schemas.microsoft.com/office/drawing/2014/main" id="{6A8CE221-B575-6F6E-4506-287FC92C6C0A}"/>
                </a:ext>
              </a:extLst>
            </p:cNvPr>
            <p:cNvSpPr/>
            <p:nvPr/>
          </p:nvSpPr>
          <p:spPr>
            <a:xfrm>
              <a:off x="3331641" y="3425859"/>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grpFill/>
            <a:ln w="25400" cap="flat">
              <a:noFill/>
              <a:prstDash val="solid"/>
              <a:miter lim="400000"/>
            </a:ln>
            <a:effectLst/>
          </p:spPr>
          <p:txBody>
            <a:bodyPr anchor="ctr"/>
            <a:lstStyle/>
            <a:p>
              <a:pPr algn="ctr"/>
              <a:endParaRPr/>
            </a:p>
          </p:txBody>
        </p:sp>
        <p:sp>
          <p:nvSpPr>
            <p:cNvPr id="39" name="îṥḻîḍê">
              <a:extLst>
                <a:ext uri="{FF2B5EF4-FFF2-40B4-BE49-F238E27FC236}">
                  <a16:creationId xmlns:a16="http://schemas.microsoft.com/office/drawing/2014/main" id="{D64ACEF7-BA82-DB91-2EFA-01657AC04B60}"/>
                </a:ext>
              </a:extLst>
            </p:cNvPr>
            <p:cNvSpPr/>
            <p:nvPr/>
          </p:nvSpPr>
          <p:spPr>
            <a:xfrm>
              <a:off x="3393321" y="3447981"/>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grpFill/>
            <a:ln w="25400" cap="flat">
              <a:noFill/>
              <a:prstDash val="solid"/>
              <a:miter lim="400000"/>
            </a:ln>
            <a:effectLst/>
          </p:spPr>
          <p:txBody>
            <a:bodyPr anchor="ctr"/>
            <a:lstStyle/>
            <a:p>
              <a:pPr algn="ctr"/>
              <a:endParaRPr/>
            </a:p>
          </p:txBody>
        </p:sp>
        <p:sp>
          <p:nvSpPr>
            <p:cNvPr id="40" name="iṩļíḓe">
              <a:extLst>
                <a:ext uri="{FF2B5EF4-FFF2-40B4-BE49-F238E27FC236}">
                  <a16:creationId xmlns:a16="http://schemas.microsoft.com/office/drawing/2014/main" id="{F42AA39B-3D35-EC75-6D19-F220547B0656}"/>
                </a:ext>
              </a:extLst>
            </p:cNvPr>
            <p:cNvSpPr/>
            <p:nvPr/>
          </p:nvSpPr>
          <p:spPr>
            <a:xfrm>
              <a:off x="3434240" y="3430336"/>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grpFill/>
            <a:ln w="25400" cap="flat">
              <a:noFill/>
              <a:prstDash val="solid"/>
              <a:miter lim="400000"/>
            </a:ln>
            <a:effectLst/>
          </p:spPr>
          <p:txBody>
            <a:bodyPr anchor="ctr"/>
            <a:lstStyle/>
            <a:p>
              <a:pPr algn="ctr"/>
              <a:endParaRPr/>
            </a:p>
          </p:txBody>
        </p:sp>
        <p:sp>
          <p:nvSpPr>
            <p:cNvPr id="41" name="íşḷiḓé">
              <a:extLst>
                <a:ext uri="{FF2B5EF4-FFF2-40B4-BE49-F238E27FC236}">
                  <a16:creationId xmlns:a16="http://schemas.microsoft.com/office/drawing/2014/main" id="{AEF925F2-F4D5-0892-134D-2BE3D36DB22A}"/>
                </a:ext>
              </a:extLst>
            </p:cNvPr>
            <p:cNvSpPr/>
            <p:nvPr/>
          </p:nvSpPr>
          <p:spPr>
            <a:xfrm>
              <a:off x="3386807" y="340124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grpFill/>
            <a:ln w="25400" cap="flat">
              <a:noFill/>
              <a:prstDash val="solid"/>
              <a:miter lim="400000"/>
            </a:ln>
            <a:effectLst/>
          </p:spPr>
          <p:txBody>
            <a:bodyPr anchor="ctr"/>
            <a:lstStyle/>
            <a:p>
              <a:pPr algn="ctr"/>
              <a:endParaRPr/>
            </a:p>
          </p:txBody>
        </p:sp>
        <p:sp>
          <p:nvSpPr>
            <p:cNvPr id="42" name="ïŝliḑe">
              <a:extLst>
                <a:ext uri="{FF2B5EF4-FFF2-40B4-BE49-F238E27FC236}">
                  <a16:creationId xmlns:a16="http://schemas.microsoft.com/office/drawing/2014/main" id="{E15F59F3-0BF7-A16C-5009-3FF0DAB119D2}"/>
                </a:ext>
              </a:extLst>
            </p:cNvPr>
            <p:cNvSpPr/>
            <p:nvPr/>
          </p:nvSpPr>
          <p:spPr>
            <a:xfrm>
              <a:off x="3471329" y="3432447"/>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grpFill/>
            <a:ln w="25400" cap="flat">
              <a:noFill/>
              <a:prstDash val="solid"/>
              <a:miter lim="400000"/>
            </a:ln>
            <a:effectLst/>
          </p:spPr>
          <p:txBody>
            <a:bodyPr anchor="ctr"/>
            <a:lstStyle/>
            <a:p>
              <a:pPr algn="ctr"/>
              <a:endParaRPr/>
            </a:p>
          </p:txBody>
        </p:sp>
        <p:sp>
          <p:nvSpPr>
            <p:cNvPr id="43" name="îṡlídé">
              <a:extLst>
                <a:ext uri="{FF2B5EF4-FFF2-40B4-BE49-F238E27FC236}">
                  <a16:creationId xmlns:a16="http://schemas.microsoft.com/office/drawing/2014/main" id="{A86077B7-DCFC-EE92-F2DD-93E89BC5C35B}"/>
                </a:ext>
              </a:extLst>
            </p:cNvPr>
            <p:cNvSpPr/>
            <p:nvPr/>
          </p:nvSpPr>
          <p:spPr>
            <a:xfrm>
              <a:off x="3444546" y="347094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grpFill/>
            <a:ln w="25400" cap="flat">
              <a:noFill/>
              <a:prstDash val="solid"/>
              <a:miter lim="400000"/>
            </a:ln>
            <a:effectLst/>
          </p:spPr>
          <p:txBody>
            <a:bodyPr anchor="ctr"/>
            <a:lstStyle/>
            <a:p>
              <a:pPr algn="ctr"/>
              <a:endParaRPr/>
            </a:p>
          </p:txBody>
        </p:sp>
        <p:sp>
          <p:nvSpPr>
            <p:cNvPr id="44" name="iS1iḓé">
              <a:extLst>
                <a:ext uri="{FF2B5EF4-FFF2-40B4-BE49-F238E27FC236}">
                  <a16:creationId xmlns:a16="http://schemas.microsoft.com/office/drawing/2014/main" id="{1049B269-01A0-270E-2002-03A891144E2E}"/>
                </a:ext>
              </a:extLst>
            </p:cNvPr>
            <p:cNvSpPr/>
            <p:nvPr/>
          </p:nvSpPr>
          <p:spPr>
            <a:xfrm>
              <a:off x="3474836" y="3472701"/>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grpFill/>
            <a:ln w="25400" cap="flat">
              <a:noFill/>
              <a:prstDash val="solid"/>
              <a:miter lim="400000"/>
            </a:ln>
            <a:effectLst/>
          </p:spPr>
          <p:txBody>
            <a:bodyPr anchor="ctr"/>
            <a:lstStyle/>
            <a:p>
              <a:pPr algn="ctr"/>
              <a:endParaRPr/>
            </a:p>
          </p:txBody>
        </p:sp>
        <p:sp>
          <p:nvSpPr>
            <p:cNvPr id="45" name="iṥlidè">
              <a:extLst>
                <a:ext uri="{FF2B5EF4-FFF2-40B4-BE49-F238E27FC236}">
                  <a16:creationId xmlns:a16="http://schemas.microsoft.com/office/drawing/2014/main" id="{F4E8AA13-A223-4CD8-0AC5-079018DEE650}"/>
                </a:ext>
              </a:extLst>
            </p:cNvPr>
            <p:cNvSpPr/>
            <p:nvPr/>
          </p:nvSpPr>
          <p:spPr>
            <a:xfrm>
              <a:off x="3486460" y="3511833"/>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grpFill/>
            <a:ln w="25400" cap="flat">
              <a:noFill/>
              <a:prstDash val="solid"/>
              <a:miter lim="400000"/>
            </a:ln>
            <a:effectLst/>
          </p:spPr>
          <p:txBody>
            <a:bodyPr anchor="ctr"/>
            <a:lstStyle/>
            <a:p>
              <a:pPr algn="ctr"/>
              <a:endParaRPr/>
            </a:p>
          </p:txBody>
        </p:sp>
        <p:sp>
          <p:nvSpPr>
            <p:cNvPr id="46" name="ïṥlïdè">
              <a:extLst>
                <a:ext uri="{FF2B5EF4-FFF2-40B4-BE49-F238E27FC236}">
                  <a16:creationId xmlns:a16="http://schemas.microsoft.com/office/drawing/2014/main" id="{06A7E1E0-889A-0B05-807A-762673280783}"/>
                </a:ext>
              </a:extLst>
            </p:cNvPr>
            <p:cNvSpPr/>
            <p:nvPr/>
          </p:nvSpPr>
          <p:spPr>
            <a:xfrm>
              <a:off x="3201743" y="3611230"/>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grpFill/>
            <a:ln w="25400" cap="flat">
              <a:noFill/>
              <a:prstDash val="solid"/>
              <a:miter lim="400000"/>
            </a:ln>
            <a:effectLst/>
          </p:spPr>
          <p:txBody>
            <a:bodyPr anchor="ctr"/>
            <a:lstStyle/>
            <a:p>
              <a:pPr algn="ctr"/>
              <a:endParaRPr/>
            </a:p>
          </p:txBody>
        </p:sp>
        <p:sp>
          <p:nvSpPr>
            <p:cNvPr id="47" name="ïşlïḓé">
              <a:extLst>
                <a:ext uri="{FF2B5EF4-FFF2-40B4-BE49-F238E27FC236}">
                  <a16:creationId xmlns:a16="http://schemas.microsoft.com/office/drawing/2014/main" id="{D8E39D26-6BE3-7B30-DF16-8386BC121958}"/>
                </a:ext>
              </a:extLst>
            </p:cNvPr>
            <p:cNvSpPr/>
            <p:nvPr/>
          </p:nvSpPr>
          <p:spPr>
            <a:xfrm>
              <a:off x="3163762" y="3609243"/>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grpFill/>
            <a:ln w="25400" cap="flat">
              <a:noFill/>
              <a:prstDash val="solid"/>
              <a:miter lim="400000"/>
            </a:ln>
            <a:effectLst/>
          </p:spPr>
          <p:txBody>
            <a:bodyPr anchor="ctr"/>
            <a:lstStyle/>
            <a:p>
              <a:pPr algn="ctr"/>
              <a:endParaRPr/>
            </a:p>
          </p:txBody>
        </p:sp>
        <p:sp>
          <p:nvSpPr>
            <p:cNvPr id="48" name="ïṥḻïde">
              <a:extLst>
                <a:ext uri="{FF2B5EF4-FFF2-40B4-BE49-F238E27FC236}">
                  <a16:creationId xmlns:a16="http://schemas.microsoft.com/office/drawing/2014/main" id="{B3799D11-2AEF-4B28-3A17-F156A021ECD6}"/>
                </a:ext>
              </a:extLst>
            </p:cNvPr>
            <p:cNvSpPr/>
            <p:nvPr/>
          </p:nvSpPr>
          <p:spPr>
            <a:xfrm>
              <a:off x="3499270" y="3543405"/>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grpFill/>
            <a:ln w="25400" cap="flat">
              <a:noFill/>
              <a:prstDash val="solid"/>
              <a:miter lim="400000"/>
            </a:ln>
            <a:effectLst/>
          </p:spPr>
          <p:txBody>
            <a:bodyPr anchor="ctr"/>
            <a:lstStyle/>
            <a:p>
              <a:pPr algn="ctr"/>
              <a:endParaRPr/>
            </a:p>
          </p:txBody>
        </p:sp>
        <p:sp>
          <p:nvSpPr>
            <p:cNvPr id="49" name="íšľiḍé">
              <a:extLst>
                <a:ext uri="{FF2B5EF4-FFF2-40B4-BE49-F238E27FC236}">
                  <a16:creationId xmlns:a16="http://schemas.microsoft.com/office/drawing/2014/main" id="{9D1BC5CC-1D7A-27AE-5CC1-B528E0CCC5B6}"/>
                </a:ext>
              </a:extLst>
            </p:cNvPr>
            <p:cNvSpPr/>
            <p:nvPr/>
          </p:nvSpPr>
          <p:spPr>
            <a:xfrm>
              <a:off x="3477190" y="3573359"/>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grpFill/>
            <a:ln w="25400" cap="flat">
              <a:noFill/>
              <a:prstDash val="solid"/>
              <a:miter lim="400000"/>
            </a:ln>
            <a:effectLst/>
          </p:spPr>
          <p:txBody>
            <a:bodyPr anchor="ctr"/>
            <a:lstStyle/>
            <a:p>
              <a:pPr algn="ctr"/>
              <a:endParaRPr/>
            </a:p>
          </p:txBody>
        </p:sp>
        <p:sp>
          <p:nvSpPr>
            <p:cNvPr id="50" name="i$liďe">
              <a:extLst>
                <a:ext uri="{FF2B5EF4-FFF2-40B4-BE49-F238E27FC236}">
                  <a16:creationId xmlns:a16="http://schemas.microsoft.com/office/drawing/2014/main" id="{23922EB4-86FB-CABD-AD0A-7696B795541A}"/>
                </a:ext>
              </a:extLst>
            </p:cNvPr>
            <p:cNvSpPr/>
            <p:nvPr/>
          </p:nvSpPr>
          <p:spPr>
            <a:xfrm>
              <a:off x="3463227" y="3603633"/>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grpFill/>
            <a:ln w="25400" cap="flat">
              <a:noFill/>
              <a:prstDash val="solid"/>
              <a:miter lim="400000"/>
            </a:ln>
            <a:effectLst/>
          </p:spPr>
          <p:txBody>
            <a:bodyPr anchor="ctr"/>
            <a:lstStyle/>
            <a:p>
              <a:pPr algn="ctr"/>
              <a:endParaRPr/>
            </a:p>
          </p:txBody>
        </p:sp>
        <p:sp>
          <p:nvSpPr>
            <p:cNvPr id="51" name="íṣļïde">
              <a:extLst>
                <a:ext uri="{FF2B5EF4-FFF2-40B4-BE49-F238E27FC236}">
                  <a16:creationId xmlns:a16="http://schemas.microsoft.com/office/drawing/2014/main" id="{FD84F510-73F6-1738-7F39-09D5E9B2DE60}"/>
                </a:ext>
              </a:extLst>
            </p:cNvPr>
            <p:cNvSpPr/>
            <p:nvPr/>
          </p:nvSpPr>
          <p:spPr>
            <a:xfrm>
              <a:off x="3443086" y="3638761"/>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grpFill/>
            <a:ln w="25400" cap="flat">
              <a:noFill/>
              <a:prstDash val="solid"/>
              <a:miter lim="400000"/>
            </a:ln>
            <a:effectLst/>
          </p:spPr>
          <p:txBody>
            <a:bodyPr anchor="ctr"/>
            <a:lstStyle/>
            <a:p>
              <a:pPr algn="ctr"/>
              <a:endParaRPr/>
            </a:p>
          </p:txBody>
        </p:sp>
        <p:sp>
          <p:nvSpPr>
            <p:cNvPr id="52" name="ïŝlïḍe">
              <a:extLst>
                <a:ext uri="{FF2B5EF4-FFF2-40B4-BE49-F238E27FC236}">
                  <a16:creationId xmlns:a16="http://schemas.microsoft.com/office/drawing/2014/main" id="{CE778ED5-2488-788C-14B0-24D00A71A49A}"/>
                </a:ext>
              </a:extLst>
            </p:cNvPr>
            <p:cNvSpPr/>
            <p:nvPr/>
          </p:nvSpPr>
          <p:spPr>
            <a:xfrm>
              <a:off x="3429659" y="3689387"/>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grpFill/>
            <a:ln w="25400" cap="flat">
              <a:noFill/>
              <a:prstDash val="solid"/>
              <a:miter lim="400000"/>
            </a:ln>
            <a:effectLst/>
          </p:spPr>
          <p:txBody>
            <a:bodyPr anchor="ctr"/>
            <a:lstStyle/>
            <a:p>
              <a:pPr algn="ctr"/>
              <a:endParaRPr/>
            </a:p>
          </p:txBody>
        </p:sp>
        <p:sp>
          <p:nvSpPr>
            <p:cNvPr id="53" name="íśľíḍe">
              <a:extLst>
                <a:ext uri="{FF2B5EF4-FFF2-40B4-BE49-F238E27FC236}">
                  <a16:creationId xmlns:a16="http://schemas.microsoft.com/office/drawing/2014/main" id="{E98BD4F6-F8D0-BDF1-D5EF-713AF169FFB5}"/>
                </a:ext>
              </a:extLst>
            </p:cNvPr>
            <p:cNvSpPr/>
            <p:nvPr/>
          </p:nvSpPr>
          <p:spPr>
            <a:xfrm>
              <a:off x="3541688" y="3591732"/>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grpFill/>
            <a:ln w="25400" cap="flat">
              <a:noFill/>
              <a:prstDash val="solid"/>
              <a:miter lim="400000"/>
            </a:ln>
            <a:effectLst/>
          </p:spPr>
          <p:txBody>
            <a:bodyPr anchor="ctr"/>
            <a:lstStyle/>
            <a:p>
              <a:pPr algn="ctr"/>
              <a:endParaRPr/>
            </a:p>
          </p:txBody>
        </p:sp>
        <p:sp>
          <p:nvSpPr>
            <p:cNvPr id="54" name="îṡļiḑè">
              <a:extLst>
                <a:ext uri="{FF2B5EF4-FFF2-40B4-BE49-F238E27FC236}">
                  <a16:creationId xmlns:a16="http://schemas.microsoft.com/office/drawing/2014/main" id="{3DD605CA-8E5E-A2EC-EF96-F3E12F6BD885}"/>
                </a:ext>
              </a:extLst>
            </p:cNvPr>
            <p:cNvSpPr/>
            <p:nvPr/>
          </p:nvSpPr>
          <p:spPr>
            <a:xfrm>
              <a:off x="3470588" y="3663018"/>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grpFill/>
            <a:ln w="25400" cap="flat">
              <a:noFill/>
              <a:prstDash val="solid"/>
              <a:miter lim="400000"/>
            </a:ln>
            <a:effectLst/>
          </p:spPr>
          <p:txBody>
            <a:bodyPr anchor="ctr"/>
            <a:lstStyle/>
            <a:p>
              <a:pPr algn="ctr"/>
              <a:endParaRPr/>
            </a:p>
          </p:txBody>
        </p:sp>
        <p:sp>
          <p:nvSpPr>
            <p:cNvPr id="55" name="iş1îďê">
              <a:extLst>
                <a:ext uri="{FF2B5EF4-FFF2-40B4-BE49-F238E27FC236}">
                  <a16:creationId xmlns:a16="http://schemas.microsoft.com/office/drawing/2014/main" id="{4C187E2E-972E-7817-02CA-28BC661455F6}"/>
                </a:ext>
              </a:extLst>
            </p:cNvPr>
            <p:cNvSpPr/>
            <p:nvPr/>
          </p:nvSpPr>
          <p:spPr>
            <a:xfrm>
              <a:off x="1825926" y="2244407"/>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grpFill/>
            <a:ln w="25400" cap="flat">
              <a:noFill/>
              <a:prstDash val="solid"/>
              <a:miter lim="400000"/>
            </a:ln>
            <a:effectLst/>
          </p:spPr>
          <p:txBody>
            <a:bodyPr anchor="ctr"/>
            <a:lstStyle/>
            <a:p>
              <a:pPr algn="ctr"/>
              <a:endParaRPr/>
            </a:p>
          </p:txBody>
        </p:sp>
        <p:sp>
          <p:nvSpPr>
            <p:cNvPr id="56" name="iṣḻïḍe">
              <a:extLst>
                <a:ext uri="{FF2B5EF4-FFF2-40B4-BE49-F238E27FC236}">
                  <a16:creationId xmlns:a16="http://schemas.microsoft.com/office/drawing/2014/main" id="{DD2F5B29-6163-91AF-8054-DBC367D6B52F}"/>
                </a:ext>
              </a:extLst>
            </p:cNvPr>
            <p:cNvSpPr/>
            <p:nvPr/>
          </p:nvSpPr>
          <p:spPr>
            <a:xfrm>
              <a:off x="1823323" y="2056804"/>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grpFill/>
            <a:ln w="25400" cap="flat">
              <a:noFill/>
              <a:prstDash val="solid"/>
              <a:miter lim="400000"/>
            </a:ln>
            <a:effectLst/>
          </p:spPr>
          <p:txBody>
            <a:bodyPr anchor="ctr"/>
            <a:lstStyle/>
            <a:p>
              <a:pPr algn="ctr"/>
              <a:endParaRPr/>
            </a:p>
          </p:txBody>
        </p:sp>
        <p:sp>
          <p:nvSpPr>
            <p:cNvPr id="57" name="išľïďè">
              <a:extLst>
                <a:ext uri="{FF2B5EF4-FFF2-40B4-BE49-F238E27FC236}">
                  <a16:creationId xmlns:a16="http://schemas.microsoft.com/office/drawing/2014/main" id="{A7FAB145-D79D-01E0-BD78-85AE45802641}"/>
                </a:ext>
              </a:extLst>
            </p:cNvPr>
            <p:cNvSpPr/>
            <p:nvPr/>
          </p:nvSpPr>
          <p:spPr>
            <a:xfrm>
              <a:off x="1819244" y="2000935"/>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grpFill/>
            <a:ln w="25400" cap="flat">
              <a:noFill/>
              <a:prstDash val="solid"/>
              <a:miter lim="400000"/>
            </a:ln>
            <a:effectLst/>
          </p:spPr>
          <p:txBody>
            <a:bodyPr anchor="ctr"/>
            <a:lstStyle/>
            <a:p>
              <a:pPr algn="ctr"/>
              <a:endParaRPr/>
            </a:p>
          </p:txBody>
        </p:sp>
        <p:sp>
          <p:nvSpPr>
            <p:cNvPr id="58" name="îṥľiḑe">
              <a:extLst>
                <a:ext uri="{FF2B5EF4-FFF2-40B4-BE49-F238E27FC236}">
                  <a16:creationId xmlns:a16="http://schemas.microsoft.com/office/drawing/2014/main" id="{31644639-426D-556B-2CE8-1346B32B47E1}"/>
                </a:ext>
              </a:extLst>
            </p:cNvPr>
            <p:cNvSpPr/>
            <p:nvPr/>
          </p:nvSpPr>
          <p:spPr>
            <a:xfrm>
              <a:off x="1856174" y="2020886"/>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grpFill/>
            <a:ln w="25400" cap="flat">
              <a:noFill/>
              <a:prstDash val="solid"/>
              <a:miter lim="400000"/>
            </a:ln>
            <a:effectLst/>
          </p:spPr>
          <p:txBody>
            <a:bodyPr anchor="ctr"/>
            <a:lstStyle/>
            <a:p>
              <a:pPr algn="ctr"/>
              <a:endParaRPr/>
            </a:p>
          </p:txBody>
        </p:sp>
        <p:sp>
          <p:nvSpPr>
            <p:cNvPr id="59" name="íṥḷiḑé">
              <a:extLst>
                <a:ext uri="{FF2B5EF4-FFF2-40B4-BE49-F238E27FC236}">
                  <a16:creationId xmlns:a16="http://schemas.microsoft.com/office/drawing/2014/main" id="{B6FE7943-50A7-C3C5-32B0-1AE919102199}"/>
                </a:ext>
              </a:extLst>
            </p:cNvPr>
            <p:cNvSpPr/>
            <p:nvPr/>
          </p:nvSpPr>
          <p:spPr>
            <a:xfrm>
              <a:off x="1296107" y="1987859"/>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grpFill/>
            <a:ln w="25400" cap="flat">
              <a:noFill/>
              <a:prstDash val="solid"/>
              <a:miter lim="400000"/>
            </a:ln>
            <a:effectLst/>
          </p:spPr>
          <p:txBody>
            <a:bodyPr anchor="ctr"/>
            <a:lstStyle/>
            <a:p>
              <a:pPr algn="ctr"/>
              <a:endParaRPr/>
            </a:p>
          </p:txBody>
        </p:sp>
        <p:sp>
          <p:nvSpPr>
            <p:cNvPr id="60" name="î$1íďe">
              <a:extLst>
                <a:ext uri="{FF2B5EF4-FFF2-40B4-BE49-F238E27FC236}">
                  <a16:creationId xmlns:a16="http://schemas.microsoft.com/office/drawing/2014/main" id="{D4CD1554-4F17-2399-AF03-34EAA1E0A754}"/>
                </a:ext>
              </a:extLst>
            </p:cNvPr>
            <p:cNvSpPr/>
            <p:nvPr/>
          </p:nvSpPr>
          <p:spPr>
            <a:xfrm>
              <a:off x="2777576" y="3634434"/>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grpFill/>
            <a:ln w="25400" cap="flat">
              <a:noFill/>
              <a:prstDash val="solid"/>
              <a:miter lim="400000"/>
            </a:ln>
            <a:effectLst/>
          </p:spPr>
          <p:txBody>
            <a:bodyPr anchor="ctr"/>
            <a:lstStyle/>
            <a:p>
              <a:pPr algn="ctr"/>
              <a:endParaRPr/>
            </a:p>
          </p:txBody>
        </p:sp>
        <p:sp>
          <p:nvSpPr>
            <p:cNvPr id="61" name="i$ḷíḓê">
              <a:extLst>
                <a:ext uri="{FF2B5EF4-FFF2-40B4-BE49-F238E27FC236}">
                  <a16:creationId xmlns:a16="http://schemas.microsoft.com/office/drawing/2014/main" id="{D159EB17-07FD-B217-95BD-E7DB0AEFB9FC}"/>
                </a:ext>
              </a:extLst>
            </p:cNvPr>
            <p:cNvSpPr/>
            <p:nvPr/>
          </p:nvSpPr>
          <p:spPr>
            <a:xfrm>
              <a:off x="3559421" y="5995142"/>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grpFill/>
            <a:ln w="25400" cap="flat">
              <a:noFill/>
              <a:prstDash val="solid"/>
              <a:miter lim="400000"/>
            </a:ln>
            <a:effectLst/>
          </p:spPr>
          <p:txBody>
            <a:bodyPr anchor="ctr"/>
            <a:lstStyle/>
            <a:p>
              <a:pPr algn="ctr"/>
              <a:endParaRPr/>
            </a:p>
          </p:txBody>
        </p:sp>
        <p:sp>
          <p:nvSpPr>
            <p:cNvPr id="62" name="iṡḻíḍè">
              <a:extLst>
                <a:ext uri="{FF2B5EF4-FFF2-40B4-BE49-F238E27FC236}">
                  <a16:creationId xmlns:a16="http://schemas.microsoft.com/office/drawing/2014/main" id="{4D19A141-E4D3-3360-68A7-996714F6E22A}"/>
                </a:ext>
              </a:extLst>
            </p:cNvPr>
            <p:cNvSpPr/>
            <p:nvPr/>
          </p:nvSpPr>
          <p:spPr>
            <a:xfrm>
              <a:off x="3768642" y="5937250"/>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grpFill/>
            <a:ln w="25400" cap="flat">
              <a:noFill/>
              <a:prstDash val="solid"/>
              <a:miter lim="400000"/>
            </a:ln>
            <a:effectLst/>
          </p:spPr>
          <p:txBody>
            <a:bodyPr anchor="ctr"/>
            <a:lstStyle/>
            <a:p>
              <a:pPr algn="ctr"/>
              <a:endParaRPr/>
            </a:p>
          </p:txBody>
        </p:sp>
        <p:sp>
          <p:nvSpPr>
            <p:cNvPr id="63" name="îŝľiḑe">
              <a:extLst>
                <a:ext uri="{FF2B5EF4-FFF2-40B4-BE49-F238E27FC236}">
                  <a16:creationId xmlns:a16="http://schemas.microsoft.com/office/drawing/2014/main" id="{98B96F90-97E1-5FA9-9D1D-A4C6F059671B}"/>
                </a:ext>
              </a:extLst>
            </p:cNvPr>
            <p:cNvSpPr/>
            <p:nvPr/>
          </p:nvSpPr>
          <p:spPr>
            <a:xfrm>
              <a:off x="4951705" y="2729160"/>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grpFill/>
            <a:ln w="25400" cap="flat">
              <a:noFill/>
              <a:prstDash val="solid"/>
              <a:miter lim="400000"/>
            </a:ln>
            <a:effectLst/>
          </p:spPr>
          <p:txBody>
            <a:bodyPr anchor="ctr"/>
            <a:lstStyle/>
            <a:p>
              <a:pPr algn="ctr"/>
              <a:endParaRPr/>
            </a:p>
          </p:txBody>
        </p:sp>
        <p:sp>
          <p:nvSpPr>
            <p:cNvPr id="64" name="ïṧľïḍè">
              <a:extLst>
                <a:ext uri="{FF2B5EF4-FFF2-40B4-BE49-F238E27FC236}">
                  <a16:creationId xmlns:a16="http://schemas.microsoft.com/office/drawing/2014/main" id="{11B91FBB-A6C5-CFE4-6CC4-545C988CD3FC}"/>
                </a:ext>
              </a:extLst>
            </p:cNvPr>
            <p:cNvSpPr/>
            <p:nvPr/>
          </p:nvSpPr>
          <p:spPr>
            <a:xfrm>
              <a:off x="7392962" y="4263491"/>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grpFill/>
            <a:ln w="25400" cap="flat">
              <a:noFill/>
              <a:prstDash val="solid"/>
              <a:miter lim="400000"/>
            </a:ln>
            <a:effectLst/>
          </p:spPr>
          <p:txBody>
            <a:bodyPr anchor="ctr"/>
            <a:lstStyle/>
            <a:p>
              <a:pPr algn="ctr"/>
              <a:endParaRPr/>
            </a:p>
          </p:txBody>
        </p:sp>
        <p:sp>
          <p:nvSpPr>
            <p:cNvPr id="65" name="is1íḋe">
              <a:extLst>
                <a:ext uri="{FF2B5EF4-FFF2-40B4-BE49-F238E27FC236}">
                  <a16:creationId xmlns:a16="http://schemas.microsoft.com/office/drawing/2014/main" id="{0A2D7164-BF54-8352-CA7B-FC5C925DFC0D}"/>
                </a:ext>
              </a:extLst>
            </p:cNvPr>
            <p:cNvSpPr/>
            <p:nvPr/>
          </p:nvSpPr>
          <p:spPr>
            <a:xfrm>
              <a:off x="6950702" y="4538501"/>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grpFill/>
            <a:ln w="25400" cap="flat">
              <a:noFill/>
              <a:prstDash val="solid"/>
              <a:miter lim="400000"/>
            </a:ln>
            <a:effectLst/>
          </p:spPr>
          <p:txBody>
            <a:bodyPr anchor="ctr"/>
            <a:lstStyle/>
            <a:p>
              <a:pPr algn="ctr"/>
              <a:endParaRPr/>
            </a:p>
          </p:txBody>
        </p:sp>
        <p:sp>
          <p:nvSpPr>
            <p:cNvPr id="66" name="ïṧ1íḓé">
              <a:extLst>
                <a:ext uri="{FF2B5EF4-FFF2-40B4-BE49-F238E27FC236}">
                  <a16:creationId xmlns:a16="http://schemas.microsoft.com/office/drawing/2014/main" id="{35457DD2-2109-8D94-DB5C-5FD92101EE3C}"/>
                </a:ext>
              </a:extLst>
            </p:cNvPr>
            <p:cNvSpPr/>
            <p:nvPr/>
          </p:nvSpPr>
          <p:spPr>
            <a:xfrm>
              <a:off x="7015877" y="4582107"/>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grpFill/>
            <a:ln w="25400" cap="flat">
              <a:noFill/>
              <a:prstDash val="solid"/>
              <a:miter lim="400000"/>
            </a:ln>
            <a:effectLst/>
          </p:spPr>
          <p:txBody>
            <a:bodyPr anchor="ctr"/>
            <a:lstStyle/>
            <a:p>
              <a:pPr algn="ctr"/>
              <a:endParaRPr/>
            </a:p>
          </p:txBody>
        </p:sp>
        <p:sp>
          <p:nvSpPr>
            <p:cNvPr id="67" name="î$ḷîde">
              <a:extLst>
                <a:ext uri="{FF2B5EF4-FFF2-40B4-BE49-F238E27FC236}">
                  <a16:creationId xmlns:a16="http://schemas.microsoft.com/office/drawing/2014/main" id="{009C3B33-CB73-7436-CC60-F9D5025EAD3E}"/>
                </a:ext>
              </a:extLst>
            </p:cNvPr>
            <p:cNvSpPr/>
            <p:nvPr/>
          </p:nvSpPr>
          <p:spPr>
            <a:xfrm>
              <a:off x="6990181" y="4542570"/>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grpFill/>
            <a:ln w="25400" cap="flat">
              <a:noFill/>
              <a:prstDash val="solid"/>
              <a:miter lim="400000"/>
            </a:ln>
            <a:effectLst/>
          </p:spPr>
          <p:txBody>
            <a:bodyPr anchor="ctr"/>
            <a:lstStyle/>
            <a:p>
              <a:pPr algn="ctr"/>
              <a:endParaRPr/>
            </a:p>
          </p:txBody>
        </p:sp>
        <p:sp>
          <p:nvSpPr>
            <p:cNvPr id="68" name="íš1íḋê">
              <a:extLst>
                <a:ext uri="{FF2B5EF4-FFF2-40B4-BE49-F238E27FC236}">
                  <a16:creationId xmlns:a16="http://schemas.microsoft.com/office/drawing/2014/main" id="{317D3F3D-C1D7-700A-EFFF-5DA4FE1B22B7}"/>
                </a:ext>
              </a:extLst>
            </p:cNvPr>
            <p:cNvSpPr/>
            <p:nvPr/>
          </p:nvSpPr>
          <p:spPr>
            <a:xfrm>
              <a:off x="6964606" y="4555580"/>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grpFill/>
            <a:ln w="25400" cap="flat">
              <a:noFill/>
              <a:prstDash val="solid"/>
              <a:miter lim="400000"/>
            </a:ln>
            <a:effectLst/>
          </p:spPr>
          <p:txBody>
            <a:bodyPr anchor="ctr"/>
            <a:lstStyle/>
            <a:p>
              <a:pPr algn="ctr"/>
              <a:endParaRPr/>
            </a:p>
          </p:txBody>
        </p:sp>
        <p:sp>
          <p:nvSpPr>
            <p:cNvPr id="69" name="iṩļïḍe">
              <a:extLst>
                <a:ext uri="{FF2B5EF4-FFF2-40B4-BE49-F238E27FC236}">
                  <a16:creationId xmlns:a16="http://schemas.microsoft.com/office/drawing/2014/main" id="{D0093920-3BF9-E15B-EC8F-622C6C904E2F}"/>
                </a:ext>
              </a:extLst>
            </p:cNvPr>
            <p:cNvSpPr/>
            <p:nvPr/>
          </p:nvSpPr>
          <p:spPr>
            <a:xfrm>
              <a:off x="6946134" y="4515244"/>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grpFill/>
            <a:ln w="25400" cap="flat">
              <a:noFill/>
              <a:prstDash val="solid"/>
              <a:miter lim="400000"/>
            </a:ln>
            <a:effectLst/>
          </p:spPr>
          <p:txBody>
            <a:bodyPr anchor="ctr"/>
            <a:lstStyle/>
            <a:p>
              <a:pPr algn="ctr"/>
              <a:endParaRPr/>
            </a:p>
          </p:txBody>
        </p:sp>
        <p:sp>
          <p:nvSpPr>
            <p:cNvPr id="70" name="îSḻîḍé">
              <a:extLst>
                <a:ext uri="{FF2B5EF4-FFF2-40B4-BE49-F238E27FC236}">
                  <a16:creationId xmlns:a16="http://schemas.microsoft.com/office/drawing/2014/main" id="{B3FAF8FB-C256-4A2C-4CFC-E4F0B8CD3A51}"/>
                </a:ext>
              </a:extLst>
            </p:cNvPr>
            <p:cNvSpPr/>
            <p:nvPr/>
          </p:nvSpPr>
          <p:spPr>
            <a:xfrm>
              <a:off x="7355849" y="4831107"/>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grpFill/>
            <a:ln w="25400" cap="flat">
              <a:noFill/>
              <a:prstDash val="solid"/>
              <a:miter lim="400000"/>
            </a:ln>
            <a:effectLst/>
          </p:spPr>
          <p:txBody>
            <a:bodyPr anchor="ctr"/>
            <a:lstStyle/>
            <a:p>
              <a:pPr algn="ctr"/>
              <a:endParaRPr/>
            </a:p>
          </p:txBody>
        </p:sp>
        <p:sp>
          <p:nvSpPr>
            <p:cNvPr id="71" name="ïṧ1îḍé">
              <a:extLst>
                <a:ext uri="{FF2B5EF4-FFF2-40B4-BE49-F238E27FC236}">
                  <a16:creationId xmlns:a16="http://schemas.microsoft.com/office/drawing/2014/main" id="{FF30CF65-DDE0-FAEB-C2AF-4B423BAD2E87}"/>
                </a:ext>
              </a:extLst>
            </p:cNvPr>
            <p:cNvSpPr/>
            <p:nvPr/>
          </p:nvSpPr>
          <p:spPr>
            <a:xfrm>
              <a:off x="7418815" y="4803555"/>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grpFill/>
            <a:ln w="25400" cap="flat">
              <a:noFill/>
              <a:prstDash val="solid"/>
              <a:miter lim="400000"/>
            </a:ln>
            <a:effectLst/>
          </p:spPr>
          <p:txBody>
            <a:bodyPr anchor="ctr"/>
            <a:lstStyle/>
            <a:p>
              <a:pPr algn="ctr"/>
              <a:endParaRPr/>
            </a:p>
          </p:txBody>
        </p:sp>
        <p:sp>
          <p:nvSpPr>
            <p:cNvPr id="72" name="íśḻîḓè">
              <a:extLst>
                <a:ext uri="{FF2B5EF4-FFF2-40B4-BE49-F238E27FC236}">
                  <a16:creationId xmlns:a16="http://schemas.microsoft.com/office/drawing/2014/main" id="{BE69E84D-8630-9396-3866-B09E367880A7}"/>
                </a:ext>
              </a:extLst>
            </p:cNvPr>
            <p:cNvSpPr/>
            <p:nvPr/>
          </p:nvSpPr>
          <p:spPr>
            <a:xfrm>
              <a:off x="5322768" y="4656828"/>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grpFill/>
            <a:ln w="25400" cap="flat">
              <a:noFill/>
              <a:prstDash val="solid"/>
              <a:miter lim="400000"/>
            </a:ln>
            <a:effectLst/>
          </p:spPr>
          <p:txBody>
            <a:bodyPr anchor="ctr"/>
            <a:lstStyle/>
            <a:p>
              <a:pPr algn="ctr"/>
              <a:endParaRPr/>
            </a:p>
          </p:txBody>
        </p:sp>
        <p:sp>
          <p:nvSpPr>
            <p:cNvPr id="73" name="íṡḷiḓè">
              <a:extLst>
                <a:ext uri="{FF2B5EF4-FFF2-40B4-BE49-F238E27FC236}">
                  <a16:creationId xmlns:a16="http://schemas.microsoft.com/office/drawing/2014/main" id="{294753D0-9C29-0049-8A09-EC7CC624A542}"/>
                </a:ext>
              </a:extLst>
            </p:cNvPr>
            <p:cNvSpPr/>
            <p:nvPr/>
          </p:nvSpPr>
          <p:spPr>
            <a:xfrm>
              <a:off x="5724659" y="4042992"/>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grpFill/>
            <a:ln w="25400" cap="flat">
              <a:noFill/>
              <a:prstDash val="solid"/>
              <a:miter lim="400000"/>
            </a:ln>
            <a:effectLst/>
          </p:spPr>
          <p:txBody>
            <a:bodyPr anchor="ctr"/>
            <a:lstStyle/>
            <a:p>
              <a:pPr algn="ctr"/>
              <a:endParaRPr/>
            </a:p>
          </p:txBody>
        </p:sp>
        <p:sp>
          <p:nvSpPr>
            <p:cNvPr id="74" name="iṧḷídê">
              <a:extLst>
                <a:ext uri="{FF2B5EF4-FFF2-40B4-BE49-F238E27FC236}">
                  <a16:creationId xmlns:a16="http://schemas.microsoft.com/office/drawing/2014/main" id="{874FE358-D795-DB5B-25B4-9B5432E28789}"/>
                </a:ext>
              </a:extLst>
            </p:cNvPr>
            <p:cNvSpPr/>
            <p:nvPr/>
          </p:nvSpPr>
          <p:spPr>
            <a:xfrm>
              <a:off x="5797850" y="3949493"/>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grpFill/>
            <a:ln w="25400" cap="flat">
              <a:noFill/>
              <a:prstDash val="solid"/>
              <a:miter lim="400000"/>
            </a:ln>
            <a:effectLst/>
          </p:spPr>
          <p:txBody>
            <a:bodyPr anchor="ctr"/>
            <a:lstStyle/>
            <a:p>
              <a:pPr algn="ctr"/>
              <a:endParaRPr/>
            </a:p>
          </p:txBody>
        </p:sp>
        <p:sp>
          <p:nvSpPr>
            <p:cNvPr id="75" name="îSľiḓê">
              <a:extLst>
                <a:ext uri="{FF2B5EF4-FFF2-40B4-BE49-F238E27FC236}">
                  <a16:creationId xmlns:a16="http://schemas.microsoft.com/office/drawing/2014/main" id="{D9B86B89-E395-525E-DF06-B9BC86043F00}"/>
                </a:ext>
              </a:extLst>
            </p:cNvPr>
            <p:cNvSpPr/>
            <p:nvPr/>
          </p:nvSpPr>
          <p:spPr>
            <a:xfrm>
              <a:off x="5771093" y="400730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grpFill/>
            <a:ln w="25400" cap="flat">
              <a:noFill/>
              <a:prstDash val="solid"/>
              <a:miter lim="400000"/>
            </a:ln>
            <a:effectLst/>
          </p:spPr>
          <p:txBody>
            <a:bodyPr anchor="ctr"/>
            <a:lstStyle/>
            <a:p>
              <a:pPr algn="ctr"/>
              <a:endParaRPr/>
            </a:p>
          </p:txBody>
        </p:sp>
        <p:sp>
          <p:nvSpPr>
            <p:cNvPr id="76" name="ïSḻiḓe">
              <a:extLst>
                <a:ext uri="{FF2B5EF4-FFF2-40B4-BE49-F238E27FC236}">
                  <a16:creationId xmlns:a16="http://schemas.microsoft.com/office/drawing/2014/main" id="{B8C9A8DE-EDEB-4C74-3049-3E1B2B85AA8D}"/>
                </a:ext>
              </a:extLst>
            </p:cNvPr>
            <p:cNvSpPr/>
            <p:nvPr/>
          </p:nvSpPr>
          <p:spPr>
            <a:xfrm>
              <a:off x="4744799" y="3515700"/>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grpFill/>
            <a:ln w="25400" cap="flat">
              <a:noFill/>
              <a:prstDash val="solid"/>
              <a:miter lim="400000"/>
            </a:ln>
            <a:effectLst/>
          </p:spPr>
          <p:txBody>
            <a:bodyPr anchor="ctr"/>
            <a:lstStyle/>
            <a:p>
              <a:pPr algn="ctr"/>
              <a:endParaRPr/>
            </a:p>
          </p:txBody>
        </p:sp>
        <p:sp>
          <p:nvSpPr>
            <p:cNvPr id="77" name="iṥļíďê">
              <a:extLst>
                <a:ext uri="{FF2B5EF4-FFF2-40B4-BE49-F238E27FC236}">
                  <a16:creationId xmlns:a16="http://schemas.microsoft.com/office/drawing/2014/main" id="{59AD1F35-10E4-4E8E-8E83-717AC97AE0C9}"/>
                </a:ext>
              </a:extLst>
            </p:cNvPr>
            <p:cNvSpPr/>
            <p:nvPr/>
          </p:nvSpPr>
          <p:spPr>
            <a:xfrm>
              <a:off x="4718288" y="3519867"/>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grpFill/>
            <a:ln w="25400" cap="flat">
              <a:noFill/>
              <a:prstDash val="solid"/>
              <a:miter lim="400000"/>
            </a:ln>
            <a:effectLst/>
          </p:spPr>
          <p:txBody>
            <a:bodyPr anchor="ctr"/>
            <a:lstStyle/>
            <a:p>
              <a:pPr algn="ctr"/>
              <a:endParaRPr/>
            </a:p>
          </p:txBody>
        </p:sp>
        <p:sp>
          <p:nvSpPr>
            <p:cNvPr id="78" name="ïṥḷíḑê">
              <a:extLst>
                <a:ext uri="{FF2B5EF4-FFF2-40B4-BE49-F238E27FC236}">
                  <a16:creationId xmlns:a16="http://schemas.microsoft.com/office/drawing/2014/main" id="{2B618A42-D6C1-90E1-B775-FBE2BC528B1C}"/>
                </a:ext>
              </a:extLst>
            </p:cNvPr>
            <p:cNvSpPr/>
            <p:nvPr/>
          </p:nvSpPr>
          <p:spPr>
            <a:xfrm>
              <a:off x="4711539" y="347850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grpFill/>
            <a:ln w="25400" cap="flat">
              <a:noFill/>
              <a:prstDash val="solid"/>
              <a:miter lim="400000"/>
            </a:ln>
            <a:effectLst/>
          </p:spPr>
          <p:txBody>
            <a:bodyPr anchor="ctr"/>
            <a:lstStyle/>
            <a:p>
              <a:pPr algn="ctr"/>
              <a:endParaRPr/>
            </a:p>
          </p:txBody>
        </p:sp>
        <p:sp>
          <p:nvSpPr>
            <p:cNvPr id="79" name="iṥľíḋé">
              <a:extLst>
                <a:ext uri="{FF2B5EF4-FFF2-40B4-BE49-F238E27FC236}">
                  <a16:creationId xmlns:a16="http://schemas.microsoft.com/office/drawing/2014/main" id="{00070E46-697E-E545-DB68-E2A7E50FB01E}"/>
                </a:ext>
              </a:extLst>
            </p:cNvPr>
            <p:cNvSpPr/>
            <p:nvPr/>
          </p:nvSpPr>
          <p:spPr>
            <a:xfrm>
              <a:off x="4753604" y="348042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grpFill/>
            <a:ln w="25400" cap="flat">
              <a:noFill/>
              <a:prstDash val="solid"/>
              <a:miter lim="400000"/>
            </a:ln>
            <a:effectLst/>
          </p:spPr>
          <p:txBody>
            <a:bodyPr anchor="ctr"/>
            <a:lstStyle/>
            <a:p>
              <a:pPr algn="ctr"/>
              <a:endParaRPr/>
            </a:p>
          </p:txBody>
        </p:sp>
        <p:sp>
          <p:nvSpPr>
            <p:cNvPr id="80" name="ïṩḷidè">
              <a:extLst>
                <a:ext uri="{FF2B5EF4-FFF2-40B4-BE49-F238E27FC236}">
                  <a16:creationId xmlns:a16="http://schemas.microsoft.com/office/drawing/2014/main" id="{45DB8FB0-DA83-49C9-763F-553A6E6D7571}"/>
                </a:ext>
              </a:extLst>
            </p:cNvPr>
            <p:cNvSpPr/>
            <p:nvPr/>
          </p:nvSpPr>
          <p:spPr>
            <a:xfrm>
              <a:off x="4664619" y="3447009"/>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grpFill/>
            <a:ln w="25400" cap="flat">
              <a:noFill/>
              <a:prstDash val="solid"/>
              <a:miter lim="400000"/>
            </a:ln>
            <a:effectLst/>
          </p:spPr>
          <p:txBody>
            <a:bodyPr anchor="ctr"/>
            <a:lstStyle/>
            <a:p>
              <a:pPr algn="ctr"/>
              <a:endParaRPr/>
            </a:p>
          </p:txBody>
        </p:sp>
        <p:sp>
          <p:nvSpPr>
            <p:cNvPr id="81" name="iṡļiḓé">
              <a:extLst>
                <a:ext uri="{FF2B5EF4-FFF2-40B4-BE49-F238E27FC236}">
                  <a16:creationId xmlns:a16="http://schemas.microsoft.com/office/drawing/2014/main" id="{B7856DF7-C63E-D98E-74E4-7136C9753D07}"/>
                </a:ext>
              </a:extLst>
            </p:cNvPr>
            <p:cNvSpPr/>
            <p:nvPr/>
          </p:nvSpPr>
          <p:spPr>
            <a:xfrm>
              <a:off x="6355015" y="1385657"/>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grpFill/>
            <a:ln w="25400" cap="flat">
              <a:noFill/>
              <a:prstDash val="solid"/>
              <a:miter lim="400000"/>
            </a:ln>
            <a:effectLst/>
          </p:spPr>
          <p:txBody>
            <a:bodyPr anchor="ctr"/>
            <a:lstStyle/>
            <a:p>
              <a:pPr algn="ctr"/>
              <a:endParaRPr dirty="0"/>
            </a:p>
          </p:txBody>
        </p:sp>
        <p:sp>
          <p:nvSpPr>
            <p:cNvPr id="82" name="íṡļîde">
              <a:extLst>
                <a:ext uri="{FF2B5EF4-FFF2-40B4-BE49-F238E27FC236}">
                  <a16:creationId xmlns:a16="http://schemas.microsoft.com/office/drawing/2014/main" id="{F91325C3-2A3E-D572-C2A0-A173C037DBA5}"/>
                </a:ext>
              </a:extLst>
            </p:cNvPr>
            <p:cNvSpPr/>
            <p:nvPr/>
          </p:nvSpPr>
          <p:spPr>
            <a:xfrm>
              <a:off x="7558388" y="1310558"/>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grpFill/>
            <a:ln w="25400" cap="flat">
              <a:noFill/>
              <a:prstDash val="solid"/>
              <a:miter lim="400000"/>
            </a:ln>
            <a:effectLst/>
          </p:spPr>
          <p:txBody>
            <a:bodyPr anchor="ctr"/>
            <a:lstStyle/>
            <a:p>
              <a:pPr algn="ctr"/>
              <a:endParaRPr/>
            </a:p>
          </p:txBody>
        </p:sp>
        <p:sp>
          <p:nvSpPr>
            <p:cNvPr id="83" name="ïṧḻïḍé">
              <a:extLst>
                <a:ext uri="{FF2B5EF4-FFF2-40B4-BE49-F238E27FC236}">
                  <a16:creationId xmlns:a16="http://schemas.microsoft.com/office/drawing/2014/main" id="{C19CA88E-CF78-64E4-148A-FBF48B342438}"/>
                </a:ext>
              </a:extLst>
            </p:cNvPr>
            <p:cNvSpPr/>
            <p:nvPr/>
          </p:nvSpPr>
          <p:spPr>
            <a:xfrm>
              <a:off x="9628653" y="2148074"/>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grpFill/>
            <a:ln w="25400" cap="flat">
              <a:noFill/>
              <a:prstDash val="solid"/>
              <a:miter lim="400000"/>
            </a:ln>
            <a:effectLst/>
          </p:spPr>
          <p:txBody>
            <a:bodyPr anchor="ctr"/>
            <a:lstStyle/>
            <a:p>
              <a:pPr algn="ctr"/>
              <a:endParaRPr/>
            </a:p>
          </p:txBody>
        </p:sp>
        <p:sp>
          <p:nvSpPr>
            <p:cNvPr id="84" name="i$ľîḓe">
              <a:extLst>
                <a:ext uri="{FF2B5EF4-FFF2-40B4-BE49-F238E27FC236}">
                  <a16:creationId xmlns:a16="http://schemas.microsoft.com/office/drawing/2014/main" id="{CF69D8EB-A4C9-3A51-17D8-0D12F5FD8E38}"/>
                </a:ext>
              </a:extLst>
            </p:cNvPr>
            <p:cNvSpPr/>
            <p:nvPr/>
          </p:nvSpPr>
          <p:spPr>
            <a:xfrm>
              <a:off x="9834882" y="2436351"/>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grpFill/>
            <a:ln w="25400" cap="flat">
              <a:noFill/>
              <a:prstDash val="solid"/>
              <a:miter lim="400000"/>
            </a:ln>
            <a:effectLst/>
          </p:spPr>
          <p:txBody>
            <a:bodyPr anchor="ctr"/>
            <a:lstStyle/>
            <a:p>
              <a:pPr algn="ctr"/>
              <a:endParaRPr/>
            </a:p>
          </p:txBody>
        </p:sp>
        <p:sp>
          <p:nvSpPr>
            <p:cNvPr id="85" name="íṩḷidè">
              <a:extLst>
                <a:ext uri="{FF2B5EF4-FFF2-40B4-BE49-F238E27FC236}">
                  <a16:creationId xmlns:a16="http://schemas.microsoft.com/office/drawing/2014/main" id="{E439E75F-2A35-FA2E-2284-0B38AFF5BE14}"/>
                </a:ext>
              </a:extLst>
            </p:cNvPr>
            <p:cNvSpPr/>
            <p:nvPr/>
          </p:nvSpPr>
          <p:spPr>
            <a:xfrm>
              <a:off x="9716338" y="2591817"/>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grpFill/>
            <a:ln w="25400" cap="flat">
              <a:noFill/>
              <a:prstDash val="solid"/>
              <a:miter lim="400000"/>
            </a:ln>
            <a:effectLst/>
          </p:spPr>
          <p:txBody>
            <a:bodyPr anchor="ctr"/>
            <a:lstStyle/>
            <a:p>
              <a:pPr algn="ctr"/>
              <a:endParaRPr/>
            </a:p>
          </p:txBody>
        </p:sp>
        <p:sp>
          <p:nvSpPr>
            <p:cNvPr id="86" name="îşľiḋé">
              <a:extLst>
                <a:ext uri="{FF2B5EF4-FFF2-40B4-BE49-F238E27FC236}">
                  <a16:creationId xmlns:a16="http://schemas.microsoft.com/office/drawing/2014/main" id="{0510BA09-7A81-4E26-40EC-07C42CA8E73D}"/>
                </a:ext>
              </a:extLst>
            </p:cNvPr>
            <p:cNvSpPr/>
            <p:nvPr/>
          </p:nvSpPr>
          <p:spPr>
            <a:xfrm>
              <a:off x="9773896" y="2850018"/>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grpFill/>
            <a:ln w="25400" cap="flat">
              <a:noFill/>
              <a:prstDash val="solid"/>
              <a:miter lim="400000"/>
            </a:ln>
            <a:effectLst/>
          </p:spPr>
          <p:txBody>
            <a:bodyPr anchor="ctr"/>
            <a:lstStyle/>
            <a:p>
              <a:pPr algn="ctr"/>
              <a:endParaRPr/>
            </a:p>
          </p:txBody>
        </p:sp>
        <p:sp>
          <p:nvSpPr>
            <p:cNvPr id="87" name="íṧḷiďe">
              <a:extLst>
                <a:ext uri="{FF2B5EF4-FFF2-40B4-BE49-F238E27FC236}">
                  <a16:creationId xmlns:a16="http://schemas.microsoft.com/office/drawing/2014/main" id="{70C54D2C-F22B-6964-2554-E659AEF7D399}"/>
                </a:ext>
              </a:extLst>
            </p:cNvPr>
            <p:cNvSpPr/>
            <p:nvPr/>
          </p:nvSpPr>
          <p:spPr>
            <a:xfrm>
              <a:off x="9703522" y="2858648"/>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grpFill/>
            <a:ln w="25400" cap="flat">
              <a:noFill/>
              <a:prstDash val="solid"/>
              <a:miter lim="400000"/>
            </a:ln>
            <a:effectLst/>
          </p:spPr>
          <p:txBody>
            <a:bodyPr anchor="ctr"/>
            <a:lstStyle/>
            <a:p>
              <a:pPr algn="ctr"/>
              <a:endParaRPr/>
            </a:p>
          </p:txBody>
        </p:sp>
        <p:sp>
          <p:nvSpPr>
            <p:cNvPr id="88" name="íṣļíḍé">
              <a:extLst>
                <a:ext uri="{FF2B5EF4-FFF2-40B4-BE49-F238E27FC236}">
                  <a16:creationId xmlns:a16="http://schemas.microsoft.com/office/drawing/2014/main" id="{02BE29DD-9464-F5ED-3CC0-169532CF7A85}"/>
                </a:ext>
              </a:extLst>
            </p:cNvPr>
            <p:cNvSpPr/>
            <p:nvPr/>
          </p:nvSpPr>
          <p:spPr>
            <a:xfrm>
              <a:off x="9478424" y="3163043"/>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grpFill/>
            <a:ln w="25400" cap="flat">
              <a:noFill/>
              <a:prstDash val="solid"/>
              <a:miter lim="400000"/>
            </a:ln>
            <a:effectLst/>
          </p:spPr>
          <p:txBody>
            <a:bodyPr anchor="ctr"/>
            <a:lstStyle/>
            <a:p>
              <a:pPr algn="ctr"/>
              <a:endParaRPr/>
            </a:p>
          </p:txBody>
        </p:sp>
        <p:sp>
          <p:nvSpPr>
            <p:cNvPr id="89" name="ïS1idê">
              <a:extLst>
                <a:ext uri="{FF2B5EF4-FFF2-40B4-BE49-F238E27FC236}">
                  <a16:creationId xmlns:a16="http://schemas.microsoft.com/office/drawing/2014/main" id="{1E86D97A-122D-FBFC-CA81-6D93A2AAA1E1}"/>
                </a:ext>
              </a:extLst>
            </p:cNvPr>
            <p:cNvSpPr/>
            <p:nvPr/>
          </p:nvSpPr>
          <p:spPr>
            <a:xfrm>
              <a:off x="9135285" y="3359667"/>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grpFill/>
            <a:ln w="25400" cap="flat">
              <a:noFill/>
              <a:prstDash val="solid"/>
              <a:miter lim="400000"/>
            </a:ln>
            <a:effectLst/>
          </p:spPr>
          <p:txBody>
            <a:bodyPr anchor="ctr"/>
            <a:lstStyle/>
            <a:p>
              <a:pPr algn="ctr"/>
              <a:endParaRPr/>
            </a:p>
          </p:txBody>
        </p:sp>
        <p:sp>
          <p:nvSpPr>
            <p:cNvPr id="90" name="ïŝļîḓè">
              <a:extLst>
                <a:ext uri="{FF2B5EF4-FFF2-40B4-BE49-F238E27FC236}">
                  <a16:creationId xmlns:a16="http://schemas.microsoft.com/office/drawing/2014/main" id="{41C6C5CB-F80B-C373-9F02-5FD74A180D9F}"/>
                </a:ext>
              </a:extLst>
            </p:cNvPr>
            <p:cNvSpPr/>
            <p:nvPr/>
          </p:nvSpPr>
          <p:spPr>
            <a:xfrm>
              <a:off x="9517257" y="3403769"/>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grpFill/>
            <a:ln w="25400" cap="flat">
              <a:noFill/>
              <a:prstDash val="solid"/>
              <a:miter lim="400000"/>
            </a:ln>
            <a:effectLst/>
          </p:spPr>
          <p:txBody>
            <a:bodyPr anchor="ctr"/>
            <a:lstStyle/>
            <a:p>
              <a:pPr algn="ctr"/>
              <a:endParaRPr/>
            </a:p>
          </p:txBody>
        </p:sp>
        <p:sp>
          <p:nvSpPr>
            <p:cNvPr id="91" name="ï$líde">
              <a:extLst>
                <a:ext uri="{FF2B5EF4-FFF2-40B4-BE49-F238E27FC236}">
                  <a16:creationId xmlns:a16="http://schemas.microsoft.com/office/drawing/2014/main" id="{3986DD80-E9D0-BBEC-E29E-BFD0D0A59872}"/>
                </a:ext>
              </a:extLst>
            </p:cNvPr>
            <p:cNvSpPr/>
            <p:nvPr/>
          </p:nvSpPr>
          <p:spPr>
            <a:xfrm>
              <a:off x="9453604" y="3685864"/>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grpFill/>
            <a:ln w="25400" cap="flat">
              <a:noFill/>
              <a:prstDash val="solid"/>
              <a:miter lim="400000"/>
            </a:ln>
            <a:effectLst/>
          </p:spPr>
          <p:txBody>
            <a:bodyPr anchor="ctr"/>
            <a:lstStyle/>
            <a:p>
              <a:pPr algn="ctr"/>
              <a:endParaRPr/>
            </a:p>
          </p:txBody>
        </p:sp>
        <p:sp>
          <p:nvSpPr>
            <p:cNvPr id="92" name="îŝļíḑé">
              <a:extLst>
                <a:ext uri="{FF2B5EF4-FFF2-40B4-BE49-F238E27FC236}">
                  <a16:creationId xmlns:a16="http://schemas.microsoft.com/office/drawing/2014/main" id="{CB96E34E-F0BB-4417-84B2-8235C3B19883}"/>
                </a:ext>
              </a:extLst>
            </p:cNvPr>
            <p:cNvSpPr/>
            <p:nvPr/>
          </p:nvSpPr>
          <p:spPr>
            <a:xfrm>
              <a:off x="9553899" y="3604386"/>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grpFill/>
            <a:ln w="25400" cap="flat">
              <a:noFill/>
              <a:prstDash val="solid"/>
              <a:miter lim="400000"/>
            </a:ln>
            <a:effectLst/>
          </p:spPr>
          <p:txBody>
            <a:bodyPr anchor="ctr"/>
            <a:lstStyle/>
            <a:p>
              <a:pPr algn="ctr"/>
              <a:endParaRPr/>
            </a:p>
          </p:txBody>
        </p:sp>
        <p:sp>
          <p:nvSpPr>
            <p:cNvPr id="93" name="ïsliḋe">
              <a:extLst>
                <a:ext uri="{FF2B5EF4-FFF2-40B4-BE49-F238E27FC236}">
                  <a16:creationId xmlns:a16="http://schemas.microsoft.com/office/drawing/2014/main" id="{3683C131-BE1C-C0FF-A7F4-AA7380AABB89}"/>
                </a:ext>
              </a:extLst>
            </p:cNvPr>
            <p:cNvSpPr/>
            <p:nvPr/>
          </p:nvSpPr>
          <p:spPr>
            <a:xfrm>
              <a:off x="9690104" y="3635830"/>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grpFill/>
            <a:ln w="25400" cap="flat">
              <a:noFill/>
              <a:prstDash val="solid"/>
              <a:miter lim="400000"/>
            </a:ln>
            <a:effectLst/>
          </p:spPr>
          <p:txBody>
            <a:bodyPr anchor="ctr"/>
            <a:lstStyle/>
            <a:p>
              <a:pPr algn="ctr"/>
              <a:endParaRPr/>
            </a:p>
          </p:txBody>
        </p:sp>
        <p:sp>
          <p:nvSpPr>
            <p:cNvPr id="94" name="îsḻiḍe">
              <a:extLst>
                <a:ext uri="{FF2B5EF4-FFF2-40B4-BE49-F238E27FC236}">
                  <a16:creationId xmlns:a16="http://schemas.microsoft.com/office/drawing/2014/main" id="{BC3EE9FB-A4FE-3485-FF16-A0034CE5734D}"/>
                </a:ext>
              </a:extLst>
            </p:cNvPr>
            <p:cNvSpPr/>
            <p:nvPr/>
          </p:nvSpPr>
          <p:spPr>
            <a:xfrm>
              <a:off x="9646111" y="3565738"/>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grpFill/>
            <a:ln w="25400" cap="flat">
              <a:noFill/>
              <a:prstDash val="solid"/>
              <a:miter lim="400000"/>
            </a:ln>
            <a:effectLst/>
          </p:spPr>
          <p:txBody>
            <a:bodyPr anchor="ctr"/>
            <a:lstStyle/>
            <a:p>
              <a:pPr algn="ctr"/>
              <a:endParaRPr/>
            </a:p>
          </p:txBody>
        </p:sp>
        <p:sp>
          <p:nvSpPr>
            <p:cNvPr id="95" name="iṩḻíḍè">
              <a:extLst>
                <a:ext uri="{FF2B5EF4-FFF2-40B4-BE49-F238E27FC236}">
                  <a16:creationId xmlns:a16="http://schemas.microsoft.com/office/drawing/2014/main" id="{3C254436-5C43-0E6C-9366-1A2C4D365199}"/>
                </a:ext>
              </a:extLst>
            </p:cNvPr>
            <p:cNvSpPr/>
            <p:nvPr/>
          </p:nvSpPr>
          <p:spPr>
            <a:xfrm>
              <a:off x="9594891" y="3654803"/>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grpFill/>
            <a:ln w="25400" cap="flat">
              <a:noFill/>
              <a:prstDash val="solid"/>
              <a:miter lim="400000"/>
            </a:ln>
            <a:effectLst/>
          </p:spPr>
          <p:txBody>
            <a:bodyPr anchor="ctr"/>
            <a:lstStyle/>
            <a:p>
              <a:pPr algn="ctr"/>
              <a:endParaRPr/>
            </a:p>
          </p:txBody>
        </p:sp>
        <p:sp>
          <p:nvSpPr>
            <p:cNvPr id="96" name="ïṧḻídé">
              <a:extLst>
                <a:ext uri="{FF2B5EF4-FFF2-40B4-BE49-F238E27FC236}">
                  <a16:creationId xmlns:a16="http://schemas.microsoft.com/office/drawing/2014/main" id="{BA76256A-6C9C-1DE5-4AB9-09ABC2BC3BDA}"/>
                </a:ext>
              </a:extLst>
            </p:cNvPr>
            <p:cNvSpPr/>
            <p:nvPr/>
          </p:nvSpPr>
          <p:spPr>
            <a:xfrm>
              <a:off x="9632393" y="3706816"/>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grpFill/>
            <a:ln w="25400" cap="flat">
              <a:noFill/>
              <a:prstDash val="solid"/>
              <a:miter lim="400000"/>
            </a:ln>
            <a:effectLst/>
          </p:spPr>
          <p:txBody>
            <a:bodyPr anchor="ctr"/>
            <a:lstStyle/>
            <a:p>
              <a:pPr algn="ctr"/>
              <a:endParaRPr/>
            </a:p>
          </p:txBody>
        </p:sp>
        <p:sp>
          <p:nvSpPr>
            <p:cNvPr id="97" name="ïşļîḑê">
              <a:extLst>
                <a:ext uri="{FF2B5EF4-FFF2-40B4-BE49-F238E27FC236}">
                  <a16:creationId xmlns:a16="http://schemas.microsoft.com/office/drawing/2014/main" id="{1B80A2E7-5ABF-2E5B-2007-009965FEEAC2}"/>
                </a:ext>
              </a:extLst>
            </p:cNvPr>
            <p:cNvSpPr/>
            <p:nvPr/>
          </p:nvSpPr>
          <p:spPr>
            <a:xfrm>
              <a:off x="9681665" y="3678031"/>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grpFill/>
            <a:ln w="25400" cap="flat">
              <a:noFill/>
              <a:prstDash val="solid"/>
              <a:miter lim="400000"/>
            </a:ln>
            <a:effectLst/>
          </p:spPr>
          <p:txBody>
            <a:bodyPr anchor="ctr"/>
            <a:lstStyle/>
            <a:p>
              <a:pPr algn="ctr"/>
              <a:endParaRPr/>
            </a:p>
          </p:txBody>
        </p:sp>
        <p:sp>
          <p:nvSpPr>
            <p:cNvPr id="98" name="ïṡľîḋê">
              <a:extLst>
                <a:ext uri="{FF2B5EF4-FFF2-40B4-BE49-F238E27FC236}">
                  <a16:creationId xmlns:a16="http://schemas.microsoft.com/office/drawing/2014/main" id="{AB033F2F-F073-BC30-2C01-9619766D1763}"/>
                </a:ext>
              </a:extLst>
            </p:cNvPr>
            <p:cNvSpPr/>
            <p:nvPr/>
          </p:nvSpPr>
          <p:spPr>
            <a:xfrm>
              <a:off x="9628583" y="3726518"/>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grpFill/>
            <a:ln w="25400" cap="flat">
              <a:noFill/>
              <a:prstDash val="solid"/>
              <a:miter lim="400000"/>
            </a:ln>
            <a:effectLst/>
          </p:spPr>
          <p:txBody>
            <a:bodyPr anchor="ctr"/>
            <a:lstStyle/>
            <a:p>
              <a:pPr algn="ctr"/>
              <a:endParaRPr/>
            </a:p>
          </p:txBody>
        </p:sp>
        <p:sp>
          <p:nvSpPr>
            <p:cNvPr id="99" name="îṣļíďé">
              <a:extLst>
                <a:ext uri="{FF2B5EF4-FFF2-40B4-BE49-F238E27FC236}">
                  <a16:creationId xmlns:a16="http://schemas.microsoft.com/office/drawing/2014/main" id="{5EC18391-8682-E197-F085-02B59349896C}"/>
                </a:ext>
              </a:extLst>
            </p:cNvPr>
            <p:cNvSpPr/>
            <p:nvPr/>
          </p:nvSpPr>
          <p:spPr>
            <a:xfrm>
              <a:off x="9187751" y="3843193"/>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grpFill/>
            <a:ln w="25400" cap="flat">
              <a:noFill/>
              <a:prstDash val="solid"/>
              <a:miter lim="400000"/>
            </a:ln>
            <a:effectLst/>
          </p:spPr>
          <p:txBody>
            <a:bodyPr anchor="ctr"/>
            <a:lstStyle/>
            <a:p>
              <a:pPr algn="ctr"/>
              <a:endParaRPr/>
            </a:p>
          </p:txBody>
        </p:sp>
        <p:sp>
          <p:nvSpPr>
            <p:cNvPr id="100" name="íṧḷiḋé">
              <a:extLst>
                <a:ext uri="{FF2B5EF4-FFF2-40B4-BE49-F238E27FC236}">
                  <a16:creationId xmlns:a16="http://schemas.microsoft.com/office/drawing/2014/main" id="{6981E40D-1DD7-AD0C-E49D-587254AF2167}"/>
                </a:ext>
              </a:extLst>
            </p:cNvPr>
            <p:cNvSpPr/>
            <p:nvPr/>
          </p:nvSpPr>
          <p:spPr>
            <a:xfrm>
              <a:off x="9518950" y="4026819"/>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grpFill/>
            <a:ln w="25400" cap="flat">
              <a:noFill/>
              <a:prstDash val="solid"/>
              <a:miter lim="400000"/>
            </a:ln>
            <a:effectLst/>
          </p:spPr>
          <p:txBody>
            <a:bodyPr anchor="ctr"/>
            <a:lstStyle/>
            <a:p>
              <a:pPr algn="ctr"/>
              <a:endParaRPr/>
            </a:p>
          </p:txBody>
        </p:sp>
        <p:sp>
          <p:nvSpPr>
            <p:cNvPr id="101" name="i$ľiḍê">
              <a:extLst>
                <a:ext uri="{FF2B5EF4-FFF2-40B4-BE49-F238E27FC236}">
                  <a16:creationId xmlns:a16="http://schemas.microsoft.com/office/drawing/2014/main" id="{F7F64A0A-DC48-173A-FFA1-9D3F20246DE9}"/>
                </a:ext>
              </a:extLst>
            </p:cNvPr>
            <p:cNvSpPr/>
            <p:nvPr/>
          </p:nvSpPr>
          <p:spPr>
            <a:xfrm>
              <a:off x="9816350" y="3993819"/>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grpFill/>
            <a:ln w="25400" cap="flat">
              <a:noFill/>
              <a:prstDash val="solid"/>
              <a:miter lim="400000"/>
            </a:ln>
            <a:effectLst/>
          </p:spPr>
          <p:txBody>
            <a:bodyPr anchor="ctr"/>
            <a:lstStyle/>
            <a:p>
              <a:pPr algn="ctr"/>
              <a:endParaRPr/>
            </a:p>
          </p:txBody>
        </p:sp>
        <p:sp>
          <p:nvSpPr>
            <p:cNvPr id="102" name="îṡ1îḋè">
              <a:extLst>
                <a:ext uri="{FF2B5EF4-FFF2-40B4-BE49-F238E27FC236}">
                  <a16:creationId xmlns:a16="http://schemas.microsoft.com/office/drawing/2014/main" id="{025CC2CB-82E7-5FEE-3826-BFB1D26FC573}"/>
                </a:ext>
              </a:extLst>
            </p:cNvPr>
            <p:cNvSpPr/>
            <p:nvPr/>
          </p:nvSpPr>
          <p:spPr>
            <a:xfrm>
              <a:off x="9834437" y="4184237"/>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grpFill/>
            <a:ln w="25400" cap="flat">
              <a:noFill/>
              <a:prstDash val="solid"/>
              <a:miter lim="400000"/>
            </a:ln>
            <a:effectLst/>
          </p:spPr>
          <p:txBody>
            <a:bodyPr anchor="ctr"/>
            <a:lstStyle/>
            <a:p>
              <a:pPr algn="ctr"/>
              <a:endParaRPr/>
            </a:p>
          </p:txBody>
        </p:sp>
        <p:sp>
          <p:nvSpPr>
            <p:cNvPr id="103" name="îSļiḋe">
              <a:extLst>
                <a:ext uri="{FF2B5EF4-FFF2-40B4-BE49-F238E27FC236}">
                  <a16:creationId xmlns:a16="http://schemas.microsoft.com/office/drawing/2014/main" id="{10BECBC7-7AD0-1109-35A4-B82020628469}"/>
                </a:ext>
              </a:extLst>
            </p:cNvPr>
            <p:cNvSpPr/>
            <p:nvPr/>
          </p:nvSpPr>
          <p:spPr>
            <a:xfrm>
              <a:off x="9664278" y="4387494"/>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grpFill/>
            <a:ln w="25400" cap="flat">
              <a:noFill/>
              <a:prstDash val="solid"/>
              <a:miter lim="400000"/>
            </a:ln>
            <a:effectLst/>
          </p:spPr>
          <p:txBody>
            <a:bodyPr anchor="ctr"/>
            <a:lstStyle/>
            <a:p>
              <a:pPr algn="ctr"/>
              <a:endParaRPr/>
            </a:p>
          </p:txBody>
        </p:sp>
        <p:sp>
          <p:nvSpPr>
            <p:cNvPr id="104" name="îṣlïḓé">
              <a:extLst>
                <a:ext uri="{FF2B5EF4-FFF2-40B4-BE49-F238E27FC236}">
                  <a16:creationId xmlns:a16="http://schemas.microsoft.com/office/drawing/2014/main" id="{8F152D13-DD61-B1A3-0824-3BDD4A73F6D7}"/>
                </a:ext>
              </a:extLst>
            </p:cNvPr>
            <p:cNvSpPr/>
            <p:nvPr/>
          </p:nvSpPr>
          <p:spPr>
            <a:xfrm>
              <a:off x="9557284" y="4379124"/>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grpFill/>
            <a:ln w="25400" cap="flat">
              <a:noFill/>
              <a:prstDash val="solid"/>
              <a:miter lim="400000"/>
            </a:ln>
            <a:effectLst/>
          </p:spPr>
          <p:txBody>
            <a:bodyPr anchor="ctr"/>
            <a:lstStyle/>
            <a:p>
              <a:pPr algn="ctr"/>
              <a:endParaRPr/>
            </a:p>
          </p:txBody>
        </p:sp>
        <p:sp>
          <p:nvSpPr>
            <p:cNvPr id="105" name="ïṥḷídè">
              <a:extLst>
                <a:ext uri="{FF2B5EF4-FFF2-40B4-BE49-F238E27FC236}">
                  <a16:creationId xmlns:a16="http://schemas.microsoft.com/office/drawing/2014/main" id="{BA90FBFB-020B-C3BC-B67B-007E1083FE04}"/>
                </a:ext>
              </a:extLst>
            </p:cNvPr>
            <p:cNvSpPr/>
            <p:nvPr/>
          </p:nvSpPr>
          <p:spPr>
            <a:xfrm>
              <a:off x="9429485" y="4387992"/>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grpFill/>
            <a:ln w="25400" cap="flat">
              <a:noFill/>
              <a:prstDash val="solid"/>
              <a:miter lim="400000"/>
            </a:ln>
            <a:effectLst/>
          </p:spPr>
          <p:txBody>
            <a:bodyPr anchor="ctr"/>
            <a:lstStyle/>
            <a:p>
              <a:pPr algn="ctr"/>
              <a:endParaRPr/>
            </a:p>
          </p:txBody>
        </p:sp>
        <p:sp>
          <p:nvSpPr>
            <p:cNvPr id="106" name="išḷïḍè">
              <a:extLst>
                <a:ext uri="{FF2B5EF4-FFF2-40B4-BE49-F238E27FC236}">
                  <a16:creationId xmlns:a16="http://schemas.microsoft.com/office/drawing/2014/main" id="{378A517C-13E1-FB5E-973E-D5A724603450}"/>
                </a:ext>
              </a:extLst>
            </p:cNvPr>
            <p:cNvSpPr/>
            <p:nvPr/>
          </p:nvSpPr>
          <p:spPr>
            <a:xfrm>
              <a:off x="9520068" y="4428015"/>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grpFill/>
            <a:ln w="25400" cap="flat">
              <a:noFill/>
              <a:prstDash val="solid"/>
              <a:miter lim="400000"/>
            </a:ln>
            <a:effectLst/>
          </p:spPr>
          <p:txBody>
            <a:bodyPr anchor="ctr"/>
            <a:lstStyle/>
            <a:p>
              <a:pPr algn="ctr"/>
              <a:endParaRPr/>
            </a:p>
          </p:txBody>
        </p:sp>
        <p:sp>
          <p:nvSpPr>
            <p:cNvPr id="107" name="íṧḻîďê">
              <a:extLst>
                <a:ext uri="{FF2B5EF4-FFF2-40B4-BE49-F238E27FC236}">
                  <a16:creationId xmlns:a16="http://schemas.microsoft.com/office/drawing/2014/main" id="{281DB637-826D-6AA9-F3CE-B0E1E2E171B5}"/>
                </a:ext>
              </a:extLst>
            </p:cNvPr>
            <p:cNvSpPr/>
            <p:nvPr/>
          </p:nvSpPr>
          <p:spPr>
            <a:xfrm>
              <a:off x="9067733" y="4304888"/>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grpFill/>
            <a:ln w="25400" cap="flat">
              <a:noFill/>
              <a:prstDash val="solid"/>
              <a:miter lim="400000"/>
            </a:ln>
            <a:effectLst/>
          </p:spPr>
          <p:txBody>
            <a:bodyPr anchor="ctr"/>
            <a:lstStyle/>
            <a:p>
              <a:pPr algn="ctr"/>
              <a:endParaRPr/>
            </a:p>
          </p:txBody>
        </p:sp>
        <p:sp>
          <p:nvSpPr>
            <p:cNvPr id="108" name="ï$ľiḓê">
              <a:extLst>
                <a:ext uri="{FF2B5EF4-FFF2-40B4-BE49-F238E27FC236}">
                  <a16:creationId xmlns:a16="http://schemas.microsoft.com/office/drawing/2014/main" id="{430980DE-1F76-CF7D-2673-15A804263272}"/>
                </a:ext>
              </a:extLst>
            </p:cNvPr>
            <p:cNvSpPr/>
            <p:nvPr/>
          </p:nvSpPr>
          <p:spPr>
            <a:xfrm>
              <a:off x="8739813" y="3881623"/>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grpFill/>
            <a:ln w="25400" cap="flat">
              <a:noFill/>
              <a:prstDash val="solid"/>
              <a:miter lim="400000"/>
            </a:ln>
            <a:effectLst/>
          </p:spPr>
          <p:txBody>
            <a:bodyPr anchor="ctr"/>
            <a:lstStyle/>
            <a:p>
              <a:pPr algn="ctr"/>
              <a:endParaRPr/>
            </a:p>
          </p:txBody>
        </p:sp>
        <p:sp>
          <p:nvSpPr>
            <p:cNvPr id="109" name="isļîḍé">
              <a:extLst>
                <a:ext uri="{FF2B5EF4-FFF2-40B4-BE49-F238E27FC236}">
                  <a16:creationId xmlns:a16="http://schemas.microsoft.com/office/drawing/2014/main" id="{2602F9D4-A36E-10D1-A9A7-EE62B51C8B0E}"/>
                </a:ext>
              </a:extLst>
            </p:cNvPr>
            <p:cNvSpPr/>
            <p:nvPr/>
          </p:nvSpPr>
          <p:spPr>
            <a:xfrm>
              <a:off x="8199229" y="3742697"/>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grpFill/>
            <a:ln w="25400" cap="flat">
              <a:noFill/>
              <a:prstDash val="solid"/>
              <a:miter lim="400000"/>
            </a:ln>
            <a:effectLst/>
          </p:spPr>
          <p:txBody>
            <a:bodyPr anchor="ctr"/>
            <a:lstStyle/>
            <a:p>
              <a:pPr algn="ctr"/>
              <a:endParaRPr/>
            </a:p>
          </p:txBody>
        </p:sp>
        <p:sp>
          <p:nvSpPr>
            <p:cNvPr id="110" name="í$ľîḋê">
              <a:extLst>
                <a:ext uri="{FF2B5EF4-FFF2-40B4-BE49-F238E27FC236}">
                  <a16:creationId xmlns:a16="http://schemas.microsoft.com/office/drawing/2014/main" id="{CC547600-3860-AB80-ACE9-7958EBDDBD12}"/>
                </a:ext>
              </a:extLst>
            </p:cNvPr>
            <p:cNvSpPr/>
            <p:nvPr/>
          </p:nvSpPr>
          <p:spPr>
            <a:xfrm>
              <a:off x="7957224" y="3867942"/>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grpFill/>
            <a:ln w="25400" cap="flat">
              <a:noFill/>
              <a:prstDash val="solid"/>
              <a:miter lim="400000"/>
            </a:ln>
            <a:effectLst/>
          </p:spPr>
          <p:txBody>
            <a:bodyPr anchor="ctr"/>
            <a:lstStyle/>
            <a:p>
              <a:pPr algn="ctr"/>
              <a:endParaRPr/>
            </a:p>
          </p:txBody>
        </p:sp>
        <p:sp>
          <p:nvSpPr>
            <p:cNvPr id="111" name="ïślîḍè">
              <a:extLst>
                <a:ext uri="{FF2B5EF4-FFF2-40B4-BE49-F238E27FC236}">
                  <a16:creationId xmlns:a16="http://schemas.microsoft.com/office/drawing/2014/main" id="{3B124EFC-412C-09EB-7E75-78C41AB28C0E}"/>
                </a:ext>
              </a:extLst>
            </p:cNvPr>
            <p:cNvSpPr/>
            <p:nvPr/>
          </p:nvSpPr>
          <p:spPr>
            <a:xfrm>
              <a:off x="7953865" y="3917350"/>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grpFill/>
            <a:ln w="25400" cap="flat">
              <a:noFill/>
              <a:prstDash val="solid"/>
              <a:miter lim="400000"/>
            </a:ln>
            <a:effectLst/>
          </p:spPr>
          <p:txBody>
            <a:bodyPr anchor="ctr"/>
            <a:lstStyle/>
            <a:p>
              <a:pPr algn="ctr"/>
              <a:endParaRPr/>
            </a:p>
          </p:txBody>
        </p:sp>
        <p:sp>
          <p:nvSpPr>
            <p:cNvPr id="112" name="îṣḷiďè">
              <a:extLst>
                <a:ext uri="{FF2B5EF4-FFF2-40B4-BE49-F238E27FC236}">
                  <a16:creationId xmlns:a16="http://schemas.microsoft.com/office/drawing/2014/main" id="{CEA92DEF-F701-8C43-65C0-3FC82FCC0D61}"/>
                </a:ext>
              </a:extLst>
            </p:cNvPr>
            <p:cNvSpPr/>
            <p:nvPr/>
          </p:nvSpPr>
          <p:spPr>
            <a:xfrm>
              <a:off x="7931635" y="3837005"/>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grpFill/>
            <a:ln w="25400" cap="flat">
              <a:noFill/>
              <a:prstDash val="solid"/>
              <a:miter lim="400000"/>
            </a:ln>
            <a:effectLst/>
          </p:spPr>
          <p:txBody>
            <a:bodyPr anchor="ctr"/>
            <a:lstStyle/>
            <a:p>
              <a:pPr algn="ctr"/>
              <a:endParaRPr/>
            </a:p>
          </p:txBody>
        </p:sp>
        <p:sp>
          <p:nvSpPr>
            <p:cNvPr id="113" name="işḷídé">
              <a:extLst>
                <a:ext uri="{FF2B5EF4-FFF2-40B4-BE49-F238E27FC236}">
                  <a16:creationId xmlns:a16="http://schemas.microsoft.com/office/drawing/2014/main" id="{4313FC78-7BF8-458F-67C5-37D5577F4B0E}"/>
                </a:ext>
              </a:extLst>
            </p:cNvPr>
            <p:cNvSpPr/>
            <p:nvPr/>
          </p:nvSpPr>
          <p:spPr>
            <a:xfrm>
              <a:off x="7171214" y="3107084"/>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grpFill/>
            <a:ln w="25400" cap="flat">
              <a:noFill/>
              <a:prstDash val="solid"/>
              <a:miter lim="400000"/>
            </a:ln>
            <a:effectLst/>
          </p:spPr>
          <p:txBody>
            <a:bodyPr anchor="ctr"/>
            <a:lstStyle/>
            <a:p>
              <a:pPr algn="ctr"/>
              <a:endParaRPr/>
            </a:p>
          </p:txBody>
        </p:sp>
        <p:sp>
          <p:nvSpPr>
            <p:cNvPr id="114" name="íŝḷïde">
              <a:extLst>
                <a:ext uri="{FF2B5EF4-FFF2-40B4-BE49-F238E27FC236}">
                  <a16:creationId xmlns:a16="http://schemas.microsoft.com/office/drawing/2014/main" id="{2F638B46-36B3-6257-3CED-5D3A7F4922EB}"/>
                </a:ext>
              </a:extLst>
            </p:cNvPr>
            <p:cNvSpPr/>
            <p:nvPr/>
          </p:nvSpPr>
          <p:spPr>
            <a:xfrm>
              <a:off x="6561284" y="2785626"/>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grpFill/>
            <a:ln w="25400" cap="flat">
              <a:noFill/>
              <a:prstDash val="solid"/>
              <a:miter lim="400000"/>
            </a:ln>
            <a:effectLst/>
          </p:spPr>
          <p:txBody>
            <a:bodyPr anchor="ctr"/>
            <a:lstStyle/>
            <a:p>
              <a:pPr algn="ctr"/>
              <a:endParaRPr/>
            </a:p>
          </p:txBody>
        </p:sp>
        <p:sp>
          <p:nvSpPr>
            <p:cNvPr id="115" name="îṡľiḑe">
              <a:extLst>
                <a:ext uri="{FF2B5EF4-FFF2-40B4-BE49-F238E27FC236}">
                  <a16:creationId xmlns:a16="http://schemas.microsoft.com/office/drawing/2014/main" id="{BEB3D075-0A1E-1AC2-9010-BFD9932E858F}"/>
                </a:ext>
              </a:extLst>
            </p:cNvPr>
            <p:cNvSpPr/>
            <p:nvPr/>
          </p:nvSpPr>
          <p:spPr>
            <a:xfrm>
              <a:off x="5255087" y="1585911"/>
              <a:ext cx="2042366" cy="1189722"/>
            </a:xfrm>
            <a:custGeom>
              <a:avLst/>
              <a:gdLst/>
              <a:ahLst/>
              <a:cxnLst>
                <a:cxn ang="0">
                  <a:pos x="wd2" y="hd2"/>
                </a:cxn>
                <a:cxn ang="5400000">
                  <a:pos x="wd2" y="hd2"/>
                </a:cxn>
                <a:cxn ang="10800000">
                  <a:pos x="wd2" y="hd2"/>
                </a:cxn>
                <a:cxn ang="16200000">
                  <a:pos x="wd2" y="hd2"/>
                </a:cxn>
              </a:cxnLst>
              <a:rect l="0" t="0" r="r" b="b"/>
              <a:pathLst>
                <a:path w="21600" h="21600" extrusionOk="0">
                  <a:moveTo>
                    <a:pt x="20807" y="1150"/>
                  </a:moveTo>
                  <a:lnTo>
                    <a:pt x="20140" y="892"/>
                  </a:lnTo>
                  <a:lnTo>
                    <a:pt x="19827" y="747"/>
                  </a:lnTo>
                  <a:lnTo>
                    <a:pt x="19506" y="542"/>
                  </a:lnTo>
                  <a:lnTo>
                    <a:pt x="19194" y="459"/>
                  </a:lnTo>
                  <a:lnTo>
                    <a:pt x="18976" y="267"/>
                  </a:lnTo>
                  <a:lnTo>
                    <a:pt x="18803" y="212"/>
                  </a:lnTo>
                  <a:lnTo>
                    <a:pt x="18690" y="293"/>
                  </a:lnTo>
                  <a:lnTo>
                    <a:pt x="18482" y="457"/>
                  </a:lnTo>
                  <a:lnTo>
                    <a:pt x="18589" y="626"/>
                  </a:lnTo>
                  <a:lnTo>
                    <a:pt x="18799" y="626"/>
                  </a:lnTo>
                  <a:lnTo>
                    <a:pt x="18944" y="749"/>
                  </a:lnTo>
                  <a:lnTo>
                    <a:pt x="19057" y="799"/>
                  </a:lnTo>
                  <a:lnTo>
                    <a:pt x="19162" y="663"/>
                  </a:lnTo>
                  <a:lnTo>
                    <a:pt x="19282" y="649"/>
                  </a:lnTo>
                  <a:lnTo>
                    <a:pt x="19425" y="814"/>
                  </a:lnTo>
                  <a:lnTo>
                    <a:pt x="19336" y="1164"/>
                  </a:lnTo>
                  <a:lnTo>
                    <a:pt x="19232" y="1314"/>
                  </a:lnTo>
                  <a:lnTo>
                    <a:pt x="19042" y="1149"/>
                  </a:lnTo>
                  <a:lnTo>
                    <a:pt x="18875" y="1149"/>
                  </a:lnTo>
                  <a:lnTo>
                    <a:pt x="18733" y="1250"/>
                  </a:lnTo>
                  <a:lnTo>
                    <a:pt x="18426" y="1346"/>
                  </a:lnTo>
                  <a:lnTo>
                    <a:pt x="18234" y="1428"/>
                  </a:lnTo>
                  <a:lnTo>
                    <a:pt x="18001" y="1483"/>
                  </a:lnTo>
                  <a:lnTo>
                    <a:pt x="17885" y="1455"/>
                  </a:lnTo>
                  <a:lnTo>
                    <a:pt x="17764" y="1282"/>
                  </a:lnTo>
                  <a:lnTo>
                    <a:pt x="17591" y="1204"/>
                  </a:lnTo>
                  <a:lnTo>
                    <a:pt x="17472" y="1218"/>
                  </a:lnTo>
                  <a:lnTo>
                    <a:pt x="17205" y="1314"/>
                  </a:lnTo>
                  <a:lnTo>
                    <a:pt x="16942" y="1479"/>
                  </a:lnTo>
                  <a:lnTo>
                    <a:pt x="16671" y="1671"/>
                  </a:lnTo>
                  <a:lnTo>
                    <a:pt x="16451" y="1882"/>
                  </a:lnTo>
                  <a:lnTo>
                    <a:pt x="16191" y="2147"/>
                  </a:lnTo>
                  <a:lnTo>
                    <a:pt x="16038" y="2203"/>
                  </a:lnTo>
                  <a:lnTo>
                    <a:pt x="15932" y="2029"/>
                  </a:lnTo>
                  <a:lnTo>
                    <a:pt x="15829" y="1988"/>
                  </a:lnTo>
                  <a:lnTo>
                    <a:pt x="15732" y="1892"/>
                  </a:lnTo>
                  <a:lnTo>
                    <a:pt x="15762" y="1710"/>
                  </a:lnTo>
                  <a:lnTo>
                    <a:pt x="15657" y="1417"/>
                  </a:lnTo>
                  <a:lnTo>
                    <a:pt x="15517" y="1390"/>
                  </a:lnTo>
                  <a:lnTo>
                    <a:pt x="15378" y="1390"/>
                  </a:lnTo>
                  <a:lnTo>
                    <a:pt x="15253" y="1481"/>
                  </a:lnTo>
                  <a:lnTo>
                    <a:pt x="15278" y="1641"/>
                  </a:lnTo>
                  <a:lnTo>
                    <a:pt x="15392" y="1819"/>
                  </a:lnTo>
                  <a:lnTo>
                    <a:pt x="15384" y="1998"/>
                  </a:lnTo>
                  <a:lnTo>
                    <a:pt x="15457" y="2135"/>
                  </a:lnTo>
                  <a:lnTo>
                    <a:pt x="15449" y="2313"/>
                  </a:lnTo>
                  <a:lnTo>
                    <a:pt x="15372" y="2418"/>
                  </a:lnTo>
                  <a:lnTo>
                    <a:pt x="15165" y="2528"/>
                  </a:lnTo>
                  <a:lnTo>
                    <a:pt x="14864" y="2652"/>
                  </a:lnTo>
                  <a:lnTo>
                    <a:pt x="14558" y="2802"/>
                  </a:lnTo>
                  <a:lnTo>
                    <a:pt x="14501" y="2964"/>
                  </a:lnTo>
                  <a:lnTo>
                    <a:pt x="14580" y="3129"/>
                  </a:lnTo>
                  <a:lnTo>
                    <a:pt x="14535" y="3260"/>
                  </a:lnTo>
                  <a:lnTo>
                    <a:pt x="14301" y="3357"/>
                  </a:lnTo>
                  <a:lnTo>
                    <a:pt x="14167" y="3571"/>
                  </a:lnTo>
                  <a:lnTo>
                    <a:pt x="14002" y="3383"/>
                  </a:lnTo>
                  <a:lnTo>
                    <a:pt x="13882" y="3233"/>
                  </a:lnTo>
                  <a:lnTo>
                    <a:pt x="13736" y="3151"/>
                  </a:lnTo>
                  <a:lnTo>
                    <a:pt x="13601" y="3165"/>
                  </a:lnTo>
                  <a:lnTo>
                    <a:pt x="13544" y="3303"/>
                  </a:lnTo>
                  <a:lnTo>
                    <a:pt x="13684" y="3412"/>
                  </a:lnTo>
                  <a:lnTo>
                    <a:pt x="13810" y="3412"/>
                  </a:lnTo>
                  <a:lnTo>
                    <a:pt x="13898" y="3509"/>
                  </a:lnTo>
                  <a:lnTo>
                    <a:pt x="13968" y="3600"/>
                  </a:lnTo>
                  <a:lnTo>
                    <a:pt x="14044" y="3723"/>
                  </a:lnTo>
                  <a:lnTo>
                    <a:pt x="13921" y="3938"/>
                  </a:lnTo>
                  <a:lnTo>
                    <a:pt x="13743" y="3952"/>
                  </a:lnTo>
                  <a:lnTo>
                    <a:pt x="13682" y="4102"/>
                  </a:lnTo>
                  <a:lnTo>
                    <a:pt x="13545" y="4125"/>
                  </a:lnTo>
                  <a:lnTo>
                    <a:pt x="13425" y="3918"/>
                  </a:lnTo>
                  <a:lnTo>
                    <a:pt x="13296" y="3768"/>
                  </a:lnTo>
                  <a:lnTo>
                    <a:pt x="13175" y="3714"/>
                  </a:lnTo>
                  <a:lnTo>
                    <a:pt x="13055" y="3663"/>
                  </a:lnTo>
                  <a:lnTo>
                    <a:pt x="12975" y="3430"/>
                  </a:lnTo>
                  <a:lnTo>
                    <a:pt x="12892" y="3238"/>
                  </a:lnTo>
                  <a:lnTo>
                    <a:pt x="12851" y="3047"/>
                  </a:lnTo>
                  <a:lnTo>
                    <a:pt x="12766" y="2877"/>
                  </a:lnTo>
                  <a:lnTo>
                    <a:pt x="12599" y="2739"/>
                  </a:lnTo>
                  <a:lnTo>
                    <a:pt x="12494" y="2631"/>
                  </a:lnTo>
                  <a:lnTo>
                    <a:pt x="12368" y="2420"/>
                  </a:lnTo>
                  <a:lnTo>
                    <a:pt x="12304" y="2245"/>
                  </a:lnTo>
                  <a:lnTo>
                    <a:pt x="12377" y="2017"/>
                  </a:lnTo>
                  <a:lnTo>
                    <a:pt x="12699" y="2003"/>
                  </a:lnTo>
                  <a:cubicBezTo>
                    <a:pt x="12738" y="2035"/>
                    <a:pt x="12777" y="2063"/>
                    <a:pt x="12817" y="2090"/>
                  </a:cubicBezTo>
                  <a:cubicBezTo>
                    <a:pt x="12952" y="2178"/>
                    <a:pt x="13094" y="2236"/>
                    <a:pt x="13239" y="2259"/>
                  </a:cubicBezTo>
                  <a:lnTo>
                    <a:pt x="13399" y="2479"/>
                  </a:lnTo>
                  <a:lnTo>
                    <a:pt x="13603" y="2506"/>
                  </a:lnTo>
                  <a:lnTo>
                    <a:pt x="13797" y="2506"/>
                  </a:lnTo>
                  <a:cubicBezTo>
                    <a:pt x="13873" y="2506"/>
                    <a:pt x="13949" y="2506"/>
                    <a:pt x="14025" y="2506"/>
                  </a:cubicBezTo>
                  <a:cubicBezTo>
                    <a:pt x="14058" y="2506"/>
                    <a:pt x="14090" y="2506"/>
                    <a:pt x="14122" y="2506"/>
                  </a:cubicBezTo>
                  <a:lnTo>
                    <a:pt x="14251" y="2356"/>
                  </a:lnTo>
                  <a:lnTo>
                    <a:pt x="14347" y="2302"/>
                  </a:lnTo>
                  <a:lnTo>
                    <a:pt x="14484" y="2237"/>
                  </a:lnTo>
                  <a:lnTo>
                    <a:pt x="14616" y="2210"/>
                  </a:lnTo>
                  <a:lnTo>
                    <a:pt x="14613" y="2040"/>
                  </a:lnTo>
                  <a:lnTo>
                    <a:pt x="14460" y="1889"/>
                  </a:lnTo>
                  <a:lnTo>
                    <a:pt x="14355" y="1605"/>
                  </a:lnTo>
                  <a:cubicBezTo>
                    <a:pt x="14271" y="1573"/>
                    <a:pt x="14188" y="1533"/>
                    <a:pt x="14107" y="1486"/>
                  </a:cubicBezTo>
                  <a:cubicBezTo>
                    <a:pt x="14008" y="1428"/>
                    <a:pt x="13911" y="1359"/>
                    <a:pt x="13817" y="1279"/>
                  </a:cubicBezTo>
                  <a:lnTo>
                    <a:pt x="13451" y="1078"/>
                  </a:lnTo>
                  <a:lnTo>
                    <a:pt x="13212" y="945"/>
                  </a:lnTo>
                  <a:lnTo>
                    <a:pt x="12842" y="766"/>
                  </a:lnTo>
                  <a:lnTo>
                    <a:pt x="12603" y="849"/>
                  </a:lnTo>
                  <a:lnTo>
                    <a:pt x="12436" y="968"/>
                  </a:lnTo>
                  <a:lnTo>
                    <a:pt x="12291" y="899"/>
                  </a:lnTo>
                  <a:lnTo>
                    <a:pt x="12112" y="639"/>
                  </a:lnTo>
                  <a:lnTo>
                    <a:pt x="11879" y="402"/>
                  </a:lnTo>
                  <a:lnTo>
                    <a:pt x="11669" y="320"/>
                  </a:lnTo>
                  <a:lnTo>
                    <a:pt x="11486" y="252"/>
                  </a:lnTo>
                  <a:lnTo>
                    <a:pt x="11279" y="156"/>
                  </a:lnTo>
                  <a:lnTo>
                    <a:pt x="11086" y="73"/>
                  </a:lnTo>
                  <a:lnTo>
                    <a:pt x="10931" y="18"/>
                  </a:lnTo>
                  <a:lnTo>
                    <a:pt x="10715" y="114"/>
                  </a:lnTo>
                  <a:lnTo>
                    <a:pt x="10556" y="192"/>
                  </a:lnTo>
                  <a:lnTo>
                    <a:pt x="10395" y="137"/>
                  </a:lnTo>
                  <a:lnTo>
                    <a:pt x="10285" y="82"/>
                  </a:lnTo>
                  <a:lnTo>
                    <a:pt x="10146" y="27"/>
                  </a:lnTo>
                  <a:lnTo>
                    <a:pt x="10010" y="0"/>
                  </a:lnTo>
                  <a:lnTo>
                    <a:pt x="9706" y="83"/>
                  </a:lnTo>
                  <a:lnTo>
                    <a:pt x="9387" y="184"/>
                  </a:lnTo>
                  <a:lnTo>
                    <a:pt x="8981" y="564"/>
                  </a:lnTo>
                  <a:lnTo>
                    <a:pt x="8797" y="728"/>
                  </a:lnTo>
                  <a:lnTo>
                    <a:pt x="8584" y="783"/>
                  </a:lnTo>
                  <a:lnTo>
                    <a:pt x="8320" y="915"/>
                  </a:lnTo>
                  <a:lnTo>
                    <a:pt x="8160" y="996"/>
                  </a:lnTo>
                  <a:lnTo>
                    <a:pt x="7967" y="1147"/>
                  </a:lnTo>
                  <a:lnTo>
                    <a:pt x="7886" y="1297"/>
                  </a:lnTo>
                  <a:lnTo>
                    <a:pt x="7888" y="1470"/>
                  </a:lnTo>
                  <a:lnTo>
                    <a:pt x="7855" y="1675"/>
                  </a:lnTo>
                  <a:lnTo>
                    <a:pt x="7776" y="1784"/>
                  </a:lnTo>
                  <a:lnTo>
                    <a:pt x="7655" y="1839"/>
                  </a:lnTo>
                  <a:lnTo>
                    <a:pt x="7530" y="1894"/>
                  </a:lnTo>
                  <a:lnTo>
                    <a:pt x="7376" y="2183"/>
                  </a:lnTo>
                  <a:lnTo>
                    <a:pt x="7276" y="2430"/>
                  </a:lnTo>
                  <a:lnTo>
                    <a:pt x="7123" y="2673"/>
                  </a:lnTo>
                  <a:lnTo>
                    <a:pt x="7099" y="2824"/>
                  </a:lnTo>
                  <a:lnTo>
                    <a:pt x="7051" y="3056"/>
                  </a:lnTo>
                  <a:lnTo>
                    <a:pt x="6924" y="3316"/>
                  </a:lnTo>
                  <a:lnTo>
                    <a:pt x="6795" y="3550"/>
                  </a:lnTo>
                  <a:lnTo>
                    <a:pt x="6610" y="3688"/>
                  </a:lnTo>
                  <a:lnTo>
                    <a:pt x="6375" y="3930"/>
                  </a:lnTo>
                  <a:lnTo>
                    <a:pt x="6295" y="4053"/>
                  </a:lnTo>
                  <a:lnTo>
                    <a:pt x="6207" y="4241"/>
                  </a:lnTo>
                  <a:lnTo>
                    <a:pt x="6072" y="4323"/>
                  </a:lnTo>
                  <a:lnTo>
                    <a:pt x="5796" y="4429"/>
                  </a:lnTo>
                  <a:lnTo>
                    <a:pt x="5615" y="4524"/>
                  </a:lnTo>
                  <a:lnTo>
                    <a:pt x="5511" y="4647"/>
                  </a:lnTo>
                  <a:lnTo>
                    <a:pt x="5386" y="4780"/>
                  </a:lnTo>
                  <a:lnTo>
                    <a:pt x="5249" y="4999"/>
                  </a:lnTo>
                  <a:lnTo>
                    <a:pt x="5158" y="5155"/>
                  </a:lnTo>
                  <a:lnTo>
                    <a:pt x="5088" y="5329"/>
                  </a:lnTo>
                  <a:lnTo>
                    <a:pt x="5065" y="5480"/>
                  </a:lnTo>
                  <a:lnTo>
                    <a:pt x="5065" y="5754"/>
                  </a:lnTo>
                  <a:lnTo>
                    <a:pt x="5089" y="5900"/>
                  </a:lnTo>
                  <a:lnTo>
                    <a:pt x="5118" y="6123"/>
                  </a:lnTo>
                  <a:lnTo>
                    <a:pt x="5094" y="6315"/>
                  </a:lnTo>
                  <a:lnTo>
                    <a:pt x="5118" y="6590"/>
                  </a:lnTo>
                  <a:lnTo>
                    <a:pt x="5312" y="6948"/>
                  </a:lnTo>
                  <a:lnTo>
                    <a:pt x="5497" y="7278"/>
                  </a:lnTo>
                  <a:lnTo>
                    <a:pt x="5698" y="7360"/>
                  </a:lnTo>
                  <a:lnTo>
                    <a:pt x="6010" y="7347"/>
                  </a:lnTo>
                  <a:lnTo>
                    <a:pt x="6179" y="7123"/>
                  </a:lnTo>
                  <a:lnTo>
                    <a:pt x="6421" y="6806"/>
                  </a:lnTo>
                  <a:lnTo>
                    <a:pt x="6673" y="6770"/>
                  </a:lnTo>
                  <a:lnTo>
                    <a:pt x="6722" y="7029"/>
                  </a:lnTo>
                  <a:lnTo>
                    <a:pt x="6859" y="7341"/>
                  </a:lnTo>
                  <a:lnTo>
                    <a:pt x="6923" y="7657"/>
                  </a:lnTo>
                  <a:lnTo>
                    <a:pt x="7026" y="7817"/>
                  </a:lnTo>
                  <a:lnTo>
                    <a:pt x="7026" y="8065"/>
                  </a:lnTo>
                  <a:lnTo>
                    <a:pt x="7034" y="8312"/>
                  </a:lnTo>
                  <a:lnTo>
                    <a:pt x="7120" y="8458"/>
                  </a:lnTo>
                  <a:lnTo>
                    <a:pt x="7192" y="8650"/>
                  </a:lnTo>
                  <a:lnTo>
                    <a:pt x="7493" y="8925"/>
                  </a:lnTo>
                  <a:lnTo>
                    <a:pt x="7581" y="8833"/>
                  </a:lnTo>
                  <a:lnTo>
                    <a:pt x="7850" y="8512"/>
                  </a:lnTo>
                  <a:lnTo>
                    <a:pt x="7962" y="8471"/>
                  </a:lnTo>
                  <a:lnTo>
                    <a:pt x="8086" y="8224"/>
                  </a:lnTo>
                  <a:lnTo>
                    <a:pt x="8142" y="7954"/>
                  </a:lnTo>
                  <a:lnTo>
                    <a:pt x="8118" y="7546"/>
                  </a:lnTo>
                  <a:lnTo>
                    <a:pt x="8183" y="7331"/>
                  </a:lnTo>
                  <a:lnTo>
                    <a:pt x="8408" y="7069"/>
                  </a:lnTo>
                  <a:lnTo>
                    <a:pt x="8596" y="6868"/>
                  </a:lnTo>
                  <a:lnTo>
                    <a:pt x="8782" y="6652"/>
                  </a:lnTo>
                  <a:lnTo>
                    <a:pt x="8870" y="6378"/>
                  </a:lnTo>
                  <a:lnTo>
                    <a:pt x="8870" y="6199"/>
                  </a:lnTo>
                  <a:lnTo>
                    <a:pt x="8675" y="6099"/>
                  </a:lnTo>
                  <a:lnTo>
                    <a:pt x="8400" y="5782"/>
                  </a:lnTo>
                  <a:cubicBezTo>
                    <a:pt x="8345" y="5725"/>
                    <a:pt x="8303" y="5638"/>
                    <a:pt x="8280" y="5535"/>
                  </a:cubicBezTo>
                  <a:cubicBezTo>
                    <a:pt x="8253" y="5415"/>
                    <a:pt x="8255" y="5284"/>
                    <a:pt x="8280" y="5163"/>
                  </a:cubicBezTo>
                  <a:cubicBezTo>
                    <a:pt x="8308" y="5024"/>
                    <a:pt x="8366" y="4907"/>
                    <a:pt x="8441" y="4834"/>
                  </a:cubicBezTo>
                  <a:cubicBezTo>
                    <a:pt x="8456" y="4723"/>
                    <a:pt x="8474" y="4613"/>
                    <a:pt x="8494" y="4505"/>
                  </a:cubicBezTo>
                  <a:cubicBezTo>
                    <a:pt x="8510" y="4424"/>
                    <a:pt x="8527" y="4342"/>
                    <a:pt x="8558" y="4276"/>
                  </a:cubicBezTo>
                  <a:cubicBezTo>
                    <a:pt x="8643" y="4100"/>
                    <a:pt x="8795" y="4075"/>
                    <a:pt x="8897" y="4221"/>
                  </a:cubicBezTo>
                  <a:cubicBezTo>
                    <a:pt x="8958" y="4155"/>
                    <a:pt x="9013" y="4077"/>
                    <a:pt x="9061" y="3987"/>
                  </a:cubicBezTo>
                  <a:cubicBezTo>
                    <a:pt x="9136" y="3848"/>
                    <a:pt x="9193" y="3684"/>
                    <a:pt x="9260" y="3534"/>
                  </a:cubicBezTo>
                  <a:cubicBezTo>
                    <a:pt x="9306" y="3430"/>
                    <a:pt x="9356" y="3332"/>
                    <a:pt x="9405" y="3232"/>
                  </a:cubicBezTo>
                  <a:cubicBezTo>
                    <a:pt x="9452" y="3137"/>
                    <a:pt x="9497" y="3041"/>
                    <a:pt x="9542" y="2943"/>
                  </a:cubicBezTo>
                  <a:lnTo>
                    <a:pt x="9832" y="2723"/>
                  </a:lnTo>
                  <a:lnTo>
                    <a:pt x="9993" y="2545"/>
                  </a:lnTo>
                  <a:lnTo>
                    <a:pt x="10111" y="2705"/>
                  </a:lnTo>
                  <a:lnTo>
                    <a:pt x="10183" y="2884"/>
                  </a:lnTo>
                  <a:lnTo>
                    <a:pt x="10183" y="3144"/>
                  </a:lnTo>
                  <a:lnTo>
                    <a:pt x="10098" y="3332"/>
                  </a:lnTo>
                  <a:lnTo>
                    <a:pt x="10098" y="3689"/>
                  </a:lnTo>
                  <a:lnTo>
                    <a:pt x="10082" y="3859"/>
                  </a:lnTo>
                  <a:lnTo>
                    <a:pt x="9930" y="3957"/>
                  </a:lnTo>
                  <a:lnTo>
                    <a:pt x="9906" y="4204"/>
                  </a:lnTo>
                  <a:lnTo>
                    <a:pt x="9849" y="4492"/>
                  </a:lnTo>
                  <a:lnTo>
                    <a:pt x="9683" y="4633"/>
                  </a:lnTo>
                  <a:lnTo>
                    <a:pt x="9586" y="4780"/>
                  </a:lnTo>
                  <a:lnTo>
                    <a:pt x="9482" y="5082"/>
                  </a:lnTo>
                  <a:lnTo>
                    <a:pt x="9514" y="5403"/>
                  </a:lnTo>
                  <a:lnTo>
                    <a:pt x="9716" y="5586"/>
                  </a:lnTo>
                  <a:cubicBezTo>
                    <a:pt x="9796" y="5549"/>
                    <a:pt x="9881" y="5586"/>
                    <a:pt x="9941" y="5682"/>
                  </a:cubicBezTo>
                  <a:cubicBezTo>
                    <a:pt x="9990" y="5760"/>
                    <a:pt x="10017" y="5871"/>
                    <a:pt x="10065" y="5951"/>
                  </a:cubicBezTo>
                  <a:cubicBezTo>
                    <a:pt x="10132" y="6062"/>
                    <a:pt x="10229" y="6103"/>
                    <a:pt x="10318" y="6056"/>
                  </a:cubicBezTo>
                  <a:lnTo>
                    <a:pt x="10508" y="6070"/>
                  </a:lnTo>
                  <a:lnTo>
                    <a:pt x="10731" y="6002"/>
                  </a:lnTo>
                  <a:lnTo>
                    <a:pt x="10946" y="5851"/>
                  </a:lnTo>
                  <a:lnTo>
                    <a:pt x="11105" y="5786"/>
                  </a:lnTo>
                  <a:lnTo>
                    <a:pt x="11391" y="5848"/>
                  </a:lnTo>
                  <a:lnTo>
                    <a:pt x="11503" y="6039"/>
                  </a:lnTo>
                  <a:lnTo>
                    <a:pt x="11785" y="6094"/>
                  </a:lnTo>
                  <a:lnTo>
                    <a:pt x="11854" y="6226"/>
                  </a:lnTo>
                  <a:lnTo>
                    <a:pt x="11801" y="6390"/>
                  </a:lnTo>
                  <a:lnTo>
                    <a:pt x="11600" y="6542"/>
                  </a:lnTo>
                  <a:lnTo>
                    <a:pt x="11427" y="6730"/>
                  </a:lnTo>
                  <a:lnTo>
                    <a:pt x="11242" y="6739"/>
                  </a:lnTo>
                  <a:lnTo>
                    <a:pt x="11084" y="6698"/>
                  </a:lnTo>
                  <a:lnTo>
                    <a:pt x="10942" y="6629"/>
                  </a:lnTo>
                  <a:lnTo>
                    <a:pt x="10752" y="6588"/>
                  </a:lnTo>
                  <a:lnTo>
                    <a:pt x="10578" y="6629"/>
                  </a:lnTo>
                  <a:lnTo>
                    <a:pt x="10435" y="6670"/>
                  </a:lnTo>
                  <a:lnTo>
                    <a:pt x="10291" y="6748"/>
                  </a:lnTo>
                  <a:lnTo>
                    <a:pt x="10218" y="6936"/>
                  </a:lnTo>
                  <a:lnTo>
                    <a:pt x="10315" y="7045"/>
                  </a:lnTo>
                  <a:lnTo>
                    <a:pt x="10580" y="7535"/>
                  </a:lnTo>
                  <a:lnTo>
                    <a:pt x="10580" y="7737"/>
                  </a:lnTo>
                  <a:lnTo>
                    <a:pt x="10500" y="7925"/>
                  </a:lnTo>
                  <a:lnTo>
                    <a:pt x="10333" y="8021"/>
                  </a:lnTo>
                  <a:lnTo>
                    <a:pt x="10285" y="8145"/>
                  </a:lnTo>
                  <a:lnTo>
                    <a:pt x="10181" y="8076"/>
                  </a:lnTo>
                  <a:lnTo>
                    <a:pt x="10133" y="7815"/>
                  </a:lnTo>
                  <a:lnTo>
                    <a:pt x="10012" y="7706"/>
                  </a:lnTo>
                  <a:lnTo>
                    <a:pt x="9771" y="7733"/>
                  </a:lnTo>
                  <a:lnTo>
                    <a:pt x="9701" y="7811"/>
                  </a:lnTo>
                  <a:lnTo>
                    <a:pt x="9701" y="8017"/>
                  </a:lnTo>
                  <a:lnTo>
                    <a:pt x="9581" y="8163"/>
                  </a:lnTo>
                  <a:lnTo>
                    <a:pt x="9597" y="8488"/>
                  </a:lnTo>
                  <a:lnTo>
                    <a:pt x="9637" y="8686"/>
                  </a:lnTo>
                  <a:lnTo>
                    <a:pt x="9693" y="8944"/>
                  </a:lnTo>
                  <a:lnTo>
                    <a:pt x="9588" y="9131"/>
                  </a:lnTo>
                  <a:lnTo>
                    <a:pt x="9435" y="9310"/>
                  </a:lnTo>
                  <a:lnTo>
                    <a:pt x="9298" y="9530"/>
                  </a:lnTo>
                  <a:lnTo>
                    <a:pt x="9180" y="9627"/>
                  </a:lnTo>
                  <a:lnTo>
                    <a:pt x="9092" y="9735"/>
                  </a:lnTo>
                  <a:lnTo>
                    <a:pt x="8983" y="9736"/>
                  </a:lnTo>
                  <a:cubicBezTo>
                    <a:pt x="8962" y="9703"/>
                    <a:pt x="8942" y="9671"/>
                    <a:pt x="8921" y="9640"/>
                  </a:cubicBezTo>
                  <a:cubicBezTo>
                    <a:pt x="8891" y="9595"/>
                    <a:pt x="8861" y="9551"/>
                    <a:pt x="8830" y="9508"/>
                  </a:cubicBezTo>
                  <a:lnTo>
                    <a:pt x="8564" y="9467"/>
                  </a:lnTo>
                  <a:lnTo>
                    <a:pt x="8300" y="9659"/>
                  </a:lnTo>
                  <a:lnTo>
                    <a:pt x="7986" y="9865"/>
                  </a:lnTo>
                  <a:lnTo>
                    <a:pt x="7905" y="9974"/>
                  </a:lnTo>
                  <a:lnTo>
                    <a:pt x="7739" y="10070"/>
                  </a:lnTo>
                  <a:lnTo>
                    <a:pt x="7634" y="10001"/>
                  </a:lnTo>
                  <a:lnTo>
                    <a:pt x="7465" y="9864"/>
                  </a:lnTo>
                  <a:lnTo>
                    <a:pt x="7314" y="9781"/>
                  </a:lnTo>
                  <a:lnTo>
                    <a:pt x="7226" y="9644"/>
                  </a:lnTo>
                  <a:lnTo>
                    <a:pt x="7149" y="9740"/>
                  </a:lnTo>
                  <a:lnTo>
                    <a:pt x="6975" y="9746"/>
                  </a:lnTo>
                  <a:lnTo>
                    <a:pt x="6769" y="9966"/>
                  </a:lnTo>
                  <a:lnTo>
                    <a:pt x="6586" y="9828"/>
                  </a:lnTo>
                  <a:lnTo>
                    <a:pt x="6498" y="9655"/>
                  </a:lnTo>
                  <a:lnTo>
                    <a:pt x="6359" y="9499"/>
                  </a:lnTo>
                  <a:lnTo>
                    <a:pt x="6246" y="9210"/>
                  </a:lnTo>
                  <a:lnTo>
                    <a:pt x="6332" y="9059"/>
                  </a:lnTo>
                  <a:lnTo>
                    <a:pt x="6468" y="9059"/>
                  </a:lnTo>
                  <a:lnTo>
                    <a:pt x="6436" y="9269"/>
                  </a:lnTo>
                  <a:lnTo>
                    <a:pt x="6594" y="9356"/>
                  </a:lnTo>
                  <a:lnTo>
                    <a:pt x="6642" y="9122"/>
                  </a:lnTo>
                  <a:lnTo>
                    <a:pt x="6779" y="9264"/>
                  </a:lnTo>
                  <a:lnTo>
                    <a:pt x="6939" y="9386"/>
                  </a:lnTo>
                  <a:lnTo>
                    <a:pt x="7020" y="9181"/>
                  </a:lnTo>
                  <a:lnTo>
                    <a:pt x="7095" y="8939"/>
                  </a:lnTo>
                  <a:lnTo>
                    <a:pt x="7009" y="8646"/>
                  </a:lnTo>
                  <a:lnTo>
                    <a:pt x="6883" y="8491"/>
                  </a:lnTo>
                  <a:lnTo>
                    <a:pt x="6741" y="8555"/>
                  </a:lnTo>
                  <a:lnTo>
                    <a:pt x="6645" y="8802"/>
                  </a:lnTo>
                  <a:lnTo>
                    <a:pt x="6668" y="8966"/>
                  </a:lnTo>
                  <a:lnTo>
                    <a:pt x="6572" y="8980"/>
                  </a:lnTo>
                  <a:lnTo>
                    <a:pt x="6524" y="8733"/>
                  </a:lnTo>
                  <a:lnTo>
                    <a:pt x="6425" y="8870"/>
                  </a:lnTo>
                  <a:lnTo>
                    <a:pt x="6282" y="8896"/>
                  </a:lnTo>
                  <a:lnTo>
                    <a:pt x="6298" y="8622"/>
                  </a:lnTo>
                  <a:lnTo>
                    <a:pt x="6338" y="8473"/>
                  </a:lnTo>
                  <a:lnTo>
                    <a:pt x="6394" y="8309"/>
                  </a:lnTo>
                  <a:lnTo>
                    <a:pt x="6394" y="7953"/>
                  </a:lnTo>
                  <a:lnTo>
                    <a:pt x="6380" y="7651"/>
                  </a:lnTo>
                  <a:lnTo>
                    <a:pt x="6254" y="7719"/>
                  </a:lnTo>
                  <a:lnTo>
                    <a:pt x="6189" y="7989"/>
                  </a:lnTo>
                  <a:lnTo>
                    <a:pt x="6096" y="8126"/>
                  </a:lnTo>
                  <a:lnTo>
                    <a:pt x="5932" y="8300"/>
                  </a:lnTo>
                  <a:lnTo>
                    <a:pt x="5836" y="8520"/>
                  </a:lnTo>
                  <a:lnTo>
                    <a:pt x="5819" y="8717"/>
                  </a:lnTo>
                  <a:lnTo>
                    <a:pt x="5921" y="8917"/>
                  </a:lnTo>
                  <a:lnTo>
                    <a:pt x="5974" y="9081"/>
                  </a:lnTo>
                  <a:lnTo>
                    <a:pt x="5934" y="9324"/>
                  </a:lnTo>
                  <a:lnTo>
                    <a:pt x="6004" y="9512"/>
                  </a:lnTo>
                  <a:lnTo>
                    <a:pt x="6235" y="9416"/>
                  </a:lnTo>
                  <a:lnTo>
                    <a:pt x="6253" y="9581"/>
                  </a:lnTo>
                  <a:lnTo>
                    <a:pt x="6088" y="9704"/>
                  </a:lnTo>
                  <a:lnTo>
                    <a:pt x="6016" y="9787"/>
                  </a:lnTo>
                  <a:lnTo>
                    <a:pt x="5983" y="10057"/>
                  </a:lnTo>
                  <a:lnTo>
                    <a:pt x="5865" y="10144"/>
                  </a:lnTo>
                  <a:lnTo>
                    <a:pt x="5664" y="10172"/>
                  </a:lnTo>
                  <a:lnTo>
                    <a:pt x="5506" y="10172"/>
                  </a:lnTo>
                  <a:lnTo>
                    <a:pt x="5370" y="10240"/>
                  </a:lnTo>
                  <a:lnTo>
                    <a:pt x="5273" y="10337"/>
                  </a:lnTo>
                  <a:lnTo>
                    <a:pt x="5101" y="10364"/>
                  </a:lnTo>
                  <a:lnTo>
                    <a:pt x="5002" y="10364"/>
                  </a:lnTo>
                  <a:lnTo>
                    <a:pt x="4982" y="10538"/>
                  </a:lnTo>
                  <a:lnTo>
                    <a:pt x="4867" y="10739"/>
                  </a:lnTo>
                  <a:lnTo>
                    <a:pt x="4738" y="10945"/>
                  </a:lnTo>
                  <a:lnTo>
                    <a:pt x="4563" y="11169"/>
                  </a:lnTo>
                  <a:lnTo>
                    <a:pt x="4385" y="11316"/>
                  </a:lnTo>
                  <a:lnTo>
                    <a:pt x="4328" y="11463"/>
                  </a:lnTo>
                  <a:lnTo>
                    <a:pt x="4152" y="11706"/>
                  </a:lnTo>
                  <a:lnTo>
                    <a:pt x="4065" y="11719"/>
                  </a:lnTo>
                  <a:lnTo>
                    <a:pt x="3934" y="11751"/>
                  </a:lnTo>
                  <a:lnTo>
                    <a:pt x="3849" y="11911"/>
                  </a:lnTo>
                  <a:lnTo>
                    <a:pt x="3781" y="12158"/>
                  </a:lnTo>
                  <a:lnTo>
                    <a:pt x="3725" y="12255"/>
                  </a:lnTo>
                  <a:lnTo>
                    <a:pt x="3603" y="12585"/>
                  </a:lnTo>
                  <a:lnTo>
                    <a:pt x="3316" y="12676"/>
                  </a:lnTo>
                  <a:lnTo>
                    <a:pt x="3265" y="12951"/>
                  </a:lnTo>
                  <a:lnTo>
                    <a:pt x="3134" y="12987"/>
                  </a:lnTo>
                  <a:lnTo>
                    <a:pt x="3035" y="12919"/>
                  </a:lnTo>
                  <a:lnTo>
                    <a:pt x="2939" y="12754"/>
                  </a:lnTo>
                  <a:cubicBezTo>
                    <a:pt x="2886" y="12812"/>
                    <a:pt x="2837" y="12876"/>
                    <a:pt x="2790" y="12947"/>
                  </a:cubicBezTo>
                  <a:cubicBezTo>
                    <a:pt x="2744" y="13015"/>
                    <a:pt x="2702" y="13088"/>
                    <a:pt x="2663" y="13166"/>
                  </a:cubicBezTo>
                  <a:lnTo>
                    <a:pt x="2511" y="13235"/>
                  </a:lnTo>
                  <a:lnTo>
                    <a:pt x="2334" y="13327"/>
                  </a:lnTo>
                  <a:lnTo>
                    <a:pt x="2256" y="13258"/>
                  </a:lnTo>
                  <a:lnTo>
                    <a:pt x="2079" y="13176"/>
                  </a:lnTo>
                  <a:lnTo>
                    <a:pt x="1886" y="13313"/>
                  </a:lnTo>
                  <a:lnTo>
                    <a:pt x="1701" y="13451"/>
                  </a:lnTo>
                  <a:lnTo>
                    <a:pt x="1776" y="13589"/>
                  </a:lnTo>
                  <a:lnTo>
                    <a:pt x="1890" y="13693"/>
                  </a:lnTo>
                  <a:lnTo>
                    <a:pt x="2105" y="13776"/>
                  </a:lnTo>
                  <a:lnTo>
                    <a:pt x="2379" y="13955"/>
                  </a:lnTo>
                  <a:lnTo>
                    <a:pt x="2554" y="14129"/>
                  </a:lnTo>
                  <a:lnTo>
                    <a:pt x="2659" y="14413"/>
                  </a:lnTo>
                  <a:lnTo>
                    <a:pt x="2704" y="14587"/>
                  </a:lnTo>
                  <a:lnTo>
                    <a:pt x="2768" y="14861"/>
                  </a:lnTo>
                  <a:lnTo>
                    <a:pt x="2792" y="15475"/>
                  </a:lnTo>
                  <a:lnTo>
                    <a:pt x="2771" y="15814"/>
                  </a:lnTo>
                  <a:cubicBezTo>
                    <a:pt x="2745" y="15996"/>
                    <a:pt x="2708" y="16172"/>
                    <a:pt x="2661" y="16341"/>
                  </a:cubicBezTo>
                  <a:cubicBezTo>
                    <a:pt x="2629" y="16460"/>
                    <a:pt x="2591" y="16574"/>
                    <a:pt x="2549" y="16684"/>
                  </a:cubicBezTo>
                  <a:lnTo>
                    <a:pt x="2342" y="16817"/>
                  </a:lnTo>
                  <a:lnTo>
                    <a:pt x="2030" y="16830"/>
                  </a:lnTo>
                  <a:lnTo>
                    <a:pt x="1856" y="16830"/>
                  </a:lnTo>
                  <a:lnTo>
                    <a:pt x="1549" y="16804"/>
                  </a:lnTo>
                  <a:lnTo>
                    <a:pt x="1329" y="16707"/>
                  </a:lnTo>
                  <a:lnTo>
                    <a:pt x="970" y="16537"/>
                  </a:lnTo>
                  <a:lnTo>
                    <a:pt x="739" y="16469"/>
                  </a:lnTo>
                  <a:lnTo>
                    <a:pt x="478" y="16547"/>
                  </a:lnTo>
                  <a:lnTo>
                    <a:pt x="293" y="16647"/>
                  </a:lnTo>
                  <a:lnTo>
                    <a:pt x="164" y="17042"/>
                  </a:lnTo>
                  <a:lnTo>
                    <a:pt x="199" y="17371"/>
                  </a:lnTo>
                  <a:lnTo>
                    <a:pt x="231" y="17765"/>
                  </a:lnTo>
                  <a:lnTo>
                    <a:pt x="199" y="18217"/>
                  </a:lnTo>
                  <a:lnTo>
                    <a:pt x="86" y="18602"/>
                  </a:lnTo>
                  <a:lnTo>
                    <a:pt x="24" y="19028"/>
                  </a:lnTo>
                  <a:lnTo>
                    <a:pt x="0" y="19390"/>
                  </a:lnTo>
                  <a:lnTo>
                    <a:pt x="32" y="19623"/>
                  </a:lnTo>
                  <a:lnTo>
                    <a:pt x="105" y="19880"/>
                  </a:lnTo>
                  <a:lnTo>
                    <a:pt x="97" y="20137"/>
                  </a:lnTo>
                  <a:lnTo>
                    <a:pt x="40" y="20343"/>
                  </a:lnTo>
                  <a:lnTo>
                    <a:pt x="81" y="20612"/>
                  </a:lnTo>
                  <a:lnTo>
                    <a:pt x="245" y="20708"/>
                  </a:lnTo>
                  <a:lnTo>
                    <a:pt x="417" y="20644"/>
                  </a:lnTo>
                  <a:lnTo>
                    <a:pt x="624" y="20794"/>
                  </a:lnTo>
                  <a:lnTo>
                    <a:pt x="693" y="20881"/>
                  </a:lnTo>
                  <a:lnTo>
                    <a:pt x="1007" y="21211"/>
                  </a:lnTo>
                  <a:lnTo>
                    <a:pt x="1064" y="21408"/>
                  </a:lnTo>
                  <a:lnTo>
                    <a:pt x="1160" y="21436"/>
                  </a:lnTo>
                  <a:lnTo>
                    <a:pt x="1241" y="21600"/>
                  </a:lnTo>
                  <a:lnTo>
                    <a:pt x="1286" y="21437"/>
                  </a:lnTo>
                  <a:lnTo>
                    <a:pt x="1286" y="21236"/>
                  </a:lnTo>
                  <a:lnTo>
                    <a:pt x="1358" y="21119"/>
                  </a:lnTo>
                  <a:lnTo>
                    <a:pt x="1562" y="21092"/>
                  </a:lnTo>
                  <a:lnTo>
                    <a:pt x="1667" y="21105"/>
                  </a:lnTo>
                  <a:cubicBezTo>
                    <a:pt x="1731" y="21119"/>
                    <a:pt x="1796" y="21128"/>
                    <a:pt x="1860" y="21133"/>
                  </a:cubicBezTo>
                  <a:cubicBezTo>
                    <a:pt x="1936" y="21139"/>
                    <a:pt x="2011" y="21139"/>
                    <a:pt x="2086" y="21133"/>
                  </a:cubicBezTo>
                  <a:lnTo>
                    <a:pt x="2247" y="21051"/>
                  </a:lnTo>
                  <a:lnTo>
                    <a:pt x="2333" y="20941"/>
                  </a:lnTo>
                  <a:lnTo>
                    <a:pt x="2422" y="20693"/>
                  </a:lnTo>
                  <a:lnTo>
                    <a:pt x="2519" y="20556"/>
                  </a:lnTo>
                  <a:lnTo>
                    <a:pt x="2655" y="20387"/>
                  </a:lnTo>
                  <a:lnTo>
                    <a:pt x="2784" y="20214"/>
                  </a:lnTo>
                  <a:lnTo>
                    <a:pt x="2897" y="20063"/>
                  </a:lnTo>
                  <a:lnTo>
                    <a:pt x="2921" y="19885"/>
                  </a:lnTo>
                  <a:lnTo>
                    <a:pt x="2921" y="19541"/>
                  </a:lnTo>
                  <a:lnTo>
                    <a:pt x="2969" y="19349"/>
                  </a:lnTo>
                  <a:lnTo>
                    <a:pt x="3039" y="19161"/>
                  </a:lnTo>
                  <a:lnTo>
                    <a:pt x="3241" y="18748"/>
                  </a:lnTo>
                  <a:lnTo>
                    <a:pt x="3257" y="18515"/>
                  </a:lnTo>
                  <a:cubicBezTo>
                    <a:pt x="3267" y="18464"/>
                    <a:pt x="3283" y="18417"/>
                    <a:pt x="3305" y="18379"/>
                  </a:cubicBezTo>
                  <a:cubicBezTo>
                    <a:pt x="3367" y="18269"/>
                    <a:pt x="3459" y="18240"/>
                    <a:pt x="3541" y="18187"/>
                  </a:cubicBezTo>
                  <a:cubicBezTo>
                    <a:pt x="3616" y="18139"/>
                    <a:pt x="3685" y="18071"/>
                    <a:pt x="3745" y="17985"/>
                  </a:cubicBezTo>
                  <a:lnTo>
                    <a:pt x="3923" y="17728"/>
                  </a:lnTo>
                  <a:lnTo>
                    <a:pt x="4081" y="17581"/>
                  </a:lnTo>
                  <a:lnTo>
                    <a:pt x="4167" y="17554"/>
                  </a:lnTo>
                  <a:lnTo>
                    <a:pt x="4059" y="17247"/>
                  </a:lnTo>
                  <a:lnTo>
                    <a:pt x="3955" y="17261"/>
                  </a:lnTo>
                  <a:lnTo>
                    <a:pt x="3938" y="16973"/>
                  </a:lnTo>
                  <a:lnTo>
                    <a:pt x="4118" y="16859"/>
                  </a:lnTo>
                  <a:lnTo>
                    <a:pt x="4354" y="16726"/>
                  </a:lnTo>
                  <a:lnTo>
                    <a:pt x="4432" y="16658"/>
                  </a:lnTo>
                  <a:lnTo>
                    <a:pt x="4620" y="16554"/>
                  </a:lnTo>
                  <a:lnTo>
                    <a:pt x="4738" y="16663"/>
                  </a:lnTo>
                  <a:lnTo>
                    <a:pt x="4945" y="16842"/>
                  </a:lnTo>
                  <a:lnTo>
                    <a:pt x="5057" y="16801"/>
                  </a:lnTo>
                  <a:lnTo>
                    <a:pt x="5270" y="16614"/>
                  </a:lnTo>
                  <a:cubicBezTo>
                    <a:pt x="5348" y="16588"/>
                    <a:pt x="5424" y="16547"/>
                    <a:pt x="5495" y="16490"/>
                  </a:cubicBezTo>
                  <a:cubicBezTo>
                    <a:pt x="5582" y="16422"/>
                    <a:pt x="5661" y="16332"/>
                    <a:pt x="5732" y="16224"/>
                  </a:cubicBezTo>
                  <a:lnTo>
                    <a:pt x="5896" y="16096"/>
                  </a:lnTo>
                  <a:lnTo>
                    <a:pt x="6009" y="16027"/>
                  </a:lnTo>
                  <a:lnTo>
                    <a:pt x="6185" y="15959"/>
                  </a:lnTo>
                  <a:lnTo>
                    <a:pt x="6336" y="16187"/>
                  </a:lnTo>
                  <a:lnTo>
                    <a:pt x="6513" y="16558"/>
                  </a:lnTo>
                  <a:lnTo>
                    <a:pt x="6478" y="16957"/>
                  </a:lnTo>
                  <a:lnTo>
                    <a:pt x="6566" y="17191"/>
                  </a:lnTo>
                  <a:cubicBezTo>
                    <a:pt x="6627" y="17266"/>
                    <a:pt x="6693" y="17327"/>
                    <a:pt x="6762" y="17374"/>
                  </a:cubicBezTo>
                  <a:cubicBezTo>
                    <a:pt x="6828" y="17418"/>
                    <a:pt x="6896" y="17449"/>
                    <a:pt x="6961" y="17493"/>
                  </a:cubicBezTo>
                  <a:cubicBezTo>
                    <a:pt x="7076" y="17571"/>
                    <a:pt x="7181" y="17688"/>
                    <a:pt x="7268" y="17837"/>
                  </a:cubicBezTo>
                  <a:lnTo>
                    <a:pt x="7381" y="17960"/>
                  </a:lnTo>
                  <a:lnTo>
                    <a:pt x="7502" y="18097"/>
                  </a:lnTo>
                  <a:lnTo>
                    <a:pt x="7652" y="18230"/>
                  </a:lnTo>
                  <a:lnTo>
                    <a:pt x="7765" y="18312"/>
                  </a:lnTo>
                  <a:lnTo>
                    <a:pt x="7950" y="18500"/>
                  </a:lnTo>
                  <a:lnTo>
                    <a:pt x="8004" y="18619"/>
                  </a:lnTo>
                  <a:lnTo>
                    <a:pt x="8122" y="18894"/>
                  </a:lnTo>
                  <a:lnTo>
                    <a:pt x="8273" y="19251"/>
                  </a:lnTo>
                  <a:lnTo>
                    <a:pt x="8399" y="19535"/>
                  </a:lnTo>
                  <a:lnTo>
                    <a:pt x="8203" y="19705"/>
                  </a:lnTo>
                  <a:lnTo>
                    <a:pt x="8232" y="19896"/>
                  </a:lnTo>
                  <a:lnTo>
                    <a:pt x="8184" y="20192"/>
                  </a:lnTo>
                  <a:lnTo>
                    <a:pt x="8313" y="20256"/>
                  </a:lnTo>
                  <a:lnTo>
                    <a:pt x="8369" y="20092"/>
                  </a:lnTo>
                  <a:lnTo>
                    <a:pt x="8471" y="19927"/>
                  </a:lnTo>
                  <a:lnTo>
                    <a:pt x="8584" y="19703"/>
                  </a:lnTo>
                  <a:lnTo>
                    <a:pt x="8621" y="19542"/>
                  </a:lnTo>
                  <a:lnTo>
                    <a:pt x="8570" y="19314"/>
                  </a:lnTo>
                  <a:lnTo>
                    <a:pt x="8522" y="19090"/>
                  </a:lnTo>
                  <a:lnTo>
                    <a:pt x="8493" y="18927"/>
                  </a:lnTo>
                  <a:lnTo>
                    <a:pt x="8573" y="18716"/>
                  </a:lnTo>
                  <a:lnTo>
                    <a:pt x="8735" y="18702"/>
                  </a:lnTo>
                  <a:lnTo>
                    <a:pt x="8831" y="18752"/>
                  </a:lnTo>
                  <a:lnTo>
                    <a:pt x="8888" y="18876"/>
                  </a:lnTo>
                  <a:lnTo>
                    <a:pt x="9070" y="18944"/>
                  </a:lnTo>
                  <a:lnTo>
                    <a:pt x="9159" y="18880"/>
                  </a:lnTo>
                  <a:lnTo>
                    <a:pt x="9054" y="18697"/>
                  </a:lnTo>
                  <a:lnTo>
                    <a:pt x="8898" y="18523"/>
                  </a:lnTo>
                  <a:lnTo>
                    <a:pt x="8594" y="18261"/>
                  </a:lnTo>
                  <a:lnTo>
                    <a:pt x="8368" y="18041"/>
                  </a:lnTo>
                  <a:lnTo>
                    <a:pt x="8097" y="17835"/>
                  </a:lnTo>
                  <a:lnTo>
                    <a:pt x="7917" y="17422"/>
                  </a:lnTo>
                  <a:lnTo>
                    <a:pt x="7716" y="17353"/>
                  </a:lnTo>
                  <a:lnTo>
                    <a:pt x="7485" y="16964"/>
                  </a:lnTo>
                  <a:lnTo>
                    <a:pt x="7541" y="16565"/>
                  </a:lnTo>
                  <a:lnTo>
                    <a:pt x="7398" y="16378"/>
                  </a:lnTo>
                  <a:lnTo>
                    <a:pt x="7222" y="16240"/>
                  </a:lnTo>
                  <a:lnTo>
                    <a:pt x="6975" y="15938"/>
                  </a:lnTo>
                  <a:lnTo>
                    <a:pt x="6974" y="15498"/>
                  </a:lnTo>
                  <a:lnTo>
                    <a:pt x="7213" y="15265"/>
                  </a:lnTo>
                  <a:lnTo>
                    <a:pt x="7388" y="15320"/>
                  </a:lnTo>
                  <a:lnTo>
                    <a:pt x="7527" y="15712"/>
                  </a:lnTo>
                  <a:lnTo>
                    <a:pt x="7790" y="15919"/>
                  </a:lnTo>
                  <a:cubicBezTo>
                    <a:pt x="7896" y="15936"/>
                    <a:pt x="7997" y="15992"/>
                    <a:pt x="8089" y="16084"/>
                  </a:cubicBezTo>
                  <a:cubicBezTo>
                    <a:pt x="8148" y="16143"/>
                    <a:pt x="8203" y="16217"/>
                    <a:pt x="8250" y="16304"/>
                  </a:cubicBezTo>
                  <a:lnTo>
                    <a:pt x="8390" y="16623"/>
                  </a:lnTo>
                  <a:lnTo>
                    <a:pt x="8497" y="16783"/>
                  </a:lnTo>
                  <a:lnTo>
                    <a:pt x="8659" y="16893"/>
                  </a:lnTo>
                  <a:cubicBezTo>
                    <a:pt x="8718" y="16911"/>
                    <a:pt x="8777" y="16939"/>
                    <a:pt x="8833" y="16975"/>
                  </a:cubicBezTo>
                  <a:cubicBezTo>
                    <a:pt x="8886" y="17009"/>
                    <a:pt x="8937" y="17050"/>
                    <a:pt x="8986" y="17098"/>
                  </a:cubicBezTo>
                  <a:lnTo>
                    <a:pt x="9201" y="17368"/>
                  </a:lnTo>
                  <a:lnTo>
                    <a:pt x="9367" y="17642"/>
                  </a:lnTo>
                  <a:lnTo>
                    <a:pt x="9448" y="18069"/>
                  </a:lnTo>
                  <a:lnTo>
                    <a:pt x="9472" y="18476"/>
                  </a:lnTo>
                  <a:lnTo>
                    <a:pt x="9480" y="18860"/>
                  </a:lnTo>
                  <a:lnTo>
                    <a:pt x="9606" y="19231"/>
                  </a:lnTo>
                  <a:lnTo>
                    <a:pt x="9708" y="19433"/>
                  </a:lnTo>
                  <a:lnTo>
                    <a:pt x="9931" y="19550"/>
                  </a:lnTo>
                  <a:lnTo>
                    <a:pt x="10097" y="19631"/>
                  </a:lnTo>
                  <a:lnTo>
                    <a:pt x="10223" y="19645"/>
                  </a:lnTo>
                  <a:lnTo>
                    <a:pt x="10379" y="19791"/>
                  </a:lnTo>
                  <a:lnTo>
                    <a:pt x="10473" y="19924"/>
                  </a:lnTo>
                  <a:lnTo>
                    <a:pt x="10384" y="20183"/>
                  </a:lnTo>
                  <a:lnTo>
                    <a:pt x="10159" y="20128"/>
                  </a:lnTo>
                  <a:lnTo>
                    <a:pt x="10073" y="20243"/>
                  </a:lnTo>
                  <a:lnTo>
                    <a:pt x="10193" y="20472"/>
                  </a:lnTo>
                  <a:lnTo>
                    <a:pt x="10266" y="20815"/>
                  </a:lnTo>
                  <a:cubicBezTo>
                    <a:pt x="10273" y="20912"/>
                    <a:pt x="10304" y="20999"/>
                    <a:pt x="10352" y="21053"/>
                  </a:cubicBezTo>
                  <a:cubicBezTo>
                    <a:pt x="10384" y="21090"/>
                    <a:pt x="10423" y="21109"/>
                    <a:pt x="10462" y="21108"/>
                  </a:cubicBezTo>
                  <a:lnTo>
                    <a:pt x="10696" y="20998"/>
                  </a:lnTo>
                  <a:lnTo>
                    <a:pt x="10712" y="20701"/>
                  </a:lnTo>
                  <a:cubicBezTo>
                    <a:pt x="10707" y="20596"/>
                    <a:pt x="10707" y="20491"/>
                    <a:pt x="10712" y="20387"/>
                  </a:cubicBezTo>
                  <a:cubicBezTo>
                    <a:pt x="10716" y="20296"/>
                    <a:pt x="10724" y="20206"/>
                    <a:pt x="10736" y="20117"/>
                  </a:cubicBezTo>
                  <a:cubicBezTo>
                    <a:pt x="10735" y="20034"/>
                    <a:pt x="10727" y="19953"/>
                    <a:pt x="10712" y="19874"/>
                  </a:cubicBezTo>
                  <a:cubicBezTo>
                    <a:pt x="10684" y="19724"/>
                    <a:pt x="10633" y="19589"/>
                    <a:pt x="10564" y="19484"/>
                  </a:cubicBezTo>
                  <a:lnTo>
                    <a:pt x="10443" y="19117"/>
                  </a:lnTo>
                  <a:cubicBezTo>
                    <a:pt x="10405" y="19035"/>
                    <a:pt x="10398" y="18922"/>
                    <a:pt x="10427" y="18829"/>
                  </a:cubicBezTo>
                  <a:cubicBezTo>
                    <a:pt x="10451" y="18751"/>
                    <a:pt x="10497" y="18700"/>
                    <a:pt x="10548" y="18692"/>
                  </a:cubicBezTo>
                  <a:lnTo>
                    <a:pt x="10680" y="18705"/>
                  </a:lnTo>
                  <a:lnTo>
                    <a:pt x="10811" y="18765"/>
                  </a:lnTo>
                  <a:lnTo>
                    <a:pt x="10929" y="18911"/>
                  </a:lnTo>
                  <a:lnTo>
                    <a:pt x="10953" y="18597"/>
                  </a:lnTo>
                  <a:lnTo>
                    <a:pt x="11025" y="18391"/>
                  </a:lnTo>
                  <a:lnTo>
                    <a:pt x="11310" y="18336"/>
                  </a:lnTo>
                  <a:lnTo>
                    <a:pt x="11533" y="18336"/>
                  </a:lnTo>
                  <a:lnTo>
                    <a:pt x="11766" y="18570"/>
                  </a:lnTo>
                  <a:lnTo>
                    <a:pt x="11991" y="18469"/>
                  </a:lnTo>
                  <a:lnTo>
                    <a:pt x="12104" y="18400"/>
                  </a:lnTo>
                  <a:lnTo>
                    <a:pt x="12392" y="18317"/>
                  </a:lnTo>
                  <a:lnTo>
                    <a:pt x="12469" y="18171"/>
                  </a:lnTo>
                  <a:cubicBezTo>
                    <a:pt x="12441" y="18118"/>
                    <a:pt x="12413" y="18066"/>
                    <a:pt x="12383" y="18015"/>
                  </a:cubicBezTo>
                  <a:cubicBezTo>
                    <a:pt x="12320" y="17907"/>
                    <a:pt x="12252" y="17806"/>
                    <a:pt x="12181" y="17713"/>
                  </a:cubicBezTo>
                  <a:cubicBezTo>
                    <a:pt x="12169" y="17590"/>
                    <a:pt x="12166" y="17465"/>
                    <a:pt x="12173" y="17342"/>
                  </a:cubicBezTo>
                  <a:cubicBezTo>
                    <a:pt x="12182" y="17201"/>
                    <a:pt x="12204" y="17063"/>
                    <a:pt x="12238" y="16934"/>
                  </a:cubicBezTo>
                  <a:lnTo>
                    <a:pt x="12262" y="16700"/>
                  </a:lnTo>
                  <a:lnTo>
                    <a:pt x="12383" y="16233"/>
                  </a:lnTo>
                  <a:lnTo>
                    <a:pt x="12447" y="15904"/>
                  </a:lnTo>
                  <a:lnTo>
                    <a:pt x="12552" y="15455"/>
                  </a:lnTo>
                  <a:lnTo>
                    <a:pt x="12671" y="15194"/>
                  </a:lnTo>
                  <a:lnTo>
                    <a:pt x="12888" y="14822"/>
                  </a:lnTo>
                  <a:lnTo>
                    <a:pt x="13179" y="14607"/>
                  </a:lnTo>
                  <a:lnTo>
                    <a:pt x="13407" y="14414"/>
                  </a:lnTo>
                  <a:lnTo>
                    <a:pt x="13485" y="14588"/>
                  </a:lnTo>
                  <a:lnTo>
                    <a:pt x="13485" y="14898"/>
                  </a:lnTo>
                  <a:lnTo>
                    <a:pt x="13692" y="14926"/>
                  </a:lnTo>
                  <a:lnTo>
                    <a:pt x="13794" y="15008"/>
                  </a:lnTo>
                  <a:lnTo>
                    <a:pt x="13842" y="15254"/>
                  </a:lnTo>
                  <a:lnTo>
                    <a:pt x="13659" y="15264"/>
                  </a:lnTo>
                  <a:lnTo>
                    <a:pt x="13643" y="15414"/>
                  </a:lnTo>
                  <a:lnTo>
                    <a:pt x="13845" y="15703"/>
                  </a:lnTo>
                  <a:lnTo>
                    <a:pt x="13960" y="15946"/>
                  </a:lnTo>
                  <a:lnTo>
                    <a:pt x="14162" y="15979"/>
                  </a:lnTo>
                  <a:lnTo>
                    <a:pt x="14250" y="15857"/>
                  </a:lnTo>
                  <a:lnTo>
                    <a:pt x="14403" y="15678"/>
                  </a:lnTo>
                  <a:lnTo>
                    <a:pt x="14752" y="15546"/>
                  </a:lnTo>
                  <a:lnTo>
                    <a:pt x="14728" y="15315"/>
                  </a:lnTo>
                  <a:lnTo>
                    <a:pt x="14639" y="15250"/>
                  </a:lnTo>
                  <a:lnTo>
                    <a:pt x="14489" y="15305"/>
                  </a:lnTo>
                  <a:cubicBezTo>
                    <a:pt x="14437" y="15251"/>
                    <a:pt x="14386" y="15193"/>
                    <a:pt x="14336" y="15132"/>
                  </a:cubicBezTo>
                  <a:cubicBezTo>
                    <a:pt x="14301" y="15088"/>
                    <a:pt x="14266" y="15042"/>
                    <a:pt x="14232" y="14994"/>
                  </a:cubicBezTo>
                  <a:lnTo>
                    <a:pt x="14288" y="14817"/>
                  </a:lnTo>
                  <a:lnTo>
                    <a:pt x="14447" y="14721"/>
                  </a:lnTo>
                  <a:lnTo>
                    <a:pt x="14613" y="14569"/>
                  </a:lnTo>
                  <a:lnTo>
                    <a:pt x="14824" y="14382"/>
                  </a:lnTo>
                  <a:lnTo>
                    <a:pt x="14966" y="14231"/>
                  </a:lnTo>
                  <a:lnTo>
                    <a:pt x="15155" y="14089"/>
                  </a:lnTo>
                  <a:lnTo>
                    <a:pt x="15299" y="14048"/>
                  </a:lnTo>
                  <a:lnTo>
                    <a:pt x="15474" y="14204"/>
                  </a:lnTo>
                  <a:lnTo>
                    <a:pt x="15391" y="14386"/>
                  </a:lnTo>
                  <a:lnTo>
                    <a:pt x="15273" y="14666"/>
                  </a:lnTo>
                  <a:lnTo>
                    <a:pt x="15265" y="14990"/>
                  </a:lnTo>
                  <a:lnTo>
                    <a:pt x="15230" y="15325"/>
                  </a:lnTo>
                  <a:lnTo>
                    <a:pt x="15118" y="15517"/>
                  </a:lnTo>
                  <a:lnTo>
                    <a:pt x="15096" y="15705"/>
                  </a:lnTo>
                  <a:lnTo>
                    <a:pt x="15233" y="15800"/>
                  </a:lnTo>
                  <a:cubicBezTo>
                    <a:pt x="15284" y="15813"/>
                    <a:pt x="15335" y="15836"/>
                    <a:pt x="15383" y="15869"/>
                  </a:cubicBezTo>
                  <a:cubicBezTo>
                    <a:pt x="15456" y="15919"/>
                    <a:pt x="15524" y="15992"/>
                    <a:pt x="15582" y="16084"/>
                  </a:cubicBezTo>
                  <a:lnTo>
                    <a:pt x="15792" y="16341"/>
                  </a:lnTo>
                  <a:lnTo>
                    <a:pt x="16009" y="16409"/>
                  </a:lnTo>
                  <a:lnTo>
                    <a:pt x="16163" y="16684"/>
                  </a:lnTo>
                  <a:lnTo>
                    <a:pt x="16364" y="16863"/>
                  </a:lnTo>
                  <a:lnTo>
                    <a:pt x="16519" y="17063"/>
                  </a:lnTo>
                  <a:lnTo>
                    <a:pt x="16602" y="17384"/>
                  </a:lnTo>
                  <a:lnTo>
                    <a:pt x="16900" y="17421"/>
                  </a:lnTo>
                  <a:lnTo>
                    <a:pt x="17231" y="17499"/>
                  </a:lnTo>
                  <a:lnTo>
                    <a:pt x="17545" y="17705"/>
                  </a:lnTo>
                  <a:lnTo>
                    <a:pt x="17840" y="17980"/>
                  </a:lnTo>
                  <a:lnTo>
                    <a:pt x="18090" y="18259"/>
                  </a:lnTo>
                  <a:lnTo>
                    <a:pt x="18475" y="18575"/>
                  </a:lnTo>
                  <a:lnTo>
                    <a:pt x="18792" y="18777"/>
                  </a:lnTo>
                  <a:lnTo>
                    <a:pt x="19129" y="19050"/>
                  </a:lnTo>
                  <a:lnTo>
                    <a:pt x="19351" y="19182"/>
                  </a:lnTo>
                  <a:lnTo>
                    <a:pt x="19359" y="18839"/>
                  </a:lnTo>
                  <a:lnTo>
                    <a:pt x="19201" y="18353"/>
                  </a:lnTo>
                  <a:lnTo>
                    <a:pt x="19056" y="17804"/>
                  </a:lnTo>
                  <a:lnTo>
                    <a:pt x="18836" y="17575"/>
                  </a:lnTo>
                  <a:lnTo>
                    <a:pt x="18691" y="17287"/>
                  </a:lnTo>
                  <a:lnTo>
                    <a:pt x="18580" y="17027"/>
                  </a:lnTo>
                  <a:lnTo>
                    <a:pt x="18437" y="16793"/>
                  </a:lnTo>
                  <a:lnTo>
                    <a:pt x="18437" y="16531"/>
                  </a:lnTo>
                  <a:lnTo>
                    <a:pt x="18220" y="16330"/>
                  </a:lnTo>
                  <a:lnTo>
                    <a:pt x="18064" y="15973"/>
                  </a:lnTo>
                  <a:lnTo>
                    <a:pt x="18247" y="15607"/>
                  </a:lnTo>
                  <a:lnTo>
                    <a:pt x="18424" y="15318"/>
                  </a:lnTo>
                  <a:lnTo>
                    <a:pt x="18655" y="15304"/>
                  </a:lnTo>
                  <a:lnTo>
                    <a:pt x="18759" y="15057"/>
                  </a:lnTo>
                  <a:cubicBezTo>
                    <a:pt x="18777" y="14995"/>
                    <a:pt x="18799" y="14935"/>
                    <a:pt x="18824" y="14880"/>
                  </a:cubicBezTo>
                  <a:cubicBezTo>
                    <a:pt x="18871" y="14776"/>
                    <a:pt x="18929" y="14689"/>
                    <a:pt x="18996" y="14623"/>
                  </a:cubicBezTo>
                  <a:lnTo>
                    <a:pt x="19321" y="14418"/>
                  </a:lnTo>
                  <a:lnTo>
                    <a:pt x="19622" y="14295"/>
                  </a:lnTo>
                  <a:lnTo>
                    <a:pt x="19459" y="13998"/>
                  </a:lnTo>
                  <a:lnTo>
                    <a:pt x="19352" y="13728"/>
                  </a:lnTo>
                  <a:lnTo>
                    <a:pt x="19263" y="13311"/>
                  </a:lnTo>
                  <a:lnTo>
                    <a:pt x="19263" y="12674"/>
                  </a:lnTo>
                  <a:lnTo>
                    <a:pt x="19094" y="12413"/>
                  </a:lnTo>
                  <a:lnTo>
                    <a:pt x="18905" y="12303"/>
                  </a:lnTo>
                  <a:lnTo>
                    <a:pt x="18825" y="11587"/>
                  </a:lnTo>
                  <a:lnTo>
                    <a:pt x="18825" y="11300"/>
                  </a:lnTo>
                  <a:lnTo>
                    <a:pt x="19026" y="11176"/>
                  </a:lnTo>
                  <a:lnTo>
                    <a:pt x="19153" y="11204"/>
                  </a:lnTo>
                  <a:lnTo>
                    <a:pt x="19685" y="11492"/>
                  </a:lnTo>
                  <a:lnTo>
                    <a:pt x="19916" y="11286"/>
                  </a:lnTo>
                  <a:lnTo>
                    <a:pt x="20085" y="11176"/>
                  </a:lnTo>
                  <a:lnTo>
                    <a:pt x="20330" y="11204"/>
                  </a:lnTo>
                  <a:lnTo>
                    <a:pt x="20504" y="11392"/>
                  </a:lnTo>
                  <a:lnTo>
                    <a:pt x="20892" y="11571"/>
                  </a:lnTo>
                  <a:lnTo>
                    <a:pt x="21279" y="11763"/>
                  </a:lnTo>
                  <a:lnTo>
                    <a:pt x="21416" y="11557"/>
                  </a:lnTo>
                  <a:lnTo>
                    <a:pt x="21488" y="11250"/>
                  </a:lnTo>
                  <a:lnTo>
                    <a:pt x="21480" y="10939"/>
                  </a:lnTo>
                  <a:lnTo>
                    <a:pt x="21585" y="10788"/>
                  </a:lnTo>
                  <a:lnTo>
                    <a:pt x="21472" y="10615"/>
                  </a:lnTo>
                  <a:lnTo>
                    <a:pt x="21445" y="10409"/>
                  </a:lnTo>
                  <a:lnTo>
                    <a:pt x="21539" y="10161"/>
                  </a:lnTo>
                  <a:lnTo>
                    <a:pt x="21600" y="9773"/>
                  </a:lnTo>
                  <a:lnTo>
                    <a:pt x="21449" y="9398"/>
                  </a:lnTo>
                  <a:lnTo>
                    <a:pt x="21248" y="9192"/>
                  </a:lnTo>
                  <a:lnTo>
                    <a:pt x="21117" y="9270"/>
                  </a:lnTo>
                  <a:lnTo>
                    <a:pt x="21077" y="9513"/>
                  </a:lnTo>
                  <a:lnTo>
                    <a:pt x="21021" y="9718"/>
                  </a:lnTo>
                  <a:lnTo>
                    <a:pt x="20909" y="9814"/>
                  </a:lnTo>
                  <a:lnTo>
                    <a:pt x="20756" y="9882"/>
                  </a:lnTo>
                  <a:lnTo>
                    <a:pt x="20592" y="9662"/>
                  </a:lnTo>
                  <a:lnTo>
                    <a:pt x="20385" y="9355"/>
                  </a:lnTo>
                  <a:lnTo>
                    <a:pt x="20422" y="9122"/>
                  </a:lnTo>
                  <a:lnTo>
                    <a:pt x="20264" y="8894"/>
                  </a:lnTo>
                  <a:lnTo>
                    <a:pt x="20434" y="8637"/>
                  </a:lnTo>
                  <a:lnTo>
                    <a:pt x="20710" y="8587"/>
                  </a:lnTo>
                  <a:lnTo>
                    <a:pt x="20858" y="8416"/>
                  </a:lnTo>
                  <a:lnTo>
                    <a:pt x="20898" y="8128"/>
                  </a:lnTo>
                  <a:lnTo>
                    <a:pt x="20858" y="7798"/>
                  </a:lnTo>
                  <a:lnTo>
                    <a:pt x="20732" y="7675"/>
                  </a:lnTo>
                  <a:lnTo>
                    <a:pt x="20644" y="7355"/>
                  </a:lnTo>
                  <a:lnTo>
                    <a:pt x="20491" y="7121"/>
                  </a:lnTo>
                  <a:lnTo>
                    <a:pt x="20507" y="6709"/>
                  </a:lnTo>
                  <a:lnTo>
                    <a:pt x="20499" y="6365"/>
                  </a:lnTo>
                  <a:lnTo>
                    <a:pt x="20459" y="5985"/>
                  </a:lnTo>
                  <a:lnTo>
                    <a:pt x="20451" y="5531"/>
                  </a:lnTo>
                  <a:lnTo>
                    <a:pt x="20370" y="5106"/>
                  </a:lnTo>
                  <a:lnTo>
                    <a:pt x="20231" y="4810"/>
                  </a:lnTo>
                  <a:lnTo>
                    <a:pt x="20145" y="4182"/>
                  </a:lnTo>
                  <a:lnTo>
                    <a:pt x="20065" y="3716"/>
                  </a:lnTo>
                  <a:lnTo>
                    <a:pt x="19979" y="3404"/>
                  </a:lnTo>
                  <a:lnTo>
                    <a:pt x="19963" y="3062"/>
                  </a:lnTo>
                  <a:lnTo>
                    <a:pt x="20091" y="2842"/>
                  </a:lnTo>
                  <a:lnTo>
                    <a:pt x="20317" y="2737"/>
                  </a:lnTo>
                  <a:lnTo>
                    <a:pt x="20570" y="2546"/>
                  </a:lnTo>
                  <a:lnTo>
                    <a:pt x="20683" y="2340"/>
                  </a:lnTo>
                  <a:lnTo>
                    <a:pt x="20965" y="2162"/>
                  </a:lnTo>
                  <a:lnTo>
                    <a:pt x="21059" y="2043"/>
                  </a:lnTo>
                  <a:lnTo>
                    <a:pt x="21076" y="1814"/>
                  </a:lnTo>
                  <a:lnTo>
                    <a:pt x="21092" y="1581"/>
                  </a:lnTo>
                  <a:lnTo>
                    <a:pt x="20928" y="1371"/>
                  </a:lnTo>
                  <a:lnTo>
                    <a:pt x="20807" y="1150"/>
                  </a:lnTo>
                  <a:close/>
                </a:path>
              </a:pathLst>
            </a:custGeom>
            <a:grpFill/>
            <a:ln w="25400" cap="flat">
              <a:noFill/>
              <a:prstDash val="solid"/>
              <a:miter lim="400000"/>
            </a:ln>
            <a:effectLst/>
          </p:spPr>
          <p:txBody>
            <a:bodyPr anchor="ctr"/>
            <a:lstStyle/>
            <a:p>
              <a:pPr algn="ctr"/>
              <a:endParaRPr/>
            </a:p>
          </p:txBody>
        </p:sp>
        <p:sp>
          <p:nvSpPr>
            <p:cNvPr id="116" name="ïŝļiḓé">
              <a:extLst>
                <a:ext uri="{FF2B5EF4-FFF2-40B4-BE49-F238E27FC236}">
                  <a16:creationId xmlns:a16="http://schemas.microsoft.com/office/drawing/2014/main" id="{3378A1A2-C1D0-789C-E7EF-8EBD6D4168DB}"/>
                </a:ext>
              </a:extLst>
            </p:cNvPr>
            <p:cNvSpPr/>
            <p:nvPr/>
          </p:nvSpPr>
          <p:spPr>
            <a:xfrm>
              <a:off x="6872934" y="1426645"/>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grpFill/>
            <a:ln w="25400" cap="flat">
              <a:noFill/>
              <a:prstDash val="solid"/>
              <a:miter lim="400000"/>
            </a:ln>
            <a:effectLst/>
          </p:spPr>
          <p:txBody>
            <a:bodyPr anchor="ctr"/>
            <a:lstStyle/>
            <a:p>
              <a:pPr algn="ctr"/>
              <a:endParaRPr/>
            </a:p>
          </p:txBody>
        </p:sp>
        <p:sp>
          <p:nvSpPr>
            <p:cNvPr id="117" name="î$ḷïḓe">
              <a:extLst>
                <a:ext uri="{FF2B5EF4-FFF2-40B4-BE49-F238E27FC236}">
                  <a16:creationId xmlns:a16="http://schemas.microsoft.com/office/drawing/2014/main" id="{433C1A28-6A9D-1594-DA23-DE2206D3B7D4}"/>
                </a:ext>
              </a:extLst>
            </p:cNvPr>
            <p:cNvSpPr/>
            <p:nvPr/>
          </p:nvSpPr>
          <p:spPr>
            <a:xfrm>
              <a:off x="5869377" y="1326101"/>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grpFill/>
            <a:ln w="25400" cap="flat">
              <a:noFill/>
              <a:prstDash val="solid"/>
              <a:miter lim="400000"/>
            </a:ln>
            <a:effectLst/>
          </p:spPr>
          <p:txBody>
            <a:bodyPr anchor="ctr"/>
            <a:lstStyle/>
            <a:p>
              <a:pPr algn="ctr"/>
              <a:endParaRPr/>
            </a:p>
          </p:txBody>
        </p:sp>
        <p:sp>
          <p:nvSpPr>
            <p:cNvPr id="118" name="íSliḍé">
              <a:extLst>
                <a:ext uri="{FF2B5EF4-FFF2-40B4-BE49-F238E27FC236}">
                  <a16:creationId xmlns:a16="http://schemas.microsoft.com/office/drawing/2014/main" id="{6D4B4F21-47EA-C8F1-A66A-F8D7C87A54E5}"/>
                </a:ext>
              </a:extLst>
            </p:cNvPr>
            <p:cNvSpPr/>
            <p:nvPr/>
          </p:nvSpPr>
          <p:spPr>
            <a:xfrm>
              <a:off x="5016160" y="1729403"/>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grpFill/>
            <a:ln w="25400" cap="flat">
              <a:noFill/>
              <a:prstDash val="solid"/>
              <a:miter lim="400000"/>
            </a:ln>
            <a:effectLst/>
          </p:spPr>
          <p:txBody>
            <a:bodyPr anchor="ctr"/>
            <a:lstStyle/>
            <a:p>
              <a:pPr algn="ctr"/>
              <a:endParaRPr/>
            </a:p>
          </p:txBody>
        </p:sp>
        <p:sp>
          <p:nvSpPr>
            <p:cNvPr id="119" name="ïslïḋé">
              <a:extLst>
                <a:ext uri="{FF2B5EF4-FFF2-40B4-BE49-F238E27FC236}">
                  <a16:creationId xmlns:a16="http://schemas.microsoft.com/office/drawing/2014/main" id="{CC24DC02-891D-C500-0D1B-5E514CAD08CF}"/>
                </a:ext>
              </a:extLst>
            </p:cNvPr>
            <p:cNvSpPr/>
            <p:nvPr/>
          </p:nvSpPr>
          <p:spPr>
            <a:xfrm>
              <a:off x="5414902" y="1601282"/>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grpFill/>
            <a:ln w="25400" cap="flat">
              <a:noFill/>
              <a:prstDash val="solid"/>
              <a:miter lim="400000"/>
            </a:ln>
            <a:effectLst/>
          </p:spPr>
          <p:txBody>
            <a:bodyPr anchor="ctr"/>
            <a:lstStyle/>
            <a:p>
              <a:pPr algn="ctr"/>
              <a:endParaRPr/>
            </a:p>
          </p:txBody>
        </p:sp>
        <p:sp>
          <p:nvSpPr>
            <p:cNvPr id="120" name="is1ide">
              <a:extLst>
                <a:ext uri="{FF2B5EF4-FFF2-40B4-BE49-F238E27FC236}">
                  <a16:creationId xmlns:a16="http://schemas.microsoft.com/office/drawing/2014/main" id="{CD15CC12-5328-C323-1190-5E564F1C4E8B}"/>
                </a:ext>
              </a:extLst>
            </p:cNvPr>
            <p:cNvSpPr/>
            <p:nvPr/>
          </p:nvSpPr>
          <p:spPr>
            <a:xfrm>
              <a:off x="5426458" y="1837882"/>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grpFill/>
            <a:ln w="25400" cap="flat">
              <a:noFill/>
              <a:prstDash val="solid"/>
              <a:miter lim="400000"/>
            </a:ln>
            <a:effectLst/>
          </p:spPr>
          <p:txBody>
            <a:bodyPr anchor="ctr"/>
            <a:lstStyle/>
            <a:p>
              <a:pPr algn="ctr"/>
              <a:endParaRPr/>
            </a:p>
          </p:txBody>
        </p:sp>
        <p:sp>
          <p:nvSpPr>
            <p:cNvPr id="121" name="iṡ1îde">
              <a:extLst>
                <a:ext uri="{FF2B5EF4-FFF2-40B4-BE49-F238E27FC236}">
                  <a16:creationId xmlns:a16="http://schemas.microsoft.com/office/drawing/2014/main" id="{CAEF1526-240F-B5BC-D4B7-920C653D2159}"/>
                </a:ext>
              </a:extLst>
            </p:cNvPr>
            <p:cNvSpPr/>
            <p:nvPr/>
          </p:nvSpPr>
          <p:spPr>
            <a:xfrm>
              <a:off x="5430421" y="1863360"/>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grpFill/>
            <a:ln w="25400" cap="flat">
              <a:noFill/>
              <a:prstDash val="solid"/>
              <a:miter lim="400000"/>
            </a:ln>
            <a:effectLst/>
          </p:spPr>
          <p:txBody>
            <a:bodyPr anchor="ctr"/>
            <a:lstStyle/>
            <a:p>
              <a:pPr algn="ctr"/>
              <a:endParaRPr/>
            </a:p>
          </p:txBody>
        </p:sp>
        <p:sp>
          <p:nvSpPr>
            <p:cNvPr id="122" name="ïSlïḑê">
              <a:extLst>
                <a:ext uri="{FF2B5EF4-FFF2-40B4-BE49-F238E27FC236}">
                  <a16:creationId xmlns:a16="http://schemas.microsoft.com/office/drawing/2014/main" id="{1D93C58D-8779-6AAD-0CE4-1E11E80243E0}"/>
                </a:ext>
              </a:extLst>
            </p:cNvPr>
            <p:cNvSpPr/>
            <p:nvPr/>
          </p:nvSpPr>
          <p:spPr>
            <a:xfrm>
              <a:off x="5276566" y="2090226"/>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grpFill/>
            <a:ln w="25400" cap="flat">
              <a:noFill/>
              <a:prstDash val="solid"/>
              <a:miter lim="400000"/>
            </a:ln>
            <a:effectLst/>
          </p:spPr>
          <p:txBody>
            <a:bodyPr anchor="ctr"/>
            <a:lstStyle/>
            <a:p>
              <a:pPr algn="ctr"/>
              <a:endParaRPr/>
            </a:p>
          </p:txBody>
        </p:sp>
        <p:sp>
          <p:nvSpPr>
            <p:cNvPr id="123" name="ïṡḻîḑe">
              <a:extLst>
                <a:ext uri="{FF2B5EF4-FFF2-40B4-BE49-F238E27FC236}">
                  <a16:creationId xmlns:a16="http://schemas.microsoft.com/office/drawing/2014/main" id="{B606C08F-981A-B81E-E486-295EB5B6ECF4}"/>
                </a:ext>
              </a:extLst>
            </p:cNvPr>
            <p:cNvSpPr/>
            <p:nvPr/>
          </p:nvSpPr>
          <p:spPr>
            <a:xfrm>
              <a:off x="5407156" y="1993299"/>
              <a:ext cx="206900"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grpFill/>
            <a:ln w="25400" cap="flat">
              <a:noFill/>
              <a:prstDash val="solid"/>
              <a:miter lim="400000"/>
            </a:ln>
            <a:effectLst/>
          </p:spPr>
          <p:txBody>
            <a:bodyPr anchor="ctr"/>
            <a:lstStyle/>
            <a:p>
              <a:pPr algn="ctr"/>
              <a:endParaRPr/>
            </a:p>
          </p:txBody>
        </p:sp>
        <p:sp>
          <p:nvSpPr>
            <p:cNvPr id="124" name="ïṣḻïḋè">
              <a:extLst>
                <a:ext uri="{FF2B5EF4-FFF2-40B4-BE49-F238E27FC236}">
                  <a16:creationId xmlns:a16="http://schemas.microsoft.com/office/drawing/2014/main" id="{B2F60D9B-7936-D8F7-AD53-355EC18BE7D4}"/>
                </a:ext>
              </a:extLst>
            </p:cNvPr>
            <p:cNvSpPr/>
            <p:nvPr/>
          </p:nvSpPr>
          <p:spPr>
            <a:xfrm>
              <a:off x="5439609" y="2113104"/>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grpFill/>
            <a:ln w="25400" cap="flat">
              <a:noFill/>
              <a:prstDash val="solid"/>
              <a:miter lim="400000"/>
            </a:ln>
            <a:effectLst/>
          </p:spPr>
          <p:txBody>
            <a:bodyPr anchor="ctr"/>
            <a:lstStyle/>
            <a:p>
              <a:pPr algn="ctr"/>
              <a:endParaRPr/>
            </a:p>
          </p:txBody>
        </p:sp>
        <p:sp>
          <p:nvSpPr>
            <p:cNvPr id="125" name="ï$ľidé">
              <a:extLst>
                <a:ext uri="{FF2B5EF4-FFF2-40B4-BE49-F238E27FC236}">
                  <a16:creationId xmlns:a16="http://schemas.microsoft.com/office/drawing/2014/main" id="{5A7459EE-C065-4F89-6AB9-026E41F6AF23}"/>
                </a:ext>
              </a:extLst>
            </p:cNvPr>
            <p:cNvSpPr/>
            <p:nvPr/>
          </p:nvSpPr>
          <p:spPr>
            <a:xfrm>
              <a:off x="5461229" y="2281207"/>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grpFill/>
            <a:ln w="25400" cap="flat">
              <a:noFill/>
              <a:prstDash val="solid"/>
              <a:miter lim="400000"/>
            </a:ln>
            <a:effectLst/>
          </p:spPr>
          <p:txBody>
            <a:bodyPr anchor="ctr"/>
            <a:lstStyle/>
            <a:p>
              <a:pPr algn="ctr"/>
              <a:endParaRPr/>
            </a:p>
          </p:txBody>
        </p:sp>
        <p:sp>
          <p:nvSpPr>
            <p:cNvPr id="126" name="îṥlîďè">
              <a:extLst>
                <a:ext uri="{FF2B5EF4-FFF2-40B4-BE49-F238E27FC236}">
                  <a16:creationId xmlns:a16="http://schemas.microsoft.com/office/drawing/2014/main" id="{215ACDE2-826C-139E-1393-52800591665C}"/>
                </a:ext>
              </a:extLst>
            </p:cNvPr>
            <p:cNvSpPr/>
            <p:nvPr/>
          </p:nvSpPr>
          <p:spPr>
            <a:xfrm>
              <a:off x="5486629" y="228676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grpFill/>
            <a:ln w="25400" cap="flat">
              <a:noFill/>
              <a:prstDash val="solid"/>
              <a:miter lim="400000"/>
            </a:ln>
            <a:effectLst/>
          </p:spPr>
          <p:txBody>
            <a:bodyPr anchor="ctr"/>
            <a:lstStyle/>
            <a:p>
              <a:pPr algn="ctr"/>
              <a:endParaRPr/>
            </a:p>
          </p:txBody>
        </p:sp>
        <p:sp>
          <p:nvSpPr>
            <p:cNvPr id="127" name="ïŝḻiḋè">
              <a:extLst>
                <a:ext uri="{FF2B5EF4-FFF2-40B4-BE49-F238E27FC236}">
                  <a16:creationId xmlns:a16="http://schemas.microsoft.com/office/drawing/2014/main" id="{632C1025-6465-5787-89E8-ADE341FF0391}"/>
                </a:ext>
              </a:extLst>
            </p:cNvPr>
            <p:cNvSpPr/>
            <p:nvPr/>
          </p:nvSpPr>
          <p:spPr>
            <a:xfrm>
              <a:off x="5605003" y="2617425"/>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grpFill/>
            <a:ln w="25400" cap="flat">
              <a:noFill/>
              <a:prstDash val="solid"/>
              <a:miter lim="400000"/>
            </a:ln>
            <a:effectLst/>
          </p:spPr>
          <p:txBody>
            <a:bodyPr anchor="ctr"/>
            <a:lstStyle/>
            <a:p>
              <a:pPr algn="ctr"/>
              <a:endParaRPr/>
            </a:p>
          </p:txBody>
        </p:sp>
        <p:sp>
          <p:nvSpPr>
            <p:cNvPr id="128" name="íşļíďê">
              <a:extLst>
                <a:ext uri="{FF2B5EF4-FFF2-40B4-BE49-F238E27FC236}">
                  <a16:creationId xmlns:a16="http://schemas.microsoft.com/office/drawing/2014/main" id="{10F853C4-0E2D-233E-E29B-E4EAF4E23734}"/>
                </a:ext>
              </a:extLst>
            </p:cNvPr>
            <p:cNvSpPr/>
            <p:nvPr/>
          </p:nvSpPr>
          <p:spPr>
            <a:xfrm>
              <a:off x="5813157" y="2519155"/>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grpFill/>
            <a:ln w="25400" cap="flat">
              <a:noFill/>
              <a:prstDash val="solid"/>
              <a:miter lim="400000"/>
            </a:ln>
            <a:effectLst/>
          </p:spPr>
          <p:txBody>
            <a:bodyPr anchor="ctr"/>
            <a:lstStyle/>
            <a:p>
              <a:pPr algn="ctr"/>
              <a:endParaRPr/>
            </a:p>
          </p:txBody>
        </p:sp>
        <p:sp>
          <p:nvSpPr>
            <p:cNvPr id="129" name="îśļïḍè">
              <a:extLst>
                <a:ext uri="{FF2B5EF4-FFF2-40B4-BE49-F238E27FC236}">
                  <a16:creationId xmlns:a16="http://schemas.microsoft.com/office/drawing/2014/main" id="{9BD23F04-353A-F816-61C4-D4BF0867527E}"/>
                </a:ext>
              </a:extLst>
            </p:cNvPr>
            <p:cNvSpPr/>
            <p:nvPr/>
          </p:nvSpPr>
          <p:spPr>
            <a:xfrm>
              <a:off x="5800394" y="2590774"/>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grpFill/>
            <a:ln w="25400" cap="flat">
              <a:noFill/>
              <a:prstDash val="solid"/>
              <a:miter lim="400000"/>
            </a:ln>
            <a:effectLst/>
          </p:spPr>
          <p:txBody>
            <a:bodyPr anchor="ctr"/>
            <a:lstStyle/>
            <a:p>
              <a:pPr algn="ctr"/>
              <a:endParaRPr/>
            </a:p>
          </p:txBody>
        </p:sp>
        <p:sp>
          <p:nvSpPr>
            <p:cNvPr id="130" name="i$lîḑê">
              <a:extLst>
                <a:ext uri="{FF2B5EF4-FFF2-40B4-BE49-F238E27FC236}">
                  <a16:creationId xmlns:a16="http://schemas.microsoft.com/office/drawing/2014/main" id="{0444CFAA-C606-C638-FDBE-176F5AC70C9B}"/>
                </a:ext>
              </a:extLst>
            </p:cNvPr>
            <p:cNvSpPr/>
            <p:nvPr/>
          </p:nvSpPr>
          <p:spPr>
            <a:xfrm>
              <a:off x="5935621" y="2695122"/>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grpFill/>
            <a:ln w="25400" cap="flat">
              <a:noFill/>
              <a:prstDash val="solid"/>
              <a:miter lim="400000"/>
            </a:ln>
            <a:effectLst/>
          </p:spPr>
          <p:txBody>
            <a:bodyPr anchor="ctr"/>
            <a:lstStyle/>
            <a:p>
              <a:pPr algn="ctr"/>
              <a:endParaRPr/>
            </a:p>
          </p:txBody>
        </p:sp>
        <p:sp>
          <p:nvSpPr>
            <p:cNvPr id="131" name="îš1îḍe">
              <a:extLst>
                <a:ext uri="{FF2B5EF4-FFF2-40B4-BE49-F238E27FC236}">
                  <a16:creationId xmlns:a16="http://schemas.microsoft.com/office/drawing/2014/main" id="{E4E39F04-286F-DED1-6F92-22DFE6DF3F42}"/>
                </a:ext>
              </a:extLst>
            </p:cNvPr>
            <p:cNvSpPr/>
            <p:nvPr/>
          </p:nvSpPr>
          <p:spPr>
            <a:xfrm>
              <a:off x="5977156" y="2768475"/>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grpFill/>
            <a:ln w="25400" cap="flat">
              <a:noFill/>
              <a:prstDash val="solid"/>
              <a:miter lim="400000"/>
            </a:ln>
            <a:effectLst/>
          </p:spPr>
          <p:txBody>
            <a:bodyPr anchor="ctr"/>
            <a:lstStyle/>
            <a:p>
              <a:pPr algn="ctr"/>
              <a:endParaRPr/>
            </a:p>
          </p:txBody>
        </p:sp>
        <p:sp>
          <p:nvSpPr>
            <p:cNvPr id="132" name="î$ľîḓê">
              <a:extLst>
                <a:ext uri="{FF2B5EF4-FFF2-40B4-BE49-F238E27FC236}">
                  <a16:creationId xmlns:a16="http://schemas.microsoft.com/office/drawing/2014/main" id="{4E3C1E4D-76D8-36D4-2CA8-498EC1BF9FD7}"/>
                </a:ext>
              </a:extLst>
            </p:cNvPr>
            <p:cNvSpPr/>
            <p:nvPr/>
          </p:nvSpPr>
          <p:spPr>
            <a:xfrm>
              <a:off x="6277853" y="2784962"/>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grpFill/>
            <a:ln w="25400" cap="flat">
              <a:noFill/>
              <a:prstDash val="solid"/>
              <a:miter lim="400000"/>
            </a:ln>
            <a:effectLst/>
          </p:spPr>
          <p:txBody>
            <a:bodyPr anchor="ctr"/>
            <a:lstStyle/>
            <a:p>
              <a:pPr algn="ctr"/>
              <a:endParaRPr/>
            </a:p>
          </p:txBody>
        </p:sp>
        <p:sp>
          <p:nvSpPr>
            <p:cNvPr id="133" name="iŝľîḑè">
              <a:extLst>
                <a:ext uri="{FF2B5EF4-FFF2-40B4-BE49-F238E27FC236}">
                  <a16:creationId xmlns:a16="http://schemas.microsoft.com/office/drawing/2014/main" id="{02102B2E-D5A1-3F52-15E8-C394000B7F51}"/>
                </a:ext>
              </a:extLst>
            </p:cNvPr>
            <p:cNvSpPr/>
            <p:nvPr/>
          </p:nvSpPr>
          <p:spPr>
            <a:xfrm>
              <a:off x="6105633" y="1911267"/>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grpFill/>
            <a:ln w="25400" cap="flat">
              <a:noFill/>
              <a:prstDash val="solid"/>
              <a:miter lim="400000"/>
            </a:ln>
            <a:effectLst/>
          </p:spPr>
          <p:txBody>
            <a:bodyPr anchor="ctr"/>
            <a:lstStyle/>
            <a:p>
              <a:pPr algn="ctr"/>
              <a:endParaRPr/>
            </a:p>
          </p:txBody>
        </p:sp>
        <p:sp>
          <p:nvSpPr>
            <p:cNvPr id="135" name="ïṣ1ïḑê">
              <a:extLst>
                <a:ext uri="{FF2B5EF4-FFF2-40B4-BE49-F238E27FC236}">
                  <a16:creationId xmlns:a16="http://schemas.microsoft.com/office/drawing/2014/main" id="{4B851199-A4E3-B7D4-EF44-D442431C4813}"/>
                </a:ext>
              </a:extLst>
            </p:cNvPr>
            <p:cNvSpPr/>
            <p:nvPr/>
          </p:nvSpPr>
          <p:spPr>
            <a:xfrm>
              <a:off x="10006023" y="5571304"/>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grpFill/>
            <a:ln w="25400" cap="flat">
              <a:noFill/>
              <a:prstDash val="solid"/>
              <a:miter lim="400000"/>
            </a:ln>
            <a:effectLst/>
          </p:spPr>
          <p:txBody>
            <a:bodyPr anchor="ctr"/>
            <a:lstStyle/>
            <a:p>
              <a:pPr algn="ctr"/>
              <a:endParaRPr/>
            </a:p>
          </p:txBody>
        </p:sp>
        <p:sp>
          <p:nvSpPr>
            <p:cNvPr id="136" name="iṡ1ïḍè">
              <a:extLst>
                <a:ext uri="{FF2B5EF4-FFF2-40B4-BE49-F238E27FC236}">
                  <a16:creationId xmlns:a16="http://schemas.microsoft.com/office/drawing/2014/main" id="{2E9D9F50-6901-B841-CEBF-6A0B04EC8E73}"/>
                </a:ext>
              </a:extLst>
            </p:cNvPr>
            <p:cNvSpPr/>
            <p:nvPr/>
          </p:nvSpPr>
          <p:spPr>
            <a:xfrm>
              <a:off x="10572355" y="5565246"/>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grpFill/>
            <a:ln w="25400" cap="flat">
              <a:noFill/>
              <a:prstDash val="solid"/>
              <a:miter lim="400000"/>
            </a:ln>
            <a:effectLst/>
          </p:spPr>
          <p:txBody>
            <a:bodyPr anchor="ctr"/>
            <a:lstStyle/>
            <a:p>
              <a:pPr algn="ctr"/>
              <a:endParaRPr/>
            </a:p>
          </p:txBody>
        </p:sp>
        <p:sp>
          <p:nvSpPr>
            <p:cNvPr id="137" name="íṣļíḓé">
              <a:extLst>
                <a:ext uri="{FF2B5EF4-FFF2-40B4-BE49-F238E27FC236}">
                  <a16:creationId xmlns:a16="http://schemas.microsoft.com/office/drawing/2014/main" id="{28FB34A3-7403-ACE7-E487-1440C664A664}"/>
                </a:ext>
              </a:extLst>
            </p:cNvPr>
            <p:cNvSpPr/>
            <p:nvPr/>
          </p:nvSpPr>
          <p:spPr>
            <a:xfrm>
              <a:off x="10955509" y="5355572"/>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grpFill/>
            <a:ln w="25400" cap="flat">
              <a:noFill/>
              <a:prstDash val="solid"/>
              <a:miter lim="400000"/>
            </a:ln>
            <a:effectLst/>
          </p:spPr>
          <p:txBody>
            <a:bodyPr anchor="ctr"/>
            <a:lstStyle/>
            <a:p>
              <a:pPr algn="ctr"/>
              <a:endParaRPr/>
            </a:p>
          </p:txBody>
        </p:sp>
        <p:sp>
          <p:nvSpPr>
            <p:cNvPr id="138" name="îšļïḓé">
              <a:extLst>
                <a:ext uri="{FF2B5EF4-FFF2-40B4-BE49-F238E27FC236}">
                  <a16:creationId xmlns:a16="http://schemas.microsoft.com/office/drawing/2014/main" id="{1411F5CF-9E5B-AC78-FBE2-8D819E39B51C}"/>
                </a:ext>
              </a:extLst>
            </p:cNvPr>
            <p:cNvSpPr/>
            <p:nvPr/>
          </p:nvSpPr>
          <p:spPr>
            <a:xfrm>
              <a:off x="10967412" y="5132660"/>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grpFill/>
            <a:ln w="25400" cap="flat">
              <a:noFill/>
              <a:prstDash val="solid"/>
              <a:miter lim="400000"/>
            </a:ln>
            <a:effectLst/>
          </p:spPr>
          <p:txBody>
            <a:bodyPr anchor="ctr"/>
            <a:lstStyle/>
            <a:p>
              <a:pPr algn="ctr"/>
              <a:endParaRPr/>
            </a:p>
          </p:txBody>
        </p:sp>
        <p:sp>
          <p:nvSpPr>
            <p:cNvPr id="139" name="ïṥļïḓe">
              <a:extLst>
                <a:ext uri="{FF2B5EF4-FFF2-40B4-BE49-F238E27FC236}">
                  <a16:creationId xmlns:a16="http://schemas.microsoft.com/office/drawing/2014/main" id="{6A87CA85-84EF-CF9F-2BD1-D93D445BB0DF}"/>
                </a:ext>
              </a:extLst>
            </p:cNvPr>
            <p:cNvSpPr/>
            <p:nvPr/>
          </p:nvSpPr>
          <p:spPr>
            <a:xfrm>
              <a:off x="10931870" y="4777460"/>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grpFill/>
            <a:ln w="25400" cap="flat">
              <a:noFill/>
              <a:prstDash val="solid"/>
              <a:miter lim="400000"/>
            </a:ln>
            <a:effectLst/>
          </p:spPr>
          <p:txBody>
            <a:bodyPr anchor="ctr"/>
            <a:lstStyle/>
            <a:p>
              <a:pPr algn="ctr"/>
              <a:endParaRPr/>
            </a:p>
          </p:txBody>
        </p:sp>
        <p:sp>
          <p:nvSpPr>
            <p:cNvPr id="140" name="îśľíḓê">
              <a:extLst>
                <a:ext uri="{FF2B5EF4-FFF2-40B4-BE49-F238E27FC236}">
                  <a16:creationId xmlns:a16="http://schemas.microsoft.com/office/drawing/2014/main" id="{7C09D809-2059-CC2C-E032-EC3CFC9BFD0B}"/>
                </a:ext>
              </a:extLst>
            </p:cNvPr>
            <p:cNvSpPr/>
            <p:nvPr/>
          </p:nvSpPr>
          <p:spPr>
            <a:xfrm>
              <a:off x="11078753" y="4636331"/>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grpFill/>
            <a:ln w="25400" cap="flat">
              <a:noFill/>
              <a:prstDash val="solid"/>
              <a:miter lim="400000"/>
            </a:ln>
            <a:effectLst/>
          </p:spPr>
          <p:txBody>
            <a:bodyPr anchor="ctr"/>
            <a:lstStyle/>
            <a:p>
              <a:pPr algn="ctr"/>
              <a:endParaRPr/>
            </a:p>
          </p:txBody>
        </p:sp>
        <p:sp>
          <p:nvSpPr>
            <p:cNvPr id="141" name="ïšļîḑè">
              <a:extLst>
                <a:ext uri="{FF2B5EF4-FFF2-40B4-BE49-F238E27FC236}">
                  <a16:creationId xmlns:a16="http://schemas.microsoft.com/office/drawing/2014/main" id="{42702192-1944-9705-D67A-86E1E19BCCE3}"/>
                </a:ext>
              </a:extLst>
            </p:cNvPr>
            <p:cNvSpPr/>
            <p:nvPr/>
          </p:nvSpPr>
          <p:spPr>
            <a:xfrm>
              <a:off x="10694096" y="4283499"/>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grpFill/>
            <a:ln w="25400" cap="flat">
              <a:noFill/>
              <a:prstDash val="solid"/>
              <a:miter lim="400000"/>
            </a:ln>
            <a:effectLst/>
          </p:spPr>
          <p:txBody>
            <a:bodyPr anchor="ctr"/>
            <a:lstStyle/>
            <a:p>
              <a:pPr algn="ctr"/>
              <a:endParaRPr/>
            </a:p>
          </p:txBody>
        </p:sp>
        <p:sp>
          <p:nvSpPr>
            <p:cNvPr id="142" name="î$liḋê">
              <a:extLst>
                <a:ext uri="{FF2B5EF4-FFF2-40B4-BE49-F238E27FC236}">
                  <a16:creationId xmlns:a16="http://schemas.microsoft.com/office/drawing/2014/main" id="{828F3F3C-0A36-23CE-5B77-492E10914B33}"/>
                </a:ext>
              </a:extLst>
            </p:cNvPr>
            <p:cNvSpPr/>
            <p:nvPr/>
          </p:nvSpPr>
          <p:spPr>
            <a:xfrm>
              <a:off x="10754669" y="4332994"/>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grpFill/>
            <a:ln w="25400" cap="flat">
              <a:noFill/>
              <a:prstDash val="solid"/>
              <a:miter lim="400000"/>
            </a:ln>
            <a:effectLst/>
          </p:spPr>
          <p:txBody>
            <a:bodyPr anchor="ctr"/>
            <a:lstStyle/>
            <a:p>
              <a:pPr algn="ctr"/>
              <a:endParaRPr/>
            </a:p>
          </p:txBody>
        </p:sp>
        <p:sp>
          <p:nvSpPr>
            <p:cNvPr id="143" name="îṡḷîḓé">
              <a:extLst>
                <a:ext uri="{FF2B5EF4-FFF2-40B4-BE49-F238E27FC236}">
                  <a16:creationId xmlns:a16="http://schemas.microsoft.com/office/drawing/2014/main" id="{0C146ECF-A2B5-F210-E1F1-BDE1B4C39EF5}"/>
                </a:ext>
              </a:extLst>
            </p:cNvPr>
            <p:cNvSpPr/>
            <p:nvPr/>
          </p:nvSpPr>
          <p:spPr>
            <a:xfrm>
              <a:off x="10773772" y="4386273"/>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grpFill/>
            <a:ln w="25400" cap="flat">
              <a:noFill/>
              <a:prstDash val="solid"/>
              <a:miter lim="400000"/>
            </a:ln>
            <a:effectLst/>
          </p:spPr>
          <p:txBody>
            <a:bodyPr anchor="ctr"/>
            <a:lstStyle/>
            <a:p>
              <a:pPr algn="ctr"/>
              <a:endParaRPr/>
            </a:p>
          </p:txBody>
        </p:sp>
        <p:sp>
          <p:nvSpPr>
            <p:cNvPr id="144" name="i$ḻíḓe">
              <a:extLst>
                <a:ext uri="{FF2B5EF4-FFF2-40B4-BE49-F238E27FC236}">
                  <a16:creationId xmlns:a16="http://schemas.microsoft.com/office/drawing/2014/main" id="{B0F35A76-E7E3-55A4-066F-D44EA386906D}"/>
                </a:ext>
              </a:extLst>
            </p:cNvPr>
            <p:cNvSpPr/>
            <p:nvPr/>
          </p:nvSpPr>
          <p:spPr>
            <a:xfrm>
              <a:off x="10819989" y="4368723"/>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grpFill/>
            <a:ln w="25400" cap="flat">
              <a:noFill/>
              <a:prstDash val="solid"/>
              <a:miter lim="400000"/>
            </a:ln>
            <a:effectLst/>
          </p:spPr>
          <p:txBody>
            <a:bodyPr anchor="ctr"/>
            <a:lstStyle/>
            <a:p>
              <a:pPr algn="ctr"/>
              <a:endParaRPr/>
            </a:p>
          </p:txBody>
        </p:sp>
        <p:sp>
          <p:nvSpPr>
            <p:cNvPr id="145" name="isļïḍe">
              <a:extLst>
                <a:ext uri="{FF2B5EF4-FFF2-40B4-BE49-F238E27FC236}">
                  <a16:creationId xmlns:a16="http://schemas.microsoft.com/office/drawing/2014/main" id="{58EBDB35-9C24-A58D-10C1-B1C49B5285E0}"/>
                </a:ext>
              </a:extLst>
            </p:cNvPr>
            <p:cNvSpPr/>
            <p:nvPr/>
          </p:nvSpPr>
          <p:spPr>
            <a:xfrm>
              <a:off x="10844148" y="4433313"/>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grpFill/>
            <a:ln w="25400" cap="flat">
              <a:noFill/>
              <a:prstDash val="solid"/>
              <a:miter lim="400000"/>
            </a:ln>
            <a:effectLst/>
          </p:spPr>
          <p:txBody>
            <a:bodyPr anchor="ctr"/>
            <a:lstStyle/>
            <a:p>
              <a:pPr algn="ctr"/>
              <a:endParaRPr/>
            </a:p>
          </p:txBody>
        </p:sp>
        <p:sp>
          <p:nvSpPr>
            <p:cNvPr id="146" name="ïSḻîḑê">
              <a:extLst>
                <a:ext uri="{FF2B5EF4-FFF2-40B4-BE49-F238E27FC236}">
                  <a16:creationId xmlns:a16="http://schemas.microsoft.com/office/drawing/2014/main" id="{CC5E2CDE-12B6-1FA3-70CF-DF0DD4B6E3DB}"/>
                </a:ext>
              </a:extLst>
            </p:cNvPr>
            <p:cNvSpPr/>
            <p:nvPr/>
          </p:nvSpPr>
          <p:spPr>
            <a:xfrm>
              <a:off x="10888902" y="4398838"/>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grpFill/>
            <a:ln w="25400" cap="flat">
              <a:noFill/>
              <a:prstDash val="solid"/>
              <a:miter lim="400000"/>
            </a:ln>
            <a:effectLst/>
          </p:spPr>
          <p:txBody>
            <a:bodyPr anchor="ctr"/>
            <a:lstStyle/>
            <a:p>
              <a:pPr algn="ctr"/>
              <a:endParaRPr/>
            </a:p>
          </p:txBody>
        </p:sp>
        <p:sp>
          <p:nvSpPr>
            <p:cNvPr id="147" name="işlidè">
              <a:extLst>
                <a:ext uri="{FF2B5EF4-FFF2-40B4-BE49-F238E27FC236}">
                  <a16:creationId xmlns:a16="http://schemas.microsoft.com/office/drawing/2014/main" id="{60E5A629-3342-61D3-4DD4-DFD30B123793}"/>
                </a:ext>
              </a:extLst>
            </p:cNvPr>
            <p:cNvSpPr/>
            <p:nvPr/>
          </p:nvSpPr>
          <p:spPr>
            <a:xfrm>
              <a:off x="10903842" y="4471308"/>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grpFill/>
            <a:ln w="25400" cap="flat">
              <a:noFill/>
              <a:prstDash val="solid"/>
              <a:miter lim="400000"/>
            </a:ln>
            <a:effectLst/>
          </p:spPr>
          <p:txBody>
            <a:bodyPr anchor="ctr"/>
            <a:lstStyle/>
            <a:p>
              <a:pPr algn="ctr"/>
              <a:endParaRPr/>
            </a:p>
          </p:txBody>
        </p:sp>
        <p:sp>
          <p:nvSpPr>
            <p:cNvPr id="148" name="íṧľîḋè">
              <a:extLst>
                <a:ext uri="{FF2B5EF4-FFF2-40B4-BE49-F238E27FC236}">
                  <a16:creationId xmlns:a16="http://schemas.microsoft.com/office/drawing/2014/main" id="{A0D76915-A89C-CB7F-74F5-0E9475886A0D}"/>
                </a:ext>
              </a:extLst>
            </p:cNvPr>
            <p:cNvSpPr/>
            <p:nvPr/>
          </p:nvSpPr>
          <p:spPr>
            <a:xfrm>
              <a:off x="10588123" y="4181404"/>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grpFill/>
            <a:ln w="25400" cap="flat">
              <a:noFill/>
              <a:prstDash val="solid"/>
              <a:miter lim="400000"/>
            </a:ln>
            <a:effectLst/>
          </p:spPr>
          <p:txBody>
            <a:bodyPr anchor="ctr"/>
            <a:lstStyle/>
            <a:p>
              <a:pPr algn="ctr"/>
              <a:endParaRPr/>
            </a:p>
          </p:txBody>
        </p:sp>
        <p:sp>
          <p:nvSpPr>
            <p:cNvPr id="149" name="íşľîdè">
              <a:extLst>
                <a:ext uri="{FF2B5EF4-FFF2-40B4-BE49-F238E27FC236}">
                  <a16:creationId xmlns:a16="http://schemas.microsoft.com/office/drawing/2014/main" id="{76878F7F-18BF-BA57-7758-441129C1ABE4}"/>
                </a:ext>
              </a:extLst>
            </p:cNvPr>
            <p:cNvSpPr/>
            <p:nvPr/>
          </p:nvSpPr>
          <p:spPr>
            <a:xfrm>
              <a:off x="10528896" y="4237475"/>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grpFill/>
            <a:ln w="25400" cap="flat">
              <a:noFill/>
              <a:prstDash val="solid"/>
              <a:miter lim="400000"/>
            </a:ln>
            <a:effectLst/>
          </p:spPr>
          <p:txBody>
            <a:bodyPr anchor="ctr"/>
            <a:lstStyle/>
            <a:p>
              <a:pPr algn="ctr"/>
              <a:endParaRPr/>
            </a:p>
          </p:txBody>
        </p:sp>
        <p:sp>
          <p:nvSpPr>
            <p:cNvPr id="150" name="ïṩ1îḑè">
              <a:extLst>
                <a:ext uri="{FF2B5EF4-FFF2-40B4-BE49-F238E27FC236}">
                  <a16:creationId xmlns:a16="http://schemas.microsoft.com/office/drawing/2014/main" id="{D99BF18C-40E6-B2F7-CB0B-DF767B7D31DA}"/>
                </a:ext>
              </a:extLst>
            </p:cNvPr>
            <p:cNvSpPr/>
            <p:nvPr/>
          </p:nvSpPr>
          <p:spPr>
            <a:xfrm>
              <a:off x="9937920" y="4105530"/>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grpFill/>
            <a:ln w="25400" cap="flat">
              <a:noFill/>
              <a:prstDash val="solid"/>
              <a:miter lim="400000"/>
            </a:ln>
            <a:effectLst/>
          </p:spPr>
          <p:txBody>
            <a:bodyPr anchor="ctr"/>
            <a:lstStyle/>
            <a:p>
              <a:pPr algn="ctr"/>
              <a:endParaRPr/>
            </a:p>
          </p:txBody>
        </p:sp>
        <p:sp>
          <p:nvSpPr>
            <p:cNvPr id="151" name="ïṧḻiḋe">
              <a:extLst>
                <a:ext uri="{FF2B5EF4-FFF2-40B4-BE49-F238E27FC236}">
                  <a16:creationId xmlns:a16="http://schemas.microsoft.com/office/drawing/2014/main" id="{FDC7E8E3-D4B9-7DDB-31E6-DDE770CBA735}"/>
                </a:ext>
              </a:extLst>
            </p:cNvPr>
            <p:cNvSpPr/>
            <p:nvPr/>
          </p:nvSpPr>
          <p:spPr>
            <a:xfrm>
              <a:off x="10030474" y="3790111"/>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grpFill/>
            <a:ln w="25400" cap="flat">
              <a:noFill/>
              <a:prstDash val="solid"/>
              <a:miter lim="400000"/>
            </a:ln>
            <a:effectLst/>
          </p:spPr>
          <p:txBody>
            <a:bodyPr anchor="ctr"/>
            <a:lstStyle/>
            <a:p>
              <a:pPr algn="ctr"/>
              <a:endParaRPr/>
            </a:p>
          </p:txBody>
        </p:sp>
        <p:sp>
          <p:nvSpPr>
            <p:cNvPr id="152" name="ïSḻîḑê">
              <a:extLst>
                <a:ext uri="{FF2B5EF4-FFF2-40B4-BE49-F238E27FC236}">
                  <a16:creationId xmlns:a16="http://schemas.microsoft.com/office/drawing/2014/main" id="{53AD8261-6AF8-DD5E-4C7F-F7AE0E165F84}"/>
                </a:ext>
              </a:extLst>
            </p:cNvPr>
            <p:cNvSpPr/>
            <p:nvPr/>
          </p:nvSpPr>
          <p:spPr>
            <a:xfrm>
              <a:off x="10351793" y="3476789"/>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grpFill/>
            <a:ln w="25400" cap="flat">
              <a:noFill/>
              <a:prstDash val="solid"/>
              <a:miter lim="400000"/>
            </a:ln>
            <a:effectLst/>
          </p:spPr>
          <p:txBody>
            <a:bodyPr anchor="ctr"/>
            <a:lstStyle/>
            <a:p>
              <a:pPr algn="ctr"/>
              <a:endParaRPr/>
            </a:p>
          </p:txBody>
        </p:sp>
        <p:sp>
          <p:nvSpPr>
            <p:cNvPr id="153" name="íS1íde">
              <a:extLst>
                <a:ext uri="{FF2B5EF4-FFF2-40B4-BE49-F238E27FC236}">
                  <a16:creationId xmlns:a16="http://schemas.microsoft.com/office/drawing/2014/main" id="{182892BF-AA44-4E9E-75AF-4A1401895894}"/>
                </a:ext>
              </a:extLst>
            </p:cNvPr>
            <p:cNvSpPr/>
            <p:nvPr/>
          </p:nvSpPr>
          <p:spPr>
            <a:xfrm>
              <a:off x="10325524" y="3553174"/>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grpFill/>
            <a:ln w="25400" cap="flat">
              <a:noFill/>
              <a:prstDash val="solid"/>
              <a:miter lim="400000"/>
            </a:ln>
            <a:effectLst/>
          </p:spPr>
          <p:txBody>
            <a:bodyPr anchor="ctr"/>
            <a:lstStyle/>
            <a:p>
              <a:pPr algn="ctr"/>
              <a:endParaRPr/>
            </a:p>
          </p:txBody>
        </p:sp>
        <p:sp>
          <p:nvSpPr>
            <p:cNvPr id="154" name="îṡḻíḍè">
              <a:extLst>
                <a:ext uri="{FF2B5EF4-FFF2-40B4-BE49-F238E27FC236}">
                  <a16:creationId xmlns:a16="http://schemas.microsoft.com/office/drawing/2014/main" id="{DF2AA406-6176-40BC-7FFE-25062A237964}"/>
                </a:ext>
              </a:extLst>
            </p:cNvPr>
            <p:cNvSpPr/>
            <p:nvPr/>
          </p:nvSpPr>
          <p:spPr>
            <a:xfrm>
              <a:off x="10830737" y="3809410"/>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grpFill/>
            <a:ln w="25400" cap="flat">
              <a:noFill/>
              <a:prstDash val="solid"/>
              <a:miter lim="400000"/>
            </a:ln>
            <a:effectLst/>
          </p:spPr>
          <p:txBody>
            <a:bodyPr anchor="ctr"/>
            <a:lstStyle/>
            <a:p>
              <a:pPr algn="ctr"/>
              <a:endParaRPr/>
            </a:p>
          </p:txBody>
        </p:sp>
      </p:grpSp>
      <p:pic>
        <p:nvPicPr>
          <p:cNvPr id="196" name="ïsḻiḍe">
            <a:extLst>
              <a:ext uri="{FF2B5EF4-FFF2-40B4-BE49-F238E27FC236}">
                <a16:creationId xmlns:a16="http://schemas.microsoft.com/office/drawing/2014/main" id="{270216A5-2787-F027-B08C-44FB499ED4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88710" y="760254"/>
            <a:ext cx="1879390" cy="374335"/>
          </a:xfrm>
          <a:prstGeom prst="rect">
            <a:avLst/>
          </a:prstGeom>
        </p:spPr>
      </p:pic>
      <p:sp>
        <p:nvSpPr>
          <p:cNvPr id="2" name="文本框 1">
            <a:extLst>
              <a:ext uri="{FF2B5EF4-FFF2-40B4-BE49-F238E27FC236}">
                <a16:creationId xmlns:a16="http://schemas.microsoft.com/office/drawing/2014/main" id="{81F72A9A-DAEF-B2E9-1913-6CC32FAB91EC}"/>
              </a:ext>
            </a:extLst>
          </p:cNvPr>
          <p:cNvSpPr txBox="1"/>
          <p:nvPr/>
        </p:nvSpPr>
        <p:spPr>
          <a:xfrm>
            <a:off x="873019" y="611369"/>
            <a:ext cx="9937288" cy="523220"/>
          </a:xfrm>
          <a:prstGeom prst="rect">
            <a:avLst/>
          </a:prstGeom>
          <a:noFill/>
        </p:spPr>
        <p:txBody>
          <a:bodyPr wrap="square" rtlCol="0">
            <a:spAutoFit/>
          </a:bodyPr>
          <a:lstStyle/>
          <a:p>
            <a:r>
              <a:rPr lang="zh-CN" altLang="en-US" sz="2800" dirty="0">
                <a:solidFill>
                  <a:schemeClr val="accent1"/>
                </a:solidFill>
              </a:rPr>
              <a:t>三、新闻中心其他工作</a:t>
            </a:r>
            <a:endParaRPr lang="zh-CN" altLang="en-US" dirty="0"/>
          </a:p>
        </p:txBody>
      </p:sp>
      <p:sp>
        <p:nvSpPr>
          <p:cNvPr id="3" name="文本框 2">
            <a:extLst>
              <a:ext uri="{FF2B5EF4-FFF2-40B4-BE49-F238E27FC236}">
                <a16:creationId xmlns:a16="http://schemas.microsoft.com/office/drawing/2014/main" id="{1971B8C4-1B0B-9A26-F4A9-B2B01D5BBD2F}"/>
              </a:ext>
            </a:extLst>
          </p:cNvPr>
          <p:cNvSpPr txBox="1"/>
          <p:nvPr/>
        </p:nvSpPr>
        <p:spPr>
          <a:xfrm>
            <a:off x="1986246" y="1659242"/>
            <a:ext cx="7920763" cy="2031325"/>
          </a:xfrm>
          <a:prstGeom prst="rect">
            <a:avLst/>
          </a:prstGeom>
          <a:noFill/>
        </p:spPr>
        <p:txBody>
          <a:bodyPr wrap="square" rtlCol="0">
            <a:spAutoFit/>
          </a:bodyPr>
          <a:lstStyle/>
          <a:p>
            <a:r>
              <a:rPr lang="zh-CN" altLang="en-US" b="1" dirty="0">
                <a:solidFill>
                  <a:schemeClr val="accent1"/>
                </a:solidFill>
              </a:rPr>
              <a:t>参加新闻中心扫楼招新活动</a:t>
            </a:r>
            <a:endParaRPr lang="en-US" altLang="zh-CN" b="1" dirty="0">
              <a:solidFill>
                <a:schemeClr val="accent1"/>
              </a:solidFill>
            </a:endParaRPr>
          </a:p>
          <a:p>
            <a:endParaRPr lang="en-US" altLang="zh-CN" b="1" dirty="0">
              <a:solidFill>
                <a:schemeClr val="accent1"/>
              </a:solidFill>
            </a:endParaRPr>
          </a:p>
          <a:p>
            <a:r>
              <a:rPr lang="zh-CN" altLang="en-US" b="1" dirty="0">
                <a:solidFill>
                  <a:schemeClr val="accent1"/>
                </a:solidFill>
              </a:rPr>
              <a:t>参加招新面试环节</a:t>
            </a:r>
            <a:endParaRPr lang="en-US" altLang="zh-CN" b="1" dirty="0">
              <a:solidFill>
                <a:schemeClr val="accent1"/>
              </a:solidFill>
            </a:endParaRPr>
          </a:p>
          <a:p>
            <a:endParaRPr lang="en-US" altLang="zh-CN" b="1" dirty="0">
              <a:solidFill>
                <a:schemeClr val="accent1"/>
              </a:solidFill>
            </a:endParaRPr>
          </a:p>
          <a:p>
            <a:r>
              <a:rPr lang="zh-CN" altLang="en-US" b="1" dirty="0">
                <a:solidFill>
                  <a:schemeClr val="accent1"/>
                </a:solidFill>
              </a:rPr>
              <a:t>参与“</a:t>
            </a:r>
            <a:r>
              <a:rPr lang="en-US" altLang="zh-CN" b="1" dirty="0">
                <a:solidFill>
                  <a:schemeClr val="accent1"/>
                </a:solidFill>
              </a:rPr>
              <a:t>2025</a:t>
            </a:r>
            <a:r>
              <a:rPr lang="zh-CN" altLang="en-US" b="1" dirty="0">
                <a:solidFill>
                  <a:schemeClr val="accent1"/>
                </a:solidFill>
              </a:rPr>
              <a:t>高考”推文系列策划</a:t>
            </a:r>
            <a:endParaRPr lang="en-US" altLang="zh-CN" b="1" dirty="0">
              <a:solidFill>
                <a:schemeClr val="accent1"/>
              </a:solidFill>
            </a:endParaRPr>
          </a:p>
          <a:p>
            <a:endParaRPr lang="en-US" altLang="zh-CN" b="1" dirty="0">
              <a:solidFill>
                <a:schemeClr val="accent1"/>
              </a:solidFill>
            </a:endParaRPr>
          </a:p>
          <a:p>
            <a:r>
              <a:rPr lang="zh-CN" altLang="en-US" b="1" dirty="0">
                <a:solidFill>
                  <a:schemeClr val="accent1"/>
                </a:solidFill>
              </a:rPr>
              <a:t>参与招新、换届大会的有关物资准备</a:t>
            </a:r>
          </a:p>
        </p:txBody>
      </p:sp>
    </p:spTree>
    <p:extLst>
      <p:ext uri="{BB962C8B-B14F-4D97-AF65-F5344CB8AC3E}">
        <p14:creationId xmlns:p14="http://schemas.microsoft.com/office/powerpoint/2010/main" val="2729275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ïṥlîḍé">
          <a:extLst>
            <a:ext uri="{FF2B5EF4-FFF2-40B4-BE49-F238E27FC236}">
              <a16:creationId xmlns:a16="http://schemas.microsoft.com/office/drawing/2014/main" id="{9009A830-767D-D8AB-90A8-547974D5BC12}"/>
            </a:ext>
          </a:extLst>
        </p:cNvPr>
        <p:cNvGrpSpPr/>
        <p:nvPr/>
      </p:nvGrpSpPr>
      <p:grpSpPr>
        <a:xfrm>
          <a:off x="0" y="0"/>
          <a:ext cx="0" cy="0"/>
          <a:chOff x="0" y="0"/>
          <a:chExt cx="0" cy="0"/>
        </a:xfrm>
      </p:grpSpPr>
      <p:sp>
        <p:nvSpPr>
          <p:cNvPr id="5" name="íṧļïḍê">
            <a:extLst>
              <a:ext uri="{FF2B5EF4-FFF2-40B4-BE49-F238E27FC236}">
                <a16:creationId xmlns:a16="http://schemas.microsoft.com/office/drawing/2014/main" id="{13862AFD-C081-FD58-110E-BB3EEA54B3EF}"/>
              </a:ext>
            </a:extLst>
          </p:cNvPr>
          <p:cNvSpPr>
            <a:spLocks noGrp="1"/>
          </p:cNvSpPr>
          <p:nvPr>
            <p:ph type="title"/>
          </p:nvPr>
        </p:nvSpPr>
        <p:spPr>
          <a:xfrm>
            <a:off x="2141119" y="3139369"/>
            <a:ext cx="5419185" cy="895350"/>
          </a:xfrm>
        </p:spPr>
        <p:txBody>
          <a:bodyPr>
            <a:normAutofit/>
          </a:bodyPr>
          <a:lstStyle/>
          <a:p>
            <a:r>
              <a:rPr lang="zh-CN" altLang="en-US" sz="3200" dirty="0"/>
              <a:t>未来展望</a:t>
            </a:r>
          </a:p>
        </p:txBody>
      </p:sp>
      <p:sp>
        <p:nvSpPr>
          <p:cNvPr id="9" name="iŝ1ïdè">
            <a:extLst>
              <a:ext uri="{FF2B5EF4-FFF2-40B4-BE49-F238E27FC236}">
                <a16:creationId xmlns:a16="http://schemas.microsoft.com/office/drawing/2014/main" id="{4B9E74A0-B031-3344-A8BC-E1086C4F1D58}"/>
              </a:ext>
            </a:extLst>
          </p:cNvPr>
          <p:cNvSpPr txBox="1"/>
          <p:nvPr/>
        </p:nvSpPr>
        <p:spPr>
          <a:xfrm>
            <a:off x="990884" y="3507599"/>
            <a:ext cx="901523" cy="814030"/>
          </a:xfrm>
          <a:prstGeom prst="rect">
            <a:avLst/>
          </a:prstGeom>
          <a:noFill/>
          <a:ln w="117475">
            <a:noFill/>
          </a:ln>
        </p:spPr>
        <p:txBody>
          <a:bodyPr wrap="none" rtlCol="0">
            <a:prstTxWarp prst="textPlain">
              <a:avLst/>
            </a:prstTxWarp>
            <a:spAutoFit/>
          </a:bodyPr>
          <a:lstStyle/>
          <a:p>
            <a:r>
              <a:rPr lang="en-US" altLang="zh-CN" b="1" spc="-150" dirty="0">
                <a:solidFill>
                  <a:schemeClr val="accent1"/>
                </a:solidFill>
                <a:latin typeface="+mj-ea"/>
                <a:ea typeface="+mj-ea"/>
                <a:cs typeface="Arial" panose="020B0604020202020204" pitchFamily="34" charset="0"/>
              </a:rPr>
              <a:t>03</a:t>
            </a:r>
            <a:endParaRPr lang="zh-CN" altLang="en-US" b="1" spc="-150" dirty="0">
              <a:solidFill>
                <a:schemeClr val="accent1"/>
              </a:solidFill>
              <a:latin typeface="+mj-ea"/>
              <a:ea typeface="+mj-ea"/>
              <a:cs typeface="Arial" panose="020B0604020202020204" pitchFamily="34" charset="0"/>
            </a:endParaRPr>
          </a:p>
        </p:txBody>
      </p:sp>
    </p:spTree>
    <p:extLst>
      <p:ext uri="{BB962C8B-B14F-4D97-AF65-F5344CB8AC3E}">
        <p14:creationId xmlns:p14="http://schemas.microsoft.com/office/powerpoint/2010/main" val="3177616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išḷídê">
          <a:extLst>
            <a:ext uri="{FF2B5EF4-FFF2-40B4-BE49-F238E27FC236}">
              <a16:creationId xmlns:a16="http://schemas.microsoft.com/office/drawing/2014/main" id="{6B0462E4-BDE4-6702-9BA8-B8B1EE162895}"/>
            </a:ext>
          </a:extLst>
        </p:cNvPr>
        <p:cNvGrpSpPr/>
        <p:nvPr/>
      </p:nvGrpSpPr>
      <p:grpSpPr>
        <a:xfrm>
          <a:off x="0" y="0"/>
          <a:ext cx="0" cy="0"/>
          <a:chOff x="0" y="0"/>
          <a:chExt cx="0" cy="0"/>
        </a:xfrm>
      </p:grpSpPr>
      <p:grpSp>
        <p:nvGrpSpPr>
          <p:cNvPr id="11" name="íṥlîd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EF0F468-685A-3EE1-58C1-0EB76750B1CE}"/>
              </a:ext>
            </a:extLst>
          </p:cNvPr>
          <p:cNvGrpSpPr>
            <a:grpSpLocks noChangeAspect="1"/>
          </p:cNvGrpSpPr>
          <p:nvPr>
            <p:custDataLst>
              <p:tags r:id="rId1"/>
            </p:custDataLst>
          </p:nvPr>
        </p:nvGrpSpPr>
        <p:grpSpPr>
          <a:xfrm>
            <a:off x="664866" y="1046801"/>
            <a:ext cx="10491592" cy="5050945"/>
            <a:chOff x="1071716" y="1247323"/>
            <a:chExt cx="10048568" cy="4837661"/>
          </a:xfrm>
          <a:solidFill>
            <a:schemeClr val="bg2">
              <a:alpha val="33000"/>
            </a:schemeClr>
          </a:solidFill>
        </p:grpSpPr>
        <p:sp>
          <p:nvSpPr>
            <p:cNvPr id="12" name="iṧ1ide">
              <a:extLst>
                <a:ext uri="{FF2B5EF4-FFF2-40B4-BE49-F238E27FC236}">
                  <a16:creationId xmlns:a16="http://schemas.microsoft.com/office/drawing/2014/main" id="{8589A11F-A936-1D60-134B-5944D83CC1A6}"/>
                </a:ext>
              </a:extLst>
            </p:cNvPr>
            <p:cNvSpPr/>
            <p:nvPr/>
          </p:nvSpPr>
          <p:spPr>
            <a:xfrm>
              <a:off x="1071716" y="1560254"/>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grpFill/>
            <a:ln w="25400" cap="flat">
              <a:noFill/>
              <a:prstDash val="solid"/>
              <a:miter lim="400000"/>
            </a:ln>
            <a:effectLst/>
          </p:spPr>
          <p:txBody>
            <a:bodyPr anchor="ctr"/>
            <a:lstStyle/>
            <a:p>
              <a:pPr algn="ctr"/>
              <a:endParaRPr/>
            </a:p>
          </p:txBody>
        </p:sp>
        <p:sp>
          <p:nvSpPr>
            <p:cNvPr id="13" name="iṡlîdè">
              <a:extLst>
                <a:ext uri="{FF2B5EF4-FFF2-40B4-BE49-F238E27FC236}">
                  <a16:creationId xmlns:a16="http://schemas.microsoft.com/office/drawing/2014/main" id="{93678810-6E75-110B-F756-6819E1B8FCFA}"/>
                </a:ext>
              </a:extLst>
            </p:cNvPr>
            <p:cNvSpPr/>
            <p:nvPr/>
          </p:nvSpPr>
          <p:spPr>
            <a:xfrm>
              <a:off x="2659645" y="1473576"/>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grpFill/>
            <a:ln w="25400" cap="flat">
              <a:noFill/>
              <a:prstDash val="solid"/>
              <a:miter lim="400000"/>
            </a:ln>
            <a:effectLst/>
          </p:spPr>
          <p:txBody>
            <a:bodyPr anchor="ctr"/>
            <a:lstStyle/>
            <a:p>
              <a:pPr algn="ctr"/>
              <a:endParaRPr/>
            </a:p>
          </p:txBody>
        </p:sp>
        <p:sp>
          <p:nvSpPr>
            <p:cNvPr id="14" name="íşḷídé">
              <a:extLst>
                <a:ext uri="{FF2B5EF4-FFF2-40B4-BE49-F238E27FC236}">
                  <a16:creationId xmlns:a16="http://schemas.microsoft.com/office/drawing/2014/main" id="{423C6ED1-4566-A2F8-DA48-93C8C36E98D0}"/>
                </a:ext>
              </a:extLst>
            </p:cNvPr>
            <p:cNvSpPr/>
            <p:nvPr/>
          </p:nvSpPr>
          <p:spPr>
            <a:xfrm>
              <a:off x="3184375" y="1615331"/>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grpFill/>
            <a:ln w="25400" cap="flat">
              <a:noFill/>
              <a:prstDash val="solid"/>
              <a:miter lim="400000"/>
            </a:ln>
            <a:effectLst/>
          </p:spPr>
          <p:txBody>
            <a:bodyPr anchor="ctr"/>
            <a:lstStyle/>
            <a:p>
              <a:pPr algn="ctr"/>
              <a:endParaRPr/>
            </a:p>
          </p:txBody>
        </p:sp>
        <p:sp>
          <p:nvSpPr>
            <p:cNvPr id="15" name="í$ľïdê">
              <a:extLst>
                <a:ext uri="{FF2B5EF4-FFF2-40B4-BE49-F238E27FC236}">
                  <a16:creationId xmlns:a16="http://schemas.microsoft.com/office/drawing/2014/main" id="{7E08B97A-8963-B5A3-F4A4-C7191C4314D0}"/>
                </a:ext>
              </a:extLst>
            </p:cNvPr>
            <p:cNvSpPr/>
            <p:nvPr/>
          </p:nvSpPr>
          <p:spPr>
            <a:xfrm>
              <a:off x="3215588" y="1484505"/>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grpFill/>
            <a:ln w="25400" cap="flat">
              <a:noFill/>
              <a:prstDash val="solid"/>
              <a:miter lim="400000"/>
            </a:ln>
            <a:effectLst/>
          </p:spPr>
          <p:txBody>
            <a:bodyPr anchor="ctr"/>
            <a:lstStyle/>
            <a:p>
              <a:pPr algn="ctr"/>
              <a:endParaRPr/>
            </a:p>
          </p:txBody>
        </p:sp>
        <p:sp>
          <p:nvSpPr>
            <p:cNvPr id="16" name="íṣļîḑe">
              <a:extLst>
                <a:ext uri="{FF2B5EF4-FFF2-40B4-BE49-F238E27FC236}">
                  <a16:creationId xmlns:a16="http://schemas.microsoft.com/office/drawing/2014/main" id="{FB949DC4-9C2B-0AE8-5C7C-D2A12EFF397F}"/>
                </a:ext>
              </a:extLst>
            </p:cNvPr>
            <p:cNvSpPr/>
            <p:nvPr/>
          </p:nvSpPr>
          <p:spPr>
            <a:xfrm>
              <a:off x="3377772" y="1484037"/>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grpFill/>
            <a:ln w="25400" cap="flat">
              <a:noFill/>
              <a:prstDash val="solid"/>
              <a:miter lim="400000"/>
            </a:ln>
            <a:effectLst/>
          </p:spPr>
          <p:txBody>
            <a:bodyPr anchor="ctr"/>
            <a:lstStyle/>
            <a:p>
              <a:pPr algn="ctr"/>
              <a:endParaRPr/>
            </a:p>
          </p:txBody>
        </p:sp>
        <p:sp>
          <p:nvSpPr>
            <p:cNvPr id="17" name="ïṥ1ïḑé">
              <a:extLst>
                <a:ext uri="{FF2B5EF4-FFF2-40B4-BE49-F238E27FC236}">
                  <a16:creationId xmlns:a16="http://schemas.microsoft.com/office/drawing/2014/main" id="{9A0C3E01-AE61-6D28-50F8-16AD4D84BEAE}"/>
                </a:ext>
              </a:extLst>
            </p:cNvPr>
            <p:cNvSpPr/>
            <p:nvPr/>
          </p:nvSpPr>
          <p:spPr>
            <a:xfrm>
              <a:off x="3537340" y="1418200"/>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grpFill/>
            <a:ln w="25400" cap="flat">
              <a:noFill/>
              <a:prstDash val="solid"/>
              <a:miter lim="400000"/>
            </a:ln>
            <a:effectLst/>
          </p:spPr>
          <p:txBody>
            <a:bodyPr anchor="ctr"/>
            <a:lstStyle/>
            <a:p>
              <a:pPr algn="ctr"/>
              <a:endParaRPr/>
            </a:p>
          </p:txBody>
        </p:sp>
        <p:sp>
          <p:nvSpPr>
            <p:cNvPr id="18" name="îşḻiḑe">
              <a:extLst>
                <a:ext uri="{FF2B5EF4-FFF2-40B4-BE49-F238E27FC236}">
                  <a16:creationId xmlns:a16="http://schemas.microsoft.com/office/drawing/2014/main" id="{519B1093-3880-79CE-78BE-DCB09BBA1EC8}"/>
                </a:ext>
              </a:extLst>
            </p:cNvPr>
            <p:cNvSpPr/>
            <p:nvPr/>
          </p:nvSpPr>
          <p:spPr>
            <a:xfrm>
              <a:off x="3672980" y="1247323"/>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grpFill/>
            <a:ln w="25400" cap="flat">
              <a:noFill/>
              <a:prstDash val="solid"/>
              <a:miter lim="400000"/>
            </a:ln>
            <a:effectLst/>
          </p:spPr>
          <p:txBody>
            <a:bodyPr anchor="ctr"/>
            <a:lstStyle/>
            <a:p>
              <a:pPr algn="ctr"/>
              <a:endParaRPr/>
            </a:p>
          </p:txBody>
        </p:sp>
        <p:sp>
          <p:nvSpPr>
            <p:cNvPr id="19" name="îṥḻíďe">
              <a:extLst>
                <a:ext uri="{FF2B5EF4-FFF2-40B4-BE49-F238E27FC236}">
                  <a16:creationId xmlns:a16="http://schemas.microsoft.com/office/drawing/2014/main" id="{7B21B44B-BBE5-7C10-BD21-78064601107A}"/>
                </a:ext>
              </a:extLst>
            </p:cNvPr>
            <p:cNvSpPr/>
            <p:nvPr/>
          </p:nvSpPr>
          <p:spPr>
            <a:xfrm>
              <a:off x="4072085" y="1252852"/>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grpFill/>
            <a:ln w="25400" cap="flat">
              <a:noFill/>
              <a:prstDash val="solid"/>
              <a:miter lim="400000"/>
            </a:ln>
            <a:effectLst/>
          </p:spPr>
          <p:txBody>
            <a:bodyPr anchor="ctr"/>
            <a:lstStyle/>
            <a:p>
              <a:pPr algn="ctr"/>
              <a:endParaRPr/>
            </a:p>
          </p:txBody>
        </p:sp>
        <p:sp>
          <p:nvSpPr>
            <p:cNvPr id="20" name="işľîḋê">
              <a:extLst>
                <a:ext uri="{FF2B5EF4-FFF2-40B4-BE49-F238E27FC236}">
                  <a16:creationId xmlns:a16="http://schemas.microsoft.com/office/drawing/2014/main" id="{2D4D1388-72F9-84D3-EF34-F33BEC89559E}"/>
                </a:ext>
              </a:extLst>
            </p:cNvPr>
            <p:cNvSpPr/>
            <p:nvPr/>
          </p:nvSpPr>
          <p:spPr>
            <a:xfrm>
              <a:off x="3479660" y="1494826"/>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grpFill/>
            <a:ln w="25400" cap="flat">
              <a:noFill/>
              <a:prstDash val="solid"/>
              <a:miter lim="400000"/>
            </a:ln>
            <a:effectLst/>
          </p:spPr>
          <p:txBody>
            <a:bodyPr anchor="ctr"/>
            <a:lstStyle/>
            <a:p>
              <a:pPr algn="ctr"/>
              <a:endParaRPr/>
            </a:p>
          </p:txBody>
        </p:sp>
        <p:sp>
          <p:nvSpPr>
            <p:cNvPr id="21" name="îśḷíďè">
              <a:extLst>
                <a:ext uri="{FF2B5EF4-FFF2-40B4-BE49-F238E27FC236}">
                  <a16:creationId xmlns:a16="http://schemas.microsoft.com/office/drawing/2014/main" id="{9F12C067-E112-F614-A7AF-B52F5600C2E5}"/>
                </a:ext>
              </a:extLst>
            </p:cNvPr>
            <p:cNvSpPr/>
            <p:nvPr/>
          </p:nvSpPr>
          <p:spPr>
            <a:xfrm>
              <a:off x="3367978" y="1754955"/>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grpFill/>
            <a:ln w="25400" cap="flat">
              <a:noFill/>
              <a:prstDash val="solid"/>
              <a:miter lim="400000"/>
            </a:ln>
            <a:effectLst/>
          </p:spPr>
          <p:txBody>
            <a:bodyPr anchor="ctr"/>
            <a:lstStyle/>
            <a:p>
              <a:pPr algn="ctr"/>
              <a:endParaRPr/>
            </a:p>
          </p:txBody>
        </p:sp>
        <p:sp>
          <p:nvSpPr>
            <p:cNvPr id="22" name="îṥḷiḓè">
              <a:extLst>
                <a:ext uri="{FF2B5EF4-FFF2-40B4-BE49-F238E27FC236}">
                  <a16:creationId xmlns:a16="http://schemas.microsoft.com/office/drawing/2014/main" id="{BE602A53-DD1E-12FB-66A5-6E11B219348C}"/>
                </a:ext>
              </a:extLst>
            </p:cNvPr>
            <p:cNvSpPr/>
            <p:nvPr/>
          </p:nvSpPr>
          <p:spPr>
            <a:xfrm>
              <a:off x="3798219" y="2232769"/>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grpFill/>
            <a:ln w="25400" cap="flat">
              <a:noFill/>
              <a:prstDash val="solid"/>
              <a:miter lim="400000"/>
            </a:ln>
            <a:effectLst/>
          </p:spPr>
          <p:txBody>
            <a:bodyPr anchor="ctr"/>
            <a:lstStyle/>
            <a:p>
              <a:pPr algn="ctr"/>
              <a:endParaRPr/>
            </a:p>
          </p:txBody>
        </p:sp>
        <p:sp>
          <p:nvSpPr>
            <p:cNvPr id="23" name="iṥliďe">
              <a:extLst>
                <a:ext uri="{FF2B5EF4-FFF2-40B4-BE49-F238E27FC236}">
                  <a16:creationId xmlns:a16="http://schemas.microsoft.com/office/drawing/2014/main" id="{B7867830-4594-D06A-5CEF-57070F1F0206}"/>
                </a:ext>
              </a:extLst>
            </p:cNvPr>
            <p:cNvSpPr/>
            <p:nvPr/>
          </p:nvSpPr>
          <p:spPr>
            <a:xfrm>
              <a:off x="3443720" y="2870076"/>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grpFill/>
            <a:ln w="25400" cap="flat">
              <a:noFill/>
              <a:prstDash val="solid"/>
              <a:miter lim="400000"/>
            </a:ln>
            <a:effectLst/>
          </p:spPr>
          <p:txBody>
            <a:bodyPr anchor="ctr"/>
            <a:lstStyle/>
            <a:p>
              <a:pPr algn="ctr"/>
              <a:endParaRPr/>
            </a:p>
          </p:txBody>
        </p:sp>
        <p:sp>
          <p:nvSpPr>
            <p:cNvPr id="24" name="î$ļídé">
              <a:extLst>
                <a:ext uri="{FF2B5EF4-FFF2-40B4-BE49-F238E27FC236}">
                  <a16:creationId xmlns:a16="http://schemas.microsoft.com/office/drawing/2014/main" id="{0DDB1CE3-5475-0A28-77E1-DDE37A148207}"/>
                </a:ext>
              </a:extLst>
            </p:cNvPr>
            <p:cNvSpPr/>
            <p:nvPr/>
          </p:nvSpPr>
          <p:spPr>
            <a:xfrm>
              <a:off x="2721842" y="3238975"/>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grpFill/>
            <a:ln w="25400" cap="flat">
              <a:noFill/>
              <a:prstDash val="solid"/>
              <a:miter lim="400000"/>
            </a:ln>
            <a:effectLst/>
          </p:spPr>
          <p:txBody>
            <a:bodyPr anchor="ctr"/>
            <a:lstStyle/>
            <a:p>
              <a:pPr algn="ctr"/>
              <a:endParaRPr/>
            </a:p>
          </p:txBody>
        </p:sp>
        <p:sp>
          <p:nvSpPr>
            <p:cNvPr id="25" name="ïşļíḍé">
              <a:extLst>
                <a:ext uri="{FF2B5EF4-FFF2-40B4-BE49-F238E27FC236}">
                  <a16:creationId xmlns:a16="http://schemas.microsoft.com/office/drawing/2014/main" id="{19FA0C6F-9F44-F682-A2C7-1CE0C8FE9EDB}"/>
                </a:ext>
              </a:extLst>
            </p:cNvPr>
            <p:cNvSpPr/>
            <p:nvPr/>
          </p:nvSpPr>
          <p:spPr>
            <a:xfrm>
              <a:off x="3014633" y="3360630"/>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grpFill/>
            <a:ln w="25400" cap="flat">
              <a:noFill/>
              <a:prstDash val="solid"/>
              <a:miter lim="400000"/>
            </a:ln>
            <a:effectLst/>
          </p:spPr>
          <p:txBody>
            <a:bodyPr anchor="ctr"/>
            <a:lstStyle/>
            <a:p>
              <a:pPr algn="ctr"/>
              <a:endParaRPr/>
            </a:p>
          </p:txBody>
        </p:sp>
        <p:sp>
          <p:nvSpPr>
            <p:cNvPr id="26" name="î$líḋè">
              <a:extLst>
                <a:ext uri="{FF2B5EF4-FFF2-40B4-BE49-F238E27FC236}">
                  <a16:creationId xmlns:a16="http://schemas.microsoft.com/office/drawing/2014/main" id="{41B8B0DA-1C1A-552D-E4BD-80012EF64A79}"/>
                </a:ext>
              </a:extLst>
            </p:cNvPr>
            <p:cNvSpPr/>
            <p:nvPr/>
          </p:nvSpPr>
          <p:spPr>
            <a:xfrm>
              <a:off x="2895033" y="3401778"/>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grpFill/>
            <a:ln w="25400" cap="flat">
              <a:noFill/>
              <a:prstDash val="solid"/>
              <a:miter lim="400000"/>
            </a:ln>
            <a:effectLst/>
          </p:spPr>
          <p:txBody>
            <a:bodyPr anchor="ctr"/>
            <a:lstStyle/>
            <a:p>
              <a:pPr algn="ctr"/>
              <a:endParaRPr/>
            </a:p>
          </p:txBody>
        </p:sp>
        <p:sp>
          <p:nvSpPr>
            <p:cNvPr id="27" name="ï$1îḑe">
              <a:extLst>
                <a:ext uri="{FF2B5EF4-FFF2-40B4-BE49-F238E27FC236}">
                  <a16:creationId xmlns:a16="http://schemas.microsoft.com/office/drawing/2014/main" id="{8085644B-7054-BEFA-6129-AAFB5E8AC3AC}"/>
                </a:ext>
              </a:extLst>
            </p:cNvPr>
            <p:cNvSpPr/>
            <p:nvPr/>
          </p:nvSpPr>
          <p:spPr>
            <a:xfrm>
              <a:off x="3271035" y="3400703"/>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grpFill/>
            <a:ln w="25400" cap="flat">
              <a:noFill/>
              <a:prstDash val="solid"/>
              <a:miter lim="400000"/>
            </a:ln>
            <a:effectLst/>
          </p:spPr>
          <p:txBody>
            <a:bodyPr anchor="ctr"/>
            <a:lstStyle/>
            <a:p>
              <a:pPr algn="ctr"/>
              <a:endParaRPr/>
            </a:p>
          </p:txBody>
        </p:sp>
        <p:sp>
          <p:nvSpPr>
            <p:cNvPr id="28" name="iṥḻíḋè">
              <a:extLst>
                <a:ext uri="{FF2B5EF4-FFF2-40B4-BE49-F238E27FC236}">
                  <a16:creationId xmlns:a16="http://schemas.microsoft.com/office/drawing/2014/main" id="{88845FD7-B462-DEB0-0701-851ADF3082AD}"/>
                </a:ext>
              </a:extLst>
            </p:cNvPr>
            <p:cNvSpPr/>
            <p:nvPr/>
          </p:nvSpPr>
          <p:spPr>
            <a:xfrm>
              <a:off x="3099915" y="3243765"/>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grpFill/>
            <a:ln w="25400" cap="flat">
              <a:noFill/>
              <a:prstDash val="solid"/>
              <a:miter lim="400000"/>
            </a:ln>
            <a:effectLst/>
          </p:spPr>
          <p:txBody>
            <a:bodyPr anchor="ctr"/>
            <a:lstStyle/>
            <a:p>
              <a:pPr algn="ctr"/>
              <a:endParaRPr/>
            </a:p>
          </p:txBody>
        </p:sp>
        <p:sp>
          <p:nvSpPr>
            <p:cNvPr id="29" name="ïš1íde">
              <a:extLst>
                <a:ext uri="{FF2B5EF4-FFF2-40B4-BE49-F238E27FC236}">
                  <a16:creationId xmlns:a16="http://schemas.microsoft.com/office/drawing/2014/main" id="{E2397A7A-E97A-4948-661D-87AD503B8277}"/>
                </a:ext>
              </a:extLst>
            </p:cNvPr>
            <p:cNvSpPr/>
            <p:nvPr/>
          </p:nvSpPr>
          <p:spPr>
            <a:xfrm>
              <a:off x="3040202" y="3273501"/>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grpFill/>
            <a:ln w="25400" cap="flat">
              <a:noFill/>
              <a:prstDash val="solid"/>
              <a:miter lim="400000"/>
            </a:ln>
            <a:effectLst/>
          </p:spPr>
          <p:txBody>
            <a:bodyPr anchor="ctr"/>
            <a:lstStyle/>
            <a:p>
              <a:pPr algn="ctr"/>
              <a:endParaRPr/>
            </a:p>
          </p:txBody>
        </p:sp>
        <p:sp>
          <p:nvSpPr>
            <p:cNvPr id="30" name="isliḋê">
              <a:extLst>
                <a:ext uri="{FF2B5EF4-FFF2-40B4-BE49-F238E27FC236}">
                  <a16:creationId xmlns:a16="http://schemas.microsoft.com/office/drawing/2014/main" id="{1145538D-454D-15DE-5FC3-75BE548C343D}"/>
                </a:ext>
              </a:extLst>
            </p:cNvPr>
            <p:cNvSpPr/>
            <p:nvPr/>
          </p:nvSpPr>
          <p:spPr>
            <a:xfrm>
              <a:off x="2935381" y="3141153"/>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grpFill/>
            <a:ln w="25400" cap="flat">
              <a:noFill/>
              <a:prstDash val="solid"/>
              <a:miter lim="400000"/>
            </a:ln>
            <a:effectLst/>
          </p:spPr>
          <p:txBody>
            <a:bodyPr anchor="ctr"/>
            <a:lstStyle/>
            <a:p>
              <a:pPr algn="ctr"/>
              <a:endParaRPr/>
            </a:p>
          </p:txBody>
        </p:sp>
        <p:sp>
          <p:nvSpPr>
            <p:cNvPr id="31" name="îs1iḍè">
              <a:extLst>
                <a:ext uri="{FF2B5EF4-FFF2-40B4-BE49-F238E27FC236}">
                  <a16:creationId xmlns:a16="http://schemas.microsoft.com/office/drawing/2014/main" id="{0B1286FD-6C7C-87FF-0FB4-D4CF1697C974}"/>
                </a:ext>
              </a:extLst>
            </p:cNvPr>
            <p:cNvSpPr/>
            <p:nvPr/>
          </p:nvSpPr>
          <p:spPr>
            <a:xfrm>
              <a:off x="2937717" y="3092070"/>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grpFill/>
            <a:ln w="25400" cap="flat">
              <a:noFill/>
              <a:prstDash val="solid"/>
              <a:miter lim="400000"/>
            </a:ln>
            <a:effectLst/>
          </p:spPr>
          <p:txBody>
            <a:bodyPr anchor="ctr"/>
            <a:lstStyle/>
            <a:p>
              <a:pPr algn="ctr"/>
              <a:endParaRPr/>
            </a:p>
          </p:txBody>
        </p:sp>
        <p:sp>
          <p:nvSpPr>
            <p:cNvPr id="32" name="iṧlïḍé">
              <a:extLst>
                <a:ext uri="{FF2B5EF4-FFF2-40B4-BE49-F238E27FC236}">
                  <a16:creationId xmlns:a16="http://schemas.microsoft.com/office/drawing/2014/main" id="{080405A3-E313-734D-1995-AE93EC065D85}"/>
                </a:ext>
              </a:extLst>
            </p:cNvPr>
            <p:cNvSpPr/>
            <p:nvPr/>
          </p:nvSpPr>
          <p:spPr>
            <a:xfrm>
              <a:off x="2983567" y="3093648"/>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grpFill/>
            <a:ln w="25400" cap="flat">
              <a:noFill/>
              <a:prstDash val="solid"/>
              <a:miter lim="400000"/>
            </a:ln>
            <a:effectLst/>
          </p:spPr>
          <p:txBody>
            <a:bodyPr anchor="ctr"/>
            <a:lstStyle/>
            <a:p>
              <a:pPr algn="ctr"/>
              <a:endParaRPr/>
            </a:p>
          </p:txBody>
        </p:sp>
        <p:sp>
          <p:nvSpPr>
            <p:cNvPr id="33" name="iSļîḋé">
              <a:extLst>
                <a:ext uri="{FF2B5EF4-FFF2-40B4-BE49-F238E27FC236}">
                  <a16:creationId xmlns:a16="http://schemas.microsoft.com/office/drawing/2014/main" id="{104F0AC8-1C8D-B1F5-970D-2C1E0CC993AA}"/>
                </a:ext>
              </a:extLst>
            </p:cNvPr>
            <p:cNvSpPr/>
            <p:nvPr/>
          </p:nvSpPr>
          <p:spPr>
            <a:xfrm>
              <a:off x="2959952" y="3134535"/>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grpFill/>
            <a:ln w="25400" cap="flat">
              <a:noFill/>
              <a:prstDash val="solid"/>
              <a:miter lim="400000"/>
            </a:ln>
            <a:effectLst/>
          </p:spPr>
          <p:txBody>
            <a:bodyPr anchor="ctr"/>
            <a:lstStyle/>
            <a:p>
              <a:pPr algn="ctr"/>
              <a:endParaRPr/>
            </a:p>
          </p:txBody>
        </p:sp>
        <p:sp>
          <p:nvSpPr>
            <p:cNvPr id="34" name="îṥḷíḑé">
              <a:extLst>
                <a:ext uri="{FF2B5EF4-FFF2-40B4-BE49-F238E27FC236}">
                  <a16:creationId xmlns:a16="http://schemas.microsoft.com/office/drawing/2014/main" id="{33F09EE2-1CC5-FC84-6E07-9D3FA48F7EC8}"/>
                </a:ext>
              </a:extLst>
            </p:cNvPr>
            <p:cNvSpPr/>
            <p:nvPr/>
          </p:nvSpPr>
          <p:spPr>
            <a:xfrm>
              <a:off x="3029817" y="3184357"/>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grpFill/>
            <a:ln w="25400" cap="flat">
              <a:noFill/>
              <a:prstDash val="solid"/>
              <a:miter lim="400000"/>
            </a:ln>
            <a:effectLst/>
          </p:spPr>
          <p:txBody>
            <a:bodyPr anchor="ctr"/>
            <a:lstStyle/>
            <a:p>
              <a:pPr algn="ctr"/>
              <a:endParaRPr/>
            </a:p>
          </p:txBody>
        </p:sp>
        <p:sp>
          <p:nvSpPr>
            <p:cNvPr id="35" name="íṡ1ide">
              <a:extLst>
                <a:ext uri="{FF2B5EF4-FFF2-40B4-BE49-F238E27FC236}">
                  <a16:creationId xmlns:a16="http://schemas.microsoft.com/office/drawing/2014/main" id="{1DA57673-B6D5-00E1-C3D8-3F0F74C952F1}"/>
                </a:ext>
              </a:extLst>
            </p:cNvPr>
            <p:cNvSpPr/>
            <p:nvPr/>
          </p:nvSpPr>
          <p:spPr>
            <a:xfrm>
              <a:off x="3034154" y="3223970"/>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grpFill/>
            <a:ln w="25400" cap="flat">
              <a:noFill/>
              <a:prstDash val="solid"/>
              <a:miter lim="400000"/>
            </a:ln>
            <a:effectLst/>
          </p:spPr>
          <p:txBody>
            <a:bodyPr anchor="ctr"/>
            <a:lstStyle/>
            <a:p>
              <a:pPr algn="ctr"/>
              <a:endParaRPr/>
            </a:p>
          </p:txBody>
        </p:sp>
        <p:sp>
          <p:nvSpPr>
            <p:cNvPr id="36" name="iŝḻíḓé">
              <a:extLst>
                <a:ext uri="{FF2B5EF4-FFF2-40B4-BE49-F238E27FC236}">
                  <a16:creationId xmlns:a16="http://schemas.microsoft.com/office/drawing/2014/main" id="{E1D9DED2-BB54-3422-A485-EA6FDB7C29AF}"/>
                </a:ext>
              </a:extLst>
            </p:cNvPr>
            <p:cNvSpPr/>
            <p:nvPr/>
          </p:nvSpPr>
          <p:spPr>
            <a:xfrm>
              <a:off x="2785378" y="3359199"/>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grpFill/>
            <a:ln w="25400" cap="flat">
              <a:noFill/>
              <a:prstDash val="solid"/>
              <a:miter lim="400000"/>
            </a:ln>
            <a:effectLst/>
          </p:spPr>
          <p:txBody>
            <a:bodyPr anchor="ctr"/>
            <a:lstStyle/>
            <a:p>
              <a:pPr algn="ctr"/>
              <a:endParaRPr/>
            </a:p>
          </p:txBody>
        </p:sp>
        <p:sp>
          <p:nvSpPr>
            <p:cNvPr id="37" name="ïS1íḋè">
              <a:extLst>
                <a:ext uri="{FF2B5EF4-FFF2-40B4-BE49-F238E27FC236}">
                  <a16:creationId xmlns:a16="http://schemas.microsoft.com/office/drawing/2014/main" id="{08D4B84E-1389-7E30-D7C3-3B6C5D7643F8}"/>
                </a:ext>
              </a:extLst>
            </p:cNvPr>
            <p:cNvSpPr/>
            <p:nvPr/>
          </p:nvSpPr>
          <p:spPr>
            <a:xfrm>
              <a:off x="3344267" y="3394292"/>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grpFill/>
            <a:ln w="25400" cap="flat">
              <a:noFill/>
              <a:prstDash val="solid"/>
              <a:miter lim="400000"/>
            </a:ln>
            <a:effectLst/>
          </p:spPr>
          <p:txBody>
            <a:bodyPr anchor="ctr"/>
            <a:lstStyle/>
            <a:p>
              <a:pPr algn="ctr"/>
              <a:endParaRPr/>
            </a:p>
          </p:txBody>
        </p:sp>
        <p:sp>
          <p:nvSpPr>
            <p:cNvPr id="38" name="işļíḋê">
              <a:extLst>
                <a:ext uri="{FF2B5EF4-FFF2-40B4-BE49-F238E27FC236}">
                  <a16:creationId xmlns:a16="http://schemas.microsoft.com/office/drawing/2014/main" id="{31B507F6-994E-78C4-5BA3-2E212294000A}"/>
                </a:ext>
              </a:extLst>
            </p:cNvPr>
            <p:cNvSpPr/>
            <p:nvPr/>
          </p:nvSpPr>
          <p:spPr>
            <a:xfrm>
              <a:off x="3331641" y="3425859"/>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grpFill/>
            <a:ln w="25400" cap="flat">
              <a:noFill/>
              <a:prstDash val="solid"/>
              <a:miter lim="400000"/>
            </a:ln>
            <a:effectLst/>
          </p:spPr>
          <p:txBody>
            <a:bodyPr anchor="ctr"/>
            <a:lstStyle/>
            <a:p>
              <a:pPr algn="ctr"/>
              <a:endParaRPr/>
            </a:p>
          </p:txBody>
        </p:sp>
        <p:sp>
          <p:nvSpPr>
            <p:cNvPr id="39" name="îṥḻîḍê">
              <a:extLst>
                <a:ext uri="{FF2B5EF4-FFF2-40B4-BE49-F238E27FC236}">
                  <a16:creationId xmlns:a16="http://schemas.microsoft.com/office/drawing/2014/main" id="{E6DB7A7A-5501-2517-FD0A-9272A5500C8A}"/>
                </a:ext>
              </a:extLst>
            </p:cNvPr>
            <p:cNvSpPr/>
            <p:nvPr/>
          </p:nvSpPr>
          <p:spPr>
            <a:xfrm>
              <a:off x="3393321" y="3447981"/>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grpFill/>
            <a:ln w="25400" cap="flat">
              <a:noFill/>
              <a:prstDash val="solid"/>
              <a:miter lim="400000"/>
            </a:ln>
            <a:effectLst/>
          </p:spPr>
          <p:txBody>
            <a:bodyPr anchor="ctr"/>
            <a:lstStyle/>
            <a:p>
              <a:pPr algn="ctr"/>
              <a:endParaRPr/>
            </a:p>
          </p:txBody>
        </p:sp>
        <p:sp>
          <p:nvSpPr>
            <p:cNvPr id="40" name="iṩļíḓe">
              <a:extLst>
                <a:ext uri="{FF2B5EF4-FFF2-40B4-BE49-F238E27FC236}">
                  <a16:creationId xmlns:a16="http://schemas.microsoft.com/office/drawing/2014/main" id="{0CD90EC6-B748-9D40-81C1-9063FE96FC8C}"/>
                </a:ext>
              </a:extLst>
            </p:cNvPr>
            <p:cNvSpPr/>
            <p:nvPr/>
          </p:nvSpPr>
          <p:spPr>
            <a:xfrm>
              <a:off x="3434240" y="3430336"/>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grpFill/>
            <a:ln w="25400" cap="flat">
              <a:noFill/>
              <a:prstDash val="solid"/>
              <a:miter lim="400000"/>
            </a:ln>
            <a:effectLst/>
          </p:spPr>
          <p:txBody>
            <a:bodyPr anchor="ctr"/>
            <a:lstStyle/>
            <a:p>
              <a:pPr algn="ctr"/>
              <a:endParaRPr/>
            </a:p>
          </p:txBody>
        </p:sp>
        <p:sp>
          <p:nvSpPr>
            <p:cNvPr id="41" name="íşḷiḓé">
              <a:extLst>
                <a:ext uri="{FF2B5EF4-FFF2-40B4-BE49-F238E27FC236}">
                  <a16:creationId xmlns:a16="http://schemas.microsoft.com/office/drawing/2014/main" id="{1EFBCABE-6DDA-F79B-E676-A273D47051B4}"/>
                </a:ext>
              </a:extLst>
            </p:cNvPr>
            <p:cNvSpPr/>
            <p:nvPr/>
          </p:nvSpPr>
          <p:spPr>
            <a:xfrm>
              <a:off x="3386807" y="340124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grpFill/>
            <a:ln w="25400" cap="flat">
              <a:noFill/>
              <a:prstDash val="solid"/>
              <a:miter lim="400000"/>
            </a:ln>
            <a:effectLst/>
          </p:spPr>
          <p:txBody>
            <a:bodyPr anchor="ctr"/>
            <a:lstStyle/>
            <a:p>
              <a:pPr algn="ctr"/>
              <a:endParaRPr/>
            </a:p>
          </p:txBody>
        </p:sp>
        <p:sp>
          <p:nvSpPr>
            <p:cNvPr id="42" name="ïŝliḑe">
              <a:extLst>
                <a:ext uri="{FF2B5EF4-FFF2-40B4-BE49-F238E27FC236}">
                  <a16:creationId xmlns:a16="http://schemas.microsoft.com/office/drawing/2014/main" id="{47B3403B-2493-2E46-028E-B3C1D40164D0}"/>
                </a:ext>
              </a:extLst>
            </p:cNvPr>
            <p:cNvSpPr/>
            <p:nvPr/>
          </p:nvSpPr>
          <p:spPr>
            <a:xfrm>
              <a:off x="3471329" y="3432447"/>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grpFill/>
            <a:ln w="25400" cap="flat">
              <a:noFill/>
              <a:prstDash val="solid"/>
              <a:miter lim="400000"/>
            </a:ln>
            <a:effectLst/>
          </p:spPr>
          <p:txBody>
            <a:bodyPr anchor="ctr"/>
            <a:lstStyle/>
            <a:p>
              <a:pPr algn="ctr"/>
              <a:endParaRPr/>
            </a:p>
          </p:txBody>
        </p:sp>
        <p:sp>
          <p:nvSpPr>
            <p:cNvPr id="43" name="îṡlídé">
              <a:extLst>
                <a:ext uri="{FF2B5EF4-FFF2-40B4-BE49-F238E27FC236}">
                  <a16:creationId xmlns:a16="http://schemas.microsoft.com/office/drawing/2014/main" id="{F169EF5D-1089-895A-B904-C57E9894AF6A}"/>
                </a:ext>
              </a:extLst>
            </p:cNvPr>
            <p:cNvSpPr/>
            <p:nvPr/>
          </p:nvSpPr>
          <p:spPr>
            <a:xfrm>
              <a:off x="3444546" y="347094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grpFill/>
            <a:ln w="25400" cap="flat">
              <a:noFill/>
              <a:prstDash val="solid"/>
              <a:miter lim="400000"/>
            </a:ln>
            <a:effectLst/>
          </p:spPr>
          <p:txBody>
            <a:bodyPr anchor="ctr"/>
            <a:lstStyle/>
            <a:p>
              <a:pPr algn="ctr"/>
              <a:endParaRPr/>
            </a:p>
          </p:txBody>
        </p:sp>
        <p:sp>
          <p:nvSpPr>
            <p:cNvPr id="44" name="iS1iḓé">
              <a:extLst>
                <a:ext uri="{FF2B5EF4-FFF2-40B4-BE49-F238E27FC236}">
                  <a16:creationId xmlns:a16="http://schemas.microsoft.com/office/drawing/2014/main" id="{02DD19F8-7FAB-AE70-74BA-C934AB9D5955}"/>
                </a:ext>
              </a:extLst>
            </p:cNvPr>
            <p:cNvSpPr/>
            <p:nvPr/>
          </p:nvSpPr>
          <p:spPr>
            <a:xfrm>
              <a:off x="3474836" y="3472701"/>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grpFill/>
            <a:ln w="25400" cap="flat">
              <a:noFill/>
              <a:prstDash val="solid"/>
              <a:miter lim="400000"/>
            </a:ln>
            <a:effectLst/>
          </p:spPr>
          <p:txBody>
            <a:bodyPr anchor="ctr"/>
            <a:lstStyle/>
            <a:p>
              <a:pPr algn="ctr"/>
              <a:endParaRPr/>
            </a:p>
          </p:txBody>
        </p:sp>
        <p:sp>
          <p:nvSpPr>
            <p:cNvPr id="45" name="iṥlidè">
              <a:extLst>
                <a:ext uri="{FF2B5EF4-FFF2-40B4-BE49-F238E27FC236}">
                  <a16:creationId xmlns:a16="http://schemas.microsoft.com/office/drawing/2014/main" id="{80F66D6E-8A43-AB02-8C8D-52CC7E5932EC}"/>
                </a:ext>
              </a:extLst>
            </p:cNvPr>
            <p:cNvSpPr/>
            <p:nvPr/>
          </p:nvSpPr>
          <p:spPr>
            <a:xfrm>
              <a:off x="3486460" y="3511833"/>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grpFill/>
            <a:ln w="25400" cap="flat">
              <a:noFill/>
              <a:prstDash val="solid"/>
              <a:miter lim="400000"/>
            </a:ln>
            <a:effectLst/>
          </p:spPr>
          <p:txBody>
            <a:bodyPr anchor="ctr"/>
            <a:lstStyle/>
            <a:p>
              <a:pPr algn="ctr"/>
              <a:endParaRPr/>
            </a:p>
          </p:txBody>
        </p:sp>
        <p:sp>
          <p:nvSpPr>
            <p:cNvPr id="46" name="ïṥlïdè">
              <a:extLst>
                <a:ext uri="{FF2B5EF4-FFF2-40B4-BE49-F238E27FC236}">
                  <a16:creationId xmlns:a16="http://schemas.microsoft.com/office/drawing/2014/main" id="{724B3E37-BBB8-B90E-129A-2F58A9FD34A5}"/>
                </a:ext>
              </a:extLst>
            </p:cNvPr>
            <p:cNvSpPr/>
            <p:nvPr/>
          </p:nvSpPr>
          <p:spPr>
            <a:xfrm>
              <a:off x="3201743" y="3611230"/>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grpFill/>
            <a:ln w="25400" cap="flat">
              <a:noFill/>
              <a:prstDash val="solid"/>
              <a:miter lim="400000"/>
            </a:ln>
            <a:effectLst/>
          </p:spPr>
          <p:txBody>
            <a:bodyPr anchor="ctr"/>
            <a:lstStyle/>
            <a:p>
              <a:pPr algn="ctr"/>
              <a:endParaRPr/>
            </a:p>
          </p:txBody>
        </p:sp>
        <p:sp>
          <p:nvSpPr>
            <p:cNvPr id="47" name="ïşlïḓé">
              <a:extLst>
                <a:ext uri="{FF2B5EF4-FFF2-40B4-BE49-F238E27FC236}">
                  <a16:creationId xmlns:a16="http://schemas.microsoft.com/office/drawing/2014/main" id="{B0FF95F8-AB33-48AB-9F3F-9E12DEE58956}"/>
                </a:ext>
              </a:extLst>
            </p:cNvPr>
            <p:cNvSpPr/>
            <p:nvPr/>
          </p:nvSpPr>
          <p:spPr>
            <a:xfrm>
              <a:off x="3163762" y="3609243"/>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grpFill/>
            <a:ln w="25400" cap="flat">
              <a:noFill/>
              <a:prstDash val="solid"/>
              <a:miter lim="400000"/>
            </a:ln>
            <a:effectLst/>
          </p:spPr>
          <p:txBody>
            <a:bodyPr anchor="ctr"/>
            <a:lstStyle/>
            <a:p>
              <a:pPr algn="ctr"/>
              <a:endParaRPr/>
            </a:p>
          </p:txBody>
        </p:sp>
        <p:sp>
          <p:nvSpPr>
            <p:cNvPr id="48" name="ïṥḻïde">
              <a:extLst>
                <a:ext uri="{FF2B5EF4-FFF2-40B4-BE49-F238E27FC236}">
                  <a16:creationId xmlns:a16="http://schemas.microsoft.com/office/drawing/2014/main" id="{23FA246F-30BE-954B-4E33-AEE716860435}"/>
                </a:ext>
              </a:extLst>
            </p:cNvPr>
            <p:cNvSpPr/>
            <p:nvPr/>
          </p:nvSpPr>
          <p:spPr>
            <a:xfrm>
              <a:off x="3499270" y="3543405"/>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grpFill/>
            <a:ln w="25400" cap="flat">
              <a:noFill/>
              <a:prstDash val="solid"/>
              <a:miter lim="400000"/>
            </a:ln>
            <a:effectLst/>
          </p:spPr>
          <p:txBody>
            <a:bodyPr anchor="ctr"/>
            <a:lstStyle/>
            <a:p>
              <a:pPr algn="ctr"/>
              <a:endParaRPr/>
            </a:p>
          </p:txBody>
        </p:sp>
        <p:sp>
          <p:nvSpPr>
            <p:cNvPr id="49" name="íšľiḍé">
              <a:extLst>
                <a:ext uri="{FF2B5EF4-FFF2-40B4-BE49-F238E27FC236}">
                  <a16:creationId xmlns:a16="http://schemas.microsoft.com/office/drawing/2014/main" id="{B50C4504-8C56-F1F0-4204-0E22C1C078C0}"/>
                </a:ext>
              </a:extLst>
            </p:cNvPr>
            <p:cNvSpPr/>
            <p:nvPr/>
          </p:nvSpPr>
          <p:spPr>
            <a:xfrm>
              <a:off x="3477190" y="3573359"/>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grpFill/>
            <a:ln w="25400" cap="flat">
              <a:noFill/>
              <a:prstDash val="solid"/>
              <a:miter lim="400000"/>
            </a:ln>
            <a:effectLst/>
          </p:spPr>
          <p:txBody>
            <a:bodyPr anchor="ctr"/>
            <a:lstStyle/>
            <a:p>
              <a:pPr algn="ctr"/>
              <a:endParaRPr/>
            </a:p>
          </p:txBody>
        </p:sp>
        <p:sp>
          <p:nvSpPr>
            <p:cNvPr id="50" name="i$liďe">
              <a:extLst>
                <a:ext uri="{FF2B5EF4-FFF2-40B4-BE49-F238E27FC236}">
                  <a16:creationId xmlns:a16="http://schemas.microsoft.com/office/drawing/2014/main" id="{6CAB3D1B-F72F-9D8F-699F-0CBDF379B9A4}"/>
                </a:ext>
              </a:extLst>
            </p:cNvPr>
            <p:cNvSpPr/>
            <p:nvPr/>
          </p:nvSpPr>
          <p:spPr>
            <a:xfrm>
              <a:off x="3463227" y="3603633"/>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grpFill/>
            <a:ln w="25400" cap="flat">
              <a:noFill/>
              <a:prstDash val="solid"/>
              <a:miter lim="400000"/>
            </a:ln>
            <a:effectLst/>
          </p:spPr>
          <p:txBody>
            <a:bodyPr anchor="ctr"/>
            <a:lstStyle/>
            <a:p>
              <a:pPr algn="ctr"/>
              <a:endParaRPr/>
            </a:p>
          </p:txBody>
        </p:sp>
        <p:sp>
          <p:nvSpPr>
            <p:cNvPr id="51" name="íṣļïde">
              <a:extLst>
                <a:ext uri="{FF2B5EF4-FFF2-40B4-BE49-F238E27FC236}">
                  <a16:creationId xmlns:a16="http://schemas.microsoft.com/office/drawing/2014/main" id="{D04F6BFE-AD6A-3EA7-3AF7-6B77E8DBCE05}"/>
                </a:ext>
              </a:extLst>
            </p:cNvPr>
            <p:cNvSpPr/>
            <p:nvPr/>
          </p:nvSpPr>
          <p:spPr>
            <a:xfrm>
              <a:off x="3443086" y="3638761"/>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grpFill/>
            <a:ln w="25400" cap="flat">
              <a:noFill/>
              <a:prstDash val="solid"/>
              <a:miter lim="400000"/>
            </a:ln>
            <a:effectLst/>
          </p:spPr>
          <p:txBody>
            <a:bodyPr anchor="ctr"/>
            <a:lstStyle/>
            <a:p>
              <a:pPr algn="ctr"/>
              <a:endParaRPr/>
            </a:p>
          </p:txBody>
        </p:sp>
        <p:sp>
          <p:nvSpPr>
            <p:cNvPr id="52" name="ïŝlïḍe">
              <a:extLst>
                <a:ext uri="{FF2B5EF4-FFF2-40B4-BE49-F238E27FC236}">
                  <a16:creationId xmlns:a16="http://schemas.microsoft.com/office/drawing/2014/main" id="{DB561F4B-9877-33AE-52B9-A3A98E587649}"/>
                </a:ext>
              </a:extLst>
            </p:cNvPr>
            <p:cNvSpPr/>
            <p:nvPr/>
          </p:nvSpPr>
          <p:spPr>
            <a:xfrm>
              <a:off x="3429659" y="3689387"/>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grpFill/>
            <a:ln w="25400" cap="flat">
              <a:noFill/>
              <a:prstDash val="solid"/>
              <a:miter lim="400000"/>
            </a:ln>
            <a:effectLst/>
          </p:spPr>
          <p:txBody>
            <a:bodyPr anchor="ctr"/>
            <a:lstStyle/>
            <a:p>
              <a:pPr algn="ctr"/>
              <a:endParaRPr/>
            </a:p>
          </p:txBody>
        </p:sp>
        <p:sp>
          <p:nvSpPr>
            <p:cNvPr id="53" name="íśľíḍe">
              <a:extLst>
                <a:ext uri="{FF2B5EF4-FFF2-40B4-BE49-F238E27FC236}">
                  <a16:creationId xmlns:a16="http://schemas.microsoft.com/office/drawing/2014/main" id="{6E6DF8D7-3191-1BA2-9A5E-1067B7529BCA}"/>
                </a:ext>
              </a:extLst>
            </p:cNvPr>
            <p:cNvSpPr/>
            <p:nvPr/>
          </p:nvSpPr>
          <p:spPr>
            <a:xfrm>
              <a:off x="3541688" y="3591732"/>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grpFill/>
            <a:ln w="25400" cap="flat">
              <a:noFill/>
              <a:prstDash val="solid"/>
              <a:miter lim="400000"/>
            </a:ln>
            <a:effectLst/>
          </p:spPr>
          <p:txBody>
            <a:bodyPr anchor="ctr"/>
            <a:lstStyle/>
            <a:p>
              <a:pPr algn="ctr"/>
              <a:endParaRPr/>
            </a:p>
          </p:txBody>
        </p:sp>
        <p:sp>
          <p:nvSpPr>
            <p:cNvPr id="54" name="îṡļiḑè">
              <a:extLst>
                <a:ext uri="{FF2B5EF4-FFF2-40B4-BE49-F238E27FC236}">
                  <a16:creationId xmlns:a16="http://schemas.microsoft.com/office/drawing/2014/main" id="{6C356070-EF8A-D1DC-B727-F7D9428BFC81}"/>
                </a:ext>
              </a:extLst>
            </p:cNvPr>
            <p:cNvSpPr/>
            <p:nvPr/>
          </p:nvSpPr>
          <p:spPr>
            <a:xfrm>
              <a:off x="3470588" y="3663018"/>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grpFill/>
            <a:ln w="25400" cap="flat">
              <a:noFill/>
              <a:prstDash val="solid"/>
              <a:miter lim="400000"/>
            </a:ln>
            <a:effectLst/>
          </p:spPr>
          <p:txBody>
            <a:bodyPr anchor="ctr"/>
            <a:lstStyle/>
            <a:p>
              <a:pPr algn="ctr"/>
              <a:endParaRPr/>
            </a:p>
          </p:txBody>
        </p:sp>
        <p:sp>
          <p:nvSpPr>
            <p:cNvPr id="55" name="iş1îďê">
              <a:extLst>
                <a:ext uri="{FF2B5EF4-FFF2-40B4-BE49-F238E27FC236}">
                  <a16:creationId xmlns:a16="http://schemas.microsoft.com/office/drawing/2014/main" id="{EE754D70-8133-0628-EC21-12D5E487B7A1}"/>
                </a:ext>
              </a:extLst>
            </p:cNvPr>
            <p:cNvSpPr/>
            <p:nvPr/>
          </p:nvSpPr>
          <p:spPr>
            <a:xfrm>
              <a:off x="1825926" y="2244407"/>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grpFill/>
            <a:ln w="25400" cap="flat">
              <a:noFill/>
              <a:prstDash val="solid"/>
              <a:miter lim="400000"/>
            </a:ln>
            <a:effectLst/>
          </p:spPr>
          <p:txBody>
            <a:bodyPr anchor="ctr"/>
            <a:lstStyle/>
            <a:p>
              <a:pPr algn="ctr"/>
              <a:endParaRPr/>
            </a:p>
          </p:txBody>
        </p:sp>
        <p:sp>
          <p:nvSpPr>
            <p:cNvPr id="56" name="iṣḻïḍe">
              <a:extLst>
                <a:ext uri="{FF2B5EF4-FFF2-40B4-BE49-F238E27FC236}">
                  <a16:creationId xmlns:a16="http://schemas.microsoft.com/office/drawing/2014/main" id="{BB56F66C-C82D-8975-8721-AEAF9385F978}"/>
                </a:ext>
              </a:extLst>
            </p:cNvPr>
            <p:cNvSpPr/>
            <p:nvPr/>
          </p:nvSpPr>
          <p:spPr>
            <a:xfrm>
              <a:off x="1823323" y="2056804"/>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grpFill/>
            <a:ln w="25400" cap="flat">
              <a:noFill/>
              <a:prstDash val="solid"/>
              <a:miter lim="400000"/>
            </a:ln>
            <a:effectLst/>
          </p:spPr>
          <p:txBody>
            <a:bodyPr anchor="ctr"/>
            <a:lstStyle/>
            <a:p>
              <a:pPr algn="ctr"/>
              <a:endParaRPr/>
            </a:p>
          </p:txBody>
        </p:sp>
        <p:sp>
          <p:nvSpPr>
            <p:cNvPr id="57" name="išľïďè">
              <a:extLst>
                <a:ext uri="{FF2B5EF4-FFF2-40B4-BE49-F238E27FC236}">
                  <a16:creationId xmlns:a16="http://schemas.microsoft.com/office/drawing/2014/main" id="{75AAE7C1-68D0-28D6-77D9-7BEED193124D}"/>
                </a:ext>
              </a:extLst>
            </p:cNvPr>
            <p:cNvSpPr/>
            <p:nvPr/>
          </p:nvSpPr>
          <p:spPr>
            <a:xfrm>
              <a:off x="1819244" y="2000935"/>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grpFill/>
            <a:ln w="25400" cap="flat">
              <a:noFill/>
              <a:prstDash val="solid"/>
              <a:miter lim="400000"/>
            </a:ln>
            <a:effectLst/>
          </p:spPr>
          <p:txBody>
            <a:bodyPr anchor="ctr"/>
            <a:lstStyle/>
            <a:p>
              <a:pPr algn="ctr"/>
              <a:endParaRPr/>
            </a:p>
          </p:txBody>
        </p:sp>
        <p:sp>
          <p:nvSpPr>
            <p:cNvPr id="58" name="îṥľiḑe">
              <a:extLst>
                <a:ext uri="{FF2B5EF4-FFF2-40B4-BE49-F238E27FC236}">
                  <a16:creationId xmlns:a16="http://schemas.microsoft.com/office/drawing/2014/main" id="{42188996-A2A6-D65A-3556-C5F80EBBCCFE}"/>
                </a:ext>
              </a:extLst>
            </p:cNvPr>
            <p:cNvSpPr/>
            <p:nvPr/>
          </p:nvSpPr>
          <p:spPr>
            <a:xfrm>
              <a:off x="1856174" y="2020886"/>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grpFill/>
            <a:ln w="25400" cap="flat">
              <a:noFill/>
              <a:prstDash val="solid"/>
              <a:miter lim="400000"/>
            </a:ln>
            <a:effectLst/>
          </p:spPr>
          <p:txBody>
            <a:bodyPr anchor="ctr"/>
            <a:lstStyle/>
            <a:p>
              <a:pPr algn="ctr"/>
              <a:endParaRPr/>
            </a:p>
          </p:txBody>
        </p:sp>
        <p:sp>
          <p:nvSpPr>
            <p:cNvPr id="59" name="íṥḷiḑé">
              <a:extLst>
                <a:ext uri="{FF2B5EF4-FFF2-40B4-BE49-F238E27FC236}">
                  <a16:creationId xmlns:a16="http://schemas.microsoft.com/office/drawing/2014/main" id="{272BE113-EB40-B4D6-B9E2-A4F52650E784}"/>
                </a:ext>
              </a:extLst>
            </p:cNvPr>
            <p:cNvSpPr/>
            <p:nvPr/>
          </p:nvSpPr>
          <p:spPr>
            <a:xfrm>
              <a:off x="1296107" y="1987859"/>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grpFill/>
            <a:ln w="25400" cap="flat">
              <a:noFill/>
              <a:prstDash val="solid"/>
              <a:miter lim="400000"/>
            </a:ln>
            <a:effectLst/>
          </p:spPr>
          <p:txBody>
            <a:bodyPr anchor="ctr"/>
            <a:lstStyle/>
            <a:p>
              <a:pPr algn="ctr"/>
              <a:endParaRPr/>
            </a:p>
          </p:txBody>
        </p:sp>
        <p:sp>
          <p:nvSpPr>
            <p:cNvPr id="60" name="î$1íďe">
              <a:extLst>
                <a:ext uri="{FF2B5EF4-FFF2-40B4-BE49-F238E27FC236}">
                  <a16:creationId xmlns:a16="http://schemas.microsoft.com/office/drawing/2014/main" id="{D10F5156-DF24-9018-A236-CF95BB229DD8}"/>
                </a:ext>
              </a:extLst>
            </p:cNvPr>
            <p:cNvSpPr/>
            <p:nvPr/>
          </p:nvSpPr>
          <p:spPr>
            <a:xfrm>
              <a:off x="2777576" y="3634434"/>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grpFill/>
            <a:ln w="25400" cap="flat">
              <a:noFill/>
              <a:prstDash val="solid"/>
              <a:miter lim="400000"/>
            </a:ln>
            <a:effectLst/>
          </p:spPr>
          <p:txBody>
            <a:bodyPr anchor="ctr"/>
            <a:lstStyle/>
            <a:p>
              <a:pPr algn="ctr"/>
              <a:endParaRPr/>
            </a:p>
          </p:txBody>
        </p:sp>
        <p:sp>
          <p:nvSpPr>
            <p:cNvPr id="61" name="i$ḷíḓê">
              <a:extLst>
                <a:ext uri="{FF2B5EF4-FFF2-40B4-BE49-F238E27FC236}">
                  <a16:creationId xmlns:a16="http://schemas.microsoft.com/office/drawing/2014/main" id="{01EC0D56-A628-4500-2879-9517F4338684}"/>
                </a:ext>
              </a:extLst>
            </p:cNvPr>
            <p:cNvSpPr/>
            <p:nvPr/>
          </p:nvSpPr>
          <p:spPr>
            <a:xfrm>
              <a:off x="3559421" y="5995142"/>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grpFill/>
            <a:ln w="25400" cap="flat">
              <a:noFill/>
              <a:prstDash val="solid"/>
              <a:miter lim="400000"/>
            </a:ln>
            <a:effectLst/>
          </p:spPr>
          <p:txBody>
            <a:bodyPr anchor="ctr"/>
            <a:lstStyle/>
            <a:p>
              <a:pPr algn="ctr"/>
              <a:endParaRPr/>
            </a:p>
          </p:txBody>
        </p:sp>
        <p:sp>
          <p:nvSpPr>
            <p:cNvPr id="62" name="iṡḻíḍè">
              <a:extLst>
                <a:ext uri="{FF2B5EF4-FFF2-40B4-BE49-F238E27FC236}">
                  <a16:creationId xmlns:a16="http://schemas.microsoft.com/office/drawing/2014/main" id="{487F7DE1-19CC-B130-F834-9BB807AF2118}"/>
                </a:ext>
              </a:extLst>
            </p:cNvPr>
            <p:cNvSpPr/>
            <p:nvPr/>
          </p:nvSpPr>
          <p:spPr>
            <a:xfrm>
              <a:off x="3768642" y="5937250"/>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grpFill/>
            <a:ln w="25400" cap="flat">
              <a:noFill/>
              <a:prstDash val="solid"/>
              <a:miter lim="400000"/>
            </a:ln>
            <a:effectLst/>
          </p:spPr>
          <p:txBody>
            <a:bodyPr anchor="ctr"/>
            <a:lstStyle/>
            <a:p>
              <a:pPr algn="ctr"/>
              <a:endParaRPr/>
            </a:p>
          </p:txBody>
        </p:sp>
        <p:sp>
          <p:nvSpPr>
            <p:cNvPr id="63" name="îŝľiḑe">
              <a:extLst>
                <a:ext uri="{FF2B5EF4-FFF2-40B4-BE49-F238E27FC236}">
                  <a16:creationId xmlns:a16="http://schemas.microsoft.com/office/drawing/2014/main" id="{5D548357-30F3-D674-6E99-AEDAF3020250}"/>
                </a:ext>
              </a:extLst>
            </p:cNvPr>
            <p:cNvSpPr/>
            <p:nvPr/>
          </p:nvSpPr>
          <p:spPr>
            <a:xfrm>
              <a:off x="4951705" y="2729160"/>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grpFill/>
            <a:ln w="25400" cap="flat">
              <a:noFill/>
              <a:prstDash val="solid"/>
              <a:miter lim="400000"/>
            </a:ln>
            <a:effectLst/>
          </p:spPr>
          <p:txBody>
            <a:bodyPr anchor="ctr"/>
            <a:lstStyle/>
            <a:p>
              <a:pPr algn="ctr"/>
              <a:endParaRPr/>
            </a:p>
          </p:txBody>
        </p:sp>
        <p:sp>
          <p:nvSpPr>
            <p:cNvPr id="64" name="ïṧľïḍè">
              <a:extLst>
                <a:ext uri="{FF2B5EF4-FFF2-40B4-BE49-F238E27FC236}">
                  <a16:creationId xmlns:a16="http://schemas.microsoft.com/office/drawing/2014/main" id="{79C15CC9-4EA9-37D7-7837-2D257F174466}"/>
                </a:ext>
              </a:extLst>
            </p:cNvPr>
            <p:cNvSpPr/>
            <p:nvPr/>
          </p:nvSpPr>
          <p:spPr>
            <a:xfrm>
              <a:off x="7392962" y="4263491"/>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grpFill/>
            <a:ln w="25400" cap="flat">
              <a:noFill/>
              <a:prstDash val="solid"/>
              <a:miter lim="400000"/>
            </a:ln>
            <a:effectLst/>
          </p:spPr>
          <p:txBody>
            <a:bodyPr anchor="ctr"/>
            <a:lstStyle/>
            <a:p>
              <a:pPr algn="ctr"/>
              <a:endParaRPr/>
            </a:p>
          </p:txBody>
        </p:sp>
        <p:sp>
          <p:nvSpPr>
            <p:cNvPr id="65" name="is1íḋe">
              <a:extLst>
                <a:ext uri="{FF2B5EF4-FFF2-40B4-BE49-F238E27FC236}">
                  <a16:creationId xmlns:a16="http://schemas.microsoft.com/office/drawing/2014/main" id="{6AFE2D0D-78F7-4B52-E3C7-4A10A7BDF466}"/>
                </a:ext>
              </a:extLst>
            </p:cNvPr>
            <p:cNvSpPr/>
            <p:nvPr/>
          </p:nvSpPr>
          <p:spPr>
            <a:xfrm>
              <a:off x="6950702" y="4538501"/>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grpFill/>
            <a:ln w="25400" cap="flat">
              <a:noFill/>
              <a:prstDash val="solid"/>
              <a:miter lim="400000"/>
            </a:ln>
            <a:effectLst/>
          </p:spPr>
          <p:txBody>
            <a:bodyPr anchor="ctr"/>
            <a:lstStyle/>
            <a:p>
              <a:pPr algn="ctr"/>
              <a:endParaRPr/>
            </a:p>
          </p:txBody>
        </p:sp>
        <p:sp>
          <p:nvSpPr>
            <p:cNvPr id="66" name="ïṧ1íḓé">
              <a:extLst>
                <a:ext uri="{FF2B5EF4-FFF2-40B4-BE49-F238E27FC236}">
                  <a16:creationId xmlns:a16="http://schemas.microsoft.com/office/drawing/2014/main" id="{68E27B04-304F-63E6-63C7-E23124A0A6C5}"/>
                </a:ext>
              </a:extLst>
            </p:cNvPr>
            <p:cNvSpPr/>
            <p:nvPr/>
          </p:nvSpPr>
          <p:spPr>
            <a:xfrm>
              <a:off x="7015877" y="4582107"/>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grpFill/>
            <a:ln w="25400" cap="flat">
              <a:noFill/>
              <a:prstDash val="solid"/>
              <a:miter lim="400000"/>
            </a:ln>
            <a:effectLst/>
          </p:spPr>
          <p:txBody>
            <a:bodyPr anchor="ctr"/>
            <a:lstStyle/>
            <a:p>
              <a:pPr algn="ctr"/>
              <a:endParaRPr/>
            </a:p>
          </p:txBody>
        </p:sp>
        <p:sp>
          <p:nvSpPr>
            <p:cNvPr id="67" name="î$ḷîde">
              <a:extLst>
                <a:ext uri="{FF2B5EF4-FFF2-40B4-BE49-F238E27FC236}">
                  <a16:creationId xmlns:a16="http://schemas.microsoft.com/office/drawing/2014/main" id="{6630DEFC-1C98-F1F8-0CD1-E2C55AEC78DC}"/>
                </a:ext>
              </a:extLst>
            </p:cNvPr>
            <p:cNvSpPr/>
            <p:nvPr/>
          </p:nvSpPr>
          <p:spPr>
            <a:xfrm>
              <a:off x="6990181" y="4542570"/>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grpFill/>
            <a:ln w="25400" cap="flat">
              <a:noFill/>
              <a:prstDash val="solid"/>
              <a:miter lim="400000"/>
            </a:ln>
            <a:effectLst/>
          </p:spPr>
          <p:txBody>
            <a:bodyPr anchor="ctr"/>
            <a:lstStyle/>
            <a:p>
              <a:pPr algn="ctr"/>
              <a:endParaRPr/>
            </a:p>
          </p:txBody>
        </p:sp>
        <p:sp>
          <p:nvSpPr>
            <p:cNvPr id="68" name="íš1íḋê">
              <a:extLst>
                <a:ext uri="{FF2B5EF4-FFF2-40B4-BE49-F238E27FC236}">
                  <a16:creationId xmlns:a16="http://schemas.microsoft.com/office/drawing/2014/main" id="{80CD002A-7E3B-1903-FE69-52C9F77B70E6}"/>
                </a:ext>
              </a:extLst>
            </p:cNvPr>
            <p:cNvSpPr/>
            <p:nvPr/>
          </p:nvSpPr>
          <p:spPr>
            <a:xfrm>
              <a:off x="6964606" y="4555580"/>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grpFill/>
            <a:ln w="25400" cap="flat">
              <a:noFill/>
              <a:prstDash val="solid"/>
              <a:miter lim="400000"/>
            </a:ln>
            <a:effectLst/>
          </p:spPr>
          <p:txBody>
            <a:bodyPr anchor="ctr"/>
            <a:lstStyle/>
            <a:p>
              <a:pPr algn="ctr"/>
              <a:endParaRPr/>
            </a:p>
          </p:txBody>
        </p:sp>
        <p:sp>
          <p:nvSpPr>
            <p:cNvPr id="69" name="iṩļïḍe">
              <a:extLst>
                <a:ext uri="{FF2B5EF4-FFF2-40B4-BE49-F238E27FC236}">
                  <a16:creationId xmlns:a16="http://schemas.microsoft.com/office/drawing/2014/main" id="{CD0BB702-23BE-91C7-5EC3-80FA0CA99071}"/>
                </a:ext>
              </a:extLst>
            </p:cNvPr>
            <p:cNvSpPr/>
            <p:nvPr/>
          </p:nvSpPr>
          <p:spPr>
            <a:xfrm>
              <a:off x="6946134" y="4515244"/>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grpFill/>
            <a:ln w="25400" cap="flat">
              <a:noFill/>
              <a:prstDash val="solid"/>
              <a:miter lim="400000"/>
            </a:ln>
            <a:effectLst/>
          </p:spPr>
          <p:txBody>
            <a:bodyPr anchor="ctr"/>
            <a:lstStyle/>
            <a:p>
              <a:pPr algn="ctr"/>
              <a:endParaRPr/>
            </a:p>
          </p:txBody>
        </p:sp>
        <p:sp>
          <p:nvSpPr>
            <p:cNvPr id="70" name="îSḻîḍé">
              <a:extLst>
                <a:ext uri="{FF2B5EF4-FFF2-40B4-BE49-F238E27FC236}">
                  <a16:creationId xmlns:a16="http://schemas.microsoft.com/office/drawing/2014/main" id="{2B15D543-E07C-1925-B71C-905C1FD22B56}"/>
                </a:ext>
              </a:extLst>
            </p:cNvPr>
            <p:cNvSpPr/>
            <p:nvPr/>
          </p:nvSpPr>
          <p:spPr>
            <a:xfrm>
              <a:off x="7355849" y="4831107"/>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grpFill/>
            <a:ln w="25400" cap="flat">
              <a:noFill/>
              <a:prstDash val="solid"/>
              <a:miter lim="400000"/>
            </a:ln>
            <a:effectLst/>
          </p:spPr>
          <p:txBody>
            <a:bodyPr anchor="ctr"/>
            <a:lstStyle/>
            <a:p>
              <a:pPr algn="ctr"/>
              <a:endParaRPr/>
            </a:p>
          </p:txBody>
        </p:sp>
        <p:sp>
          <p:nvSpPr>
            <p:cNvPr id="71" name="ïṧ1îḍé">
              <a:extLst>
                <a:ext uri="{FF2B5EF4-FFF2-40B4-BE49-F238E27FC236}">
                  <a16:creationId xmlns:a16="http://schemas.microsoft.com/office/drawing/2014/main" id="{50B0D652-ED31-6ECB-9FD7-8249BB1C286D}"/>
                </a:ext>
              </a:extLst>
            </p:cNvPr>
            <p:cNvSpPr/>
            <p:nvPr/>
          </p:nvSpPr>
          <p:spPr>
            <a:xfrm>
              <a:off x="7418815" y="4803555"/>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grpFill/>
            <a:ln w="25400" cap="flat">
              <a:noFill/>
              <a:prstDash val="solid"/>
              <a:miter lim="400000"/>
            </a:ln>
            <a:effectLst/>
          </p:spPr>
          <p:txBody>
            <a:bodyPr anchor="ctr"/>
            <a:lstStyle/>
            <a:p>
              <a:pPr algn="ctr"/>
              <a:endParaRPr/>
            </a:p>
          </p:txBody>
        </p:sp>
        <p:sp>
          <p:nvSpPr>
            <p:cNvPr id="72" name="íśḻîḓè">
              <a:extLst>
                <a:ext uri="{FF2B5EF4-FFF2-40B4-BE49-F238E27FC236}">
                  <a16:creationId xmlns:a16="http://schemas.microsoft.com/office/drawing/2014/main" id="{F915ABB3-10B8-5884-09DC-D17CBC484DC1}"/>
                </a:ext>
              </a:extLst>
            </p:cNvPr>
            <p:cNvSpPr/>
            <p:nvPr/>
          </p:nvSpPr>
          <p:spPr>
            <a:xfrm>
              <a:off x="5322768" y="4656828"/>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grpFill/>
            <a:ln w="25400" cap="flat">
              <a:noFill/>
              <a:prstDash val="solid"/>
              <a:miter lim="400000"/>
            </a:ln>
            <a:effectLst/>
          </p:spPr>
          <p:txBody>
            <a:bodyPr anchor="ctr"/>
            <a:lstStyle/>
            <a:p>
              <a:pPr algn="ctr"/>
              <a:endParaRPr/>
            </a:p>
          </p:txBody>
        </p:sp>
        <p:sp>
          <p:nvSpPr>
            <p:cNvPr id="73" name="íṡḷiḓè">
              <a:extLst>
                <a:ext uri="{FF2B5EF4-FFF2-40B4-BE49-F238E27FC236}">
                  <a16:creationId xmlns:a16="http://schemas.microsoft.com/office/drawing/2014/main" id="{642AB88D-6384-1338-8D81-8A1F8BF80ADC}"/>
                </a:ext>
              </a:extLst>
            </p:cNvPr>
            <p:cNvSpPr/>
            <p:nvPr/>
          </p:nvSpPr>
          <p:spPr>
            <a:xfrm>
              <a:off x="5724659" y="4042992"/>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grpFill/>
            <a:ln w="25400" cap="flat">
              <a:noFill/>
              <a:prstDash val="solid"/>
              <a:miter lim="400000"/>
            </a:ln>
            <a:effectLst/>
          </p:spPr>
          <p:txBody>
            <a:bodyPr anchor="ctr"/>
            <a:lstStyle/>
            <a:p>
              <a:pPr algn="ctr"/>
              <a:endParaRPr/>
            </a:p>
          </p:txBody>
        </p:sp>
        <p:sp>
          <p:nvSpPr>
            <p:cNvPr id="74" name="iṧḷídê">
              <a:extLst>
                <a:ext uri="{FF2B5EF4-FFF2-40B4-BE49-F238E27FC236}">
                  <a16:creationId xmlns:a16="http://schemas.microsoft.com/office/drawing/2014/main" id="{7CEA6A40-DDE0-D05D-E3F0-CF92CBD2EB29}"/>
                </a:ext>
              </a:extLst>
            </p:cNvPr>
            <p:cNvSpPr/>
            <p:nvPr/>
          </p:nvSpPr>
          <p:spPr>
            <a:xfrm>
              <a:off x="5797850" y="3949493"/>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grpFill/>
            <a:ln w="25400" cap="flat">
              <a:noFill/>
              <a:prstDash val="solid"/>
              <a:miter lim="400000"/>
            </a:ln>
            <a:effectLst/>
          </p:spPr>
          <p:txBody>
            <a:bodyPr anchor="ctr"/>
            <a:lstStyle/>
            <a:p>
              <a:pPr algn="ctr"/>
              <a:endParaRPr/>
            </a:p>
          </p:txBody>
        </p:sp>
        <p:sp>
          <p:nvSpPr>
            <p:cNvPr id="75" name="îSľiḓê">
              <a:extLst>
                <a:ext uri="{FF2B5EF4-FFF2-40B4-BE49-F238E27FC236}">
                  <a16:creationId xmlns:a16="http://schemas.microsoft.com/office/drawing/2014/main" id="{0CDC9F19-D40F-BD10-5300-77FBBF0C6E8B}"/>
                </a:ext>
              </a:extLst>
            </p:cNvPr>
            <p:cNvSpPr/>
            <p:nvPr/>
          </p:nvSpPr>
          <p:spPr>
            <a:xfrm>
              <a:off x="5771093" y="400730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grpFill/>
            <a:ln w="25400" cap="flat">
              <a:noFill/>
              <a:prstDash val="solid"/>
              <a:miter lim="400000"/>
            </a:ln>
            <a:effectLst/>
          </p:spPr>
          <p:txBody>
            <a:bodyPr anchor="ctr"/>
            <a:lstStyle/>
            <a:p>
              <a:pPr algn="ctr"/>
              <a:endParaRPr/>
            </a:p>
          </p:txBody>
        </p:sp>
        <p:sp>
          <p:nvSpPr>
            <p:cNvPr id="76" name="ïSḻiḓe">
              <a:extLst>
                <a:ext uri="{FF2B5EF4-FFF2-40B4-BE49-F238E27FC236}">
                  <a16:creationId xmlns:a16="http://schemas.microsoft.com/office/drawing/2014/main" id="{5190DAD5-3252-E1D5-E684-A0115BB27842}"/>
                </a:ext>
              </a:extLst>
            </p:cNvPr>
            <p:cNvSpPr/>
            <p:nvPr/>
          </p:nvSpPr>
          <p:spPr>
            <a:xfrm>
              <a:off x="4744799" y="3515700"/>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grpFill/>
            <a:ln w="25400" cap="flat">
              <a:noFill/>
              <a:prstDash val="solid"/>
              <a:miter lim="400000"/>
            </a:ln>
            <a:effectLst/>
          </p:spPr>
          <p:txBody>
            <a:bodyPr anchor="ctr"/>
            <a:lstStyle/>
            <a:p>
              <a:pPr algn="ctr"/>
              <a:endParaRPr/>
            </a:p>
          </p:txBody>
        </p:sp>
        <p:sp>
          <p:nvSpPr>
            <p:cNvPr id="77" name="iṥļíďê">
              <a:extLst>
                <a:ext uri="{FF2B5EF4-FFF2-40B4-BE49-F238E27FC236}">
                  <a16:creationId xmlns:a16="http://schemas.microsoft.com/office/drawing/2014/main" id="{703AF447-810D-4CB7-8D5F-A861D7C75EA4}"/>
                </a:ext>
              </a:extLst>
            </p:cNvPr>
            <p:cNvSpPr/>
            <p:nvPr/>
          </p:nvSpPr>
          <p:spPr>
            <a:xfrm>
              <a:off x="4718288" y="3519867"/>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grpFill/>
            <a:ln w="25400" cap="flat">
              <a:noFill/>
              <a:prstDash val="solid"/>
              <a:miter lim="400000"/>
            </a:ln>
            <a:effectLst/>
          </p:spPr>
          <p:txBody>
            <a:bodyPr anchor="ctr"/>
            <a:lstStyle/>
            <a:p>
              <a:pPr algn="ctr"/>
              <a:endParaRPr/>
            </a:p>
          </p:txBody>
        </p:sp>
        <p:sp>
          <p:nvSpPr>
            <p:cNvPr id="78" name="ïṥḷíḑê">
              <a:extLst>
                <a:ext uri="{FF2B5EF4-FFF2-40B4-BE49-F238E27FC236}">
                  <a16:creationId xmlns:a16="http://schemas.microsoft.com/office/drawing/2014/main" id="{5258EDEE-07F1-9EE2-9DAD-5411BAE34809}"/>
                </a:ext>
              </a:extLst>
            </p:cNvPr>
            <p:cNvSpPr/>
            <p:nvPr/>
          </p:nvSpPr>
          <p:spPr>
            <a:xfrm>
              <a:off x="4711539" y="347850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grpFill/>
            <a:ln w="25400" cap="flat">
              <a:noFill/>
              <a:prstDash val="solid"/>
              <a:miter lim="400000"/>
            </a:ln>
            <a:effectLst/>
          </p:spPr>
          <p:txBody>
            <a:bodyPr anchor="ctr"/>
            <a:lstStyle/>
            <a:p>
              <a:pPr algn="ctr"/>
              <a:endParaRPr/>
            </a:p>
          </p:txBody>
        </p:sp>
        <p:sp>
          <p:nvSpPr>
            <p:cNvPr id="79" name="iṥľíḋé">
              <a:extLst>
                <a:ext uri="{FF2B5EF4-FFF2-40B4-BE49-F238E27FC236}">
                  <a16:creationId xmlns:a16="http://schemas.microsoft.com/office/drawing/2014/main" id="{C92180EE-CF7E-2320-9745-46F5F2C5FA4A}"/>
                </a:ext>
              </a:extLst>
            </p:cNvPr>
            <p:cNvSpPr/>
            <p:nvPr/>
          </p:nvSpPr>
          <p:spPr>
            <a:xfrm>
              <a:off x="4753604" y="348042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grpFill/>
            <a:ln w="25400" cap="flat">
              <a:noFill/>
              <a:prstDash val="solid"/>
              <a:miter lim="400000"/>
            </a:ln>
            <a:effectLst/>
          </p:spPr>
          <p:txBody>
            <a:bodyPr anchor="ctr"/>
            <a:lstStyle/>
            <a:p>
              <a:pPr algn="ctr"/>
              <a:endParaRPr/>
            </a:p>
          </p:txBody>
        </p:sp>
        <p:sp>
          <p:nvSpPr>
            <p:cNvPr id="80" name="ïṩḷidè">
              <a:extLst>
                <a:ext uri="{FF2B5EF4-FFF2-40B4-BE49-F238E27FC236}">
                  <a16:creationId xmlns:a16="http://schemas.microsoft.com/office/drawing/2014/main" id="{297C094B-00BA-E229-C887-B7B4D0863805}"/>
                </a:ext>
              </a:extLst>
            </p:cNvPr>
            <p:cNvSpPr/>
            <p:nvPr/>
          </p:nvSpPr>
          <p:spPr>
            <a:xfrm>
              <a:off x="4664619" y="3447009"/>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grpFill/>
            <a:ln w="25400" cap="flat">
              <a:noFill/>
              <a:prstDash val="solid"/>
              <a:miter lim="400000"/>
            </a:ln>
            <a:effectLst/>
          </p:spPr>
          <p:txBody>
            <a:bodyPr anchor="ctr"/>
            <a:lstStyle/>
            <a:p>
              <a:pPr algn="ctr"/>
              <a:endParaRPr/>
            </a:p>
          </p:txBody>
        </p:sp>
        <p:sp>
          <p:nvSpPr>
            <p:cNvPr id="81" name="iṡļiḓé">
              <a:extLst>
                <a:ext uri="{FF2B5EF4-FFF2-40B4-BE49-F238E27FC236}">
                  <a16:creationId xmlns:a16="http://schemas.microsoft.com/office/drawing/2014/main" id="{F781AE50-3A59-26A9-2D59-B0E9E548981E}"/>
                </a:ext>
              </a:extLst>
            </p:cNvPr>
            <p:cNvSpPr/>
            <p:nvPr/>
          </p:nvSpPr>
          <p:spPr>
            <a:xfrm>
              <a:off x="6355015" y="1385657"/>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grpFill/>
            <a:ln w="25400" cap="flat">
              <a:noFill/>
              <a:prstDash val="solid"/>
              <a:miter lim="400000"/>
            </a:ln>
            <a:effectLst/>
          </p:spPr>
          <p:txBody>
            <a:bodyPr anchor="ctr"/>
            <a:lstStyle/>
            <a:p>
              <a:pPr algn="ctr"/>
              <a:endParaRPr dirty="0"/>
            </a:p>
          </p:txBody>
        </p:sp>
        <p:sp>
          <p:nvSpPr>
            <p:cNvPr id="82" name="íṡļîde">
              <a:extLst>
                <a:ext uri="{FF2B5EF4-FFF2-40B4-BE49-F238E27FC236}">
                  <a16:creationId xmlns:a16="http://schemas.microsoft.com/office/drawing/2014/main" id="{44E3778C-066C-6615-FBCE-B3CC8EEF2C43}"/>
                </a:ext>
              </a:extLst>
            </p:cNvPr>
            <p:cNvSpPr/>
            <p:nvPr/>
          </p:nvSpPr>
          <p:spPr>
            <a:xfrm>
              <a:off x="7558388" y="1310558"/>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grpFill/>
            <a:ln w="25400" cap="flat">
              <a:noFill/>
              <a:prstDash val="solid"/>
              <a:miter lim="400000"/>
            </a:ln>
            <a:effectLst/>
          </p:spPr>
          <p:txBody>
            <a:bodyPr anchor="ctr"/>
            <a:lstStyle/>
            <a:p>
              <a:pPr algn="ctr"/>
              <a:endParaRPr/>
            </a:p>
          </p:txBody>
        </p:sp>
        <p:sp>
          <p:nvSpPr>
            <p:cNvPr id="83" name="ïṧḻïḍé">
              <a:extLst>
                <a:ext uri="{FF2B5EF4-FFF2-40B4-BE49-F238E27FC236}">
                  <a16:creationId xmlns:a16="http://schemas.microsoft.com/office/drawing/2014/main" id="{A829D4DD-8362-CDCD-FE46-D70ACFF09106}"/>
                </a:ext>
              </a:extLst>
            </p:cNvPr>
            <p:cNvSpPr/>
            <p:nvPr/>
          </p:nvSpPr>
          <p:spPr>
            <a:xfrm>
              <a:off x="9628653" y="2148074"/>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grpFill/>
            <a:ln w="25400" cap="flat">
              <a:noFill/>
              <a:prstDash val="solid"/>
              <a:miter lim="400000"/>
            </a:ln>
            <a:effectLst/>
          </p:spPr>
          <p:txBody>
            <a:bodyPr anchor="ctr"/>
            <a:lstStyle/>
            <a:p>
              <a:pPr algn="ctr"/>
              <a:endParaRPr/>
            </a:p>
          </p:txBody>
        </p:sp>
        <p:sp>
          <p:nvSpPr>
            <p:cNvPr id="84" name="i$ľîḓe">
              <a:extLst>
                <a:ext uri="{FF2B5EF4-FFF2-40B4-BE49-F238E27FC236}">
                  <a16:creationId xmlns:a16="http://schemas.microsoft.com/office/drawing/2014/main" id="{F1523206-A44F-6538-A8EB-1EC59291E33B}"/>
                </a:ext>
              </a:extLst>
            </p:cNvPr>
            <p:cNvSpPr/>
            <p:nvPr/>
          </p:nvSpPr>
          <p:spPr>
            <a:xfrm>
              <a:off x="9834882" y="2436351"/>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grpFill/>
            <a:ln w="25400" cap="flat">
              <a:noFill/>
              <a:prstDash val="solid"/>
              <a:miter lim="400000"/>
            </a:ln>
            <a:effectLst/>
          </p:spPr>
          <p:txBody>
            <a:bodyPr anchor="ctr"/>
            <a:lstStyle/>
            <a:p>
              <a:pPr algn="ctr"/>
              <a:endParaRPr/>
            </a:p>
          </p:txBody>
        </p:sp>
        <p:sp>
          <p:nvSpPr>
            <p:cNvPr id="85" name="íṩḷidè">
              <a:extLst>
                <a:ext uri="{FF2B5EF4-FFF2-40B4-BE49-F238E27FC236}">
                  <a16:creationId xmlns:a16="http://schemas.microsoft.com/office/drawing/2014/main" id="{94F032A3-0F6F-0921-2EB1-E7613876B7CC}"/>
                </a:ext>
              </a:extLst>
            </p:cNvPr>
            <p:cNvSpPr/>
            <p:nvPr/>
          </p:nvSpPr>
          <p:spPr>
            <a:xfrm>
              <a:off x="9716338" y="2591817"/>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grpFill/>
            <a:ln w="25400" cap="flat">
              <a:noFill/>
              <a:prstDash val="solid"/>
              <a:miter lim="400000"/>
            </a:ln>
            <a:effectLst/>
          </p:spPr>
          <p:txBody>
            <a:bodyPr anchor="ctr"/>
            <a:lstStyle/>
            <a:p>
              <a:pPr algn="ctr"/>
              <a:endParaRPr/>
            </a:p>
          </p:txBody>
        </p:sp>
        <p:sp>
          <p:nvSpPr>
            <p:cNvPr id="86" name="îşľiḋé">
              <a:extLst>
                <a:ext uri="{FF2B5EF4-FFF2-40B4-BE49-F238E27FC236}">
                  <a16:creationId xmlns:a16="http://schemas.microsoft.com/office/drawing/2014/main" id="{3FE67B63-F84D-F367-D4F7-D80A16537728}"/>
                </a:ext>
              </a:extLst>
            </p:cNvPr>
            <p:cNvSpPr/>
            <p:nvPr/>
          </p:nvSpPr>
          <p:spPr>
            <a:xfrm>
              <a:off x="9773896" y="2850018"/>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grpFill/>
            <a:ln w="25400" cap="flat">
              <a:noFill/>
              <a:prstDash val="solid"/>
              <a:miter lim="400000"/>
            </a:ln>
            <a:effectLst/>
          </p:spPr>
          <p:txBody>
            <a:bodyPr anchor="ctr"/>
            <a:lstStyle/>
            <a:p>
              <a:pPr algn="ctr"/>
              <a:endParaRPr/>
            </a:p>
          </p:txBody>
        </p:sp>
        <p:sp>
          <p:nvSpPr>
            <p:cNvPr id="87" name="íṧḷiďe">
              <a:extLst>
                <a:ext uri="{FF2B5EF4-FFF2-40B4-BE49-F238E27FC236}">
                  <a16:creationId xmlns:a16="http://schemas.microsoft.com/office/drawing/2014/main" id="{70B4AD51-5C61-B343-A1DB-DBB50A75654D}"/>
                </a:ext>
              </a:extLst>
            </p:cNvPr>
            <p:cNvSpPr/>
            <p:nvPr/>
          </p:nvSpPr>
          <p:spPr>
            <a:xfrm>
              <a:off x="9703522" y="2858648"/>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grpFill/>
            <a:ln w="25400" cap="flat">
              <a:noFill/>
              <a:prstDash val="solid"/>
              <a:miter lim="400000"/>
            </a:ln>
            <a:effectLst/>
          </p:spPr>
          <p:txBody>
            <a:bodyPr anchor="ctr"/>
            <a:lstStyle/>
            <a:p>
              <a:pPr algn="ctr"/>
              <a:endParaRPr/>
            </a:p>
          </p:txBody>
        </p:sp>
        <p:sp>
          <p:nvSpPr>
            <p:cNvPr id="88" name="íṣļíḍé">
              <a:extLst>
                <a:ext uri="{FF2B5EF4-FFF2-40B4-BE49-F238E27FC236}">
                  <a16:creationId xmlns:a16="http://schemas.microsoft.com/office/drawing/2014/main" id="{BE28AF0E-17B1-A539-87D4-C282597CFD9B}"/>
                </a:ext>
              </a:extLst>
            </p:cNvPr>
            <p:cNvSpPr/>
            <p:nvPr/>
          </p:nvSpPr>
          <p:spPr>
            <a:xfrm>
              <a:off x="9478424" y="3163043"/>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grpFill/>
            <a:ln w="25400" cap="flat">
              <a:noFill/>
              <a:prstDash val="solid"/>
              <a:miter lim="400000"/>
            </a:ln>
            <a:effectLst/>
          </p:spPr>
          <p:txBody>
            <a:bodyPr anchor="ctr"/>
            <a:lstStyle/>
            <a:p>
              <a:pPr algn="ctr"/>
              <a:endParaRPr/>
            </a:p>
          </p:txBody>
        </p:sp>
        <p:sp>
          <p:nvSpPr>
            <p:cNvPr id="89" name="ïS1idê">
              <a:extLst>
                <a:ext uri="{FF2B5EF4-FFF2-40B4-BE49-F238E27FC236}">
                  <a16:creationId xmlns:a16="http://schemas.microsoft.com/office/drawing/2014/main" id="{5D139683-EFBF-4BC3-7E30-E4E858346CCA}"/>
                </a:ext>
              </a:extLst>
            </p:cNvPr>
            <p:cNvSpPr/>
            <p:nvPr/>
          </p:nvSpPr>
          <p:spPr>
            <a:xfrm>
              <a:off x="9135285" y="3359667"/>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grpFill/>
            <a:ln w="25400" cap="flat">
              <a:noFill/>
              <a:prstDash val="solid"/>
              <a:miter lim="400000"/>
            </a:ln>
            <a:effectLst/>
          </p:spPr>
          <p:txBody>
            <a:bodyPr anchor="ctr"/>
            <a:lstStyle/>
            <a:p>
              <a:pPr algn="ctr"/>
              <a:endParaRPr/>
            </a:p>
          </p:txBody>
        </p:sp>
        <p:sp>
          <p:nvSpPr>
            <p:cNvPr id="90" name="ïŝļîḓè">
              <a:extLst>
                <a:ext uri="{FF2B5EF4-FFF2-40B4-BE49-F238E27FC236}">
                  <a16:creationId xmlns:a16="http://schemas.microsoft.com/office/drawing/2014/main" id="{C198A8AB-D055-F649-A1AD-FCAAEB9E22E5}"/>
                </a:ext>
              </a:extLst>
            </p:cNvPr>
            <p:cNvSpPr/>
            <p:nvPr/>
          </p:nvSpPr>
          <p:spPr>
            <a:xfrm>
              <a:off x="9517257" y="3403769"/>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grpFill/>
            <a:ln w="25400" cap="flat">
              <a:noFill/>
              <a:prstDash val="solid"/>
              <a:miter lim="400000"/>
            </a:ln>
            <a:effectLst/>
          </p:spPr>
          <p:txBody>
            <a:bodyPr anchor="ctr"/>
            <a:lstStyle/>
            <a:p>
              <a:pPr algn="ctr"/>
              <a:endParaRPr/>
            </a:p>
          </p:txBody>
        </p:sp>
        <p:sp>
          <p:nvSpPr>
            <p:cNvPr id="91" name="ï$líde">
              <a:extLst>
                <a:ext uri="{FF2B5EF4-FFF2-40B4-BE49-F238E27FC236}">
                  <a16:creationId xmlns:a16="http://schemas.microsoft.com/office/drawing/2014/main" id="{C2E7BE7B-0BCF-772A-0D4A-ED54AFA7C4D9}"/>
                </a:ext>
              </a:extLst>
            </p:cNvPr>
            <p:cNvSpPr/>
            <p:nvPr/>
          </p:nvSpPr>
          <p:spPr>
            <a:xfrm>
              <a:off x="9453604" y="3685864"/>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grpFill/>
            <a:ln w="25400" cap="flat">
              <a:noFill/>
              <a:prstDash val="solid"/>
              <a:miter lim="400000"/>
            </a:ln>
            <a:effectLst/>
          </p:spPr>
          <p:txBody>
            <a:bodyPr anchor="ctr"/>
            <a:lstStyle/>
            <a:p>
              <a:pPr algn="ctr"/>
              <a:endParaRPr/>
            </a:p>
          </p:txBody>
        </p:sp>
        <p:sp>
          <p:nvSpPr>
            <p:cNvPr id="92" name="îŝļíḑé">
              <a:extLst>
                <a:ext uri="{FF2B5EF4-FFF2-40B4-BE49-F238E27FC236}">
                  <a16:creationId xmlns:a16="http://schemas.microsoft.com/office/drawing/2014/main" id="{45C0E420-599C-1716-103F-4BCFF0FF5593}"/>
                </a:ext>
              </a:extLst>
            </p:cNvPr>
            <p:cNvSpPr/>
            <p:nvPr/>
          </p:nvSpPr>
          <p:spPr>
            <a:xfrm>
              <a:off x="9553899" y="3604386"/>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grpFill/>
            <a:ln w="25400" cap="flat">
              <a:noFill/>
              <a:prstDash val="solid"/>
              <a:miter lim="400000"/>
            </a:ln>
            <a:effectLst/>
          </p:spPr>
          <p:txBody>
            <a:bodyPr anchor="ctr"/>
            <a:lstStyle/>
            <a:p>
              <a:pPr algn="ctr"/>
              <a:endParaRPr/>
            </a:p>
          </p:txBody>
        </p:sp>
        <p:sp>
          <p:nvSpPr>
            <p:cNvPr id="93" name="ïsliḋe">
              <a:extLst>
                <a:ext uri="{FF2B5EF4-FFF2-40B4-BE49-F238E27FC236}">
                  <a16:creationId xmlns:a16="http://schemas.microsoft.com/office/drawing/2014/main" id="{4A114FB0-A4C3-7A2C-1995-C0D524CC2DD5}"/>
                </a:ext>
              </a:extLst>
            </p:cNvPr>
            <p:cNvSpPr/>
            <p:nvPr/>
          </p:nvSpPr>
          <p:spPr>
            <a:xfrm>
              <a:off x="9690104" y="3635830"/>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grpFill/>
            <a:ln w="25400" cap="flat">
              <a:noFill/>
              <a:prstDash val="solid"/>
              <a:miter lim="400000"/>
            </a:ln>
            <a:effectLst/>
          </p:spPr>
          <p:txBody>
            <a:bodyPr anchor="ctr"/>
            <a:lstStyle/>
            <a:p>
              <a:pPr algn="ctr"/>
              <a:endParaRPr/>
            </a:p>
          </p:txBody>
        </p:sp>
        <p:sp>
          <p:nvSpPr>
            <p:cNvPr id="94" name="îsḻiḍe">
              <a:extLst>
                <a:ext uri="{FF2B5EF4-FFF2-40B4-BE49-F238E27FC236}">
                  <a16:creationId xmlns:a16="http://schemas.microsoft.com/office/drawing/2014/main" id="{7813344D-909F-E48D-0575-3EEC6AE5ABF8}"/>
                </a:ext>
              </a:extLst>
            </p:cNvPr>
            <p:cNvSpPr/>
            <p:nvPr/>
          </p:nvSpPr>
          <p:spPr>
            <a:xfrm>
              <a:off x="9646111" y="3565738"/>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grpFill/>
            <a:ln w="25400" cap="flat">
              <a:noFill/>
              <a:prstDash val="solid"/>
              <a:miter lim="400000"/>
            </a:ln>
            <a:effectLst/>
          </p:spPr>
          <p:txBody>
            <a:bodyPr anchor="ctr"/>
            <a:lstStyle/>
            <a:p>
              <a:pPr algn="ctr"/>
              <a:endParaRPr/>
            </a:p>
          </p:txBody>
        </p:sp>
        <p:sp>
          <p:nvSpPr>
            <p:cNvPr id="95" name="iṩḻíḍè">
              <a:extLst>
                <a:ext uri="{FF2B5EF4-FFF2-40B4-BE49-F238E27FC236}">
                  <a16:creationId xmlns:a16="http://schemas.microsoft.com/office/drawing/2014/main" id="{A871383C-4D0E-1F15-26D3-6D866483DCF6}"/>
                </a:ext>
              </a:extLst>
            </p:cNvPr>
            <p:cNvSpPr/>
            <p:nvPr/>
          </p:nvSpPr>
          <p:spPr>
            <a:xfrm>
              <a:off x="9594891" y="3654803"/>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grpFill/>
            <a:ln w="25400" cap="flat">
              <a:noFill/>
              <a:prstDash val="solid"/>
              <a:miter lim="400000"/>
            </a:ln>
            <a:effectLst/>
          </p:spPr>
          <p:txBody>
            <a:bodyPr anchor="ctr"/>
            <a:lstStyle/>
            <a:p>
              <a:pPr algn="ctr"/>
              <a:endParaRPr/>
            </a:p>
          </p:txBody>
        </p:sp>
        <p:sp>
          <p:nvSpPr>
            <p:cNvPr id="96" name="ïṧḻídé">
              <a:extLst>
                <a:ext uri="{FF2B5EF4-FFF2-40B4-BE49-F238E27FC236}">
                  <a16:creationId xmlns:a16="http://schemas.microsoft.com/office/drawing/2014/main" id="{0D34D87E-3F96-5E4F-7728-3EC335A57BDC}"/>
                </a:ext>
              </a:extLst>
            </p:cNvPr>
            <p:cNvSpPr/>
            <p:nvPr/>
          </p:nvSpPr>
          <p:spPr>
            <a:xfrm>
              <a:off x="9632393" y="3706816"/>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grpFill/>
            <a:ln w="25400" cap="flat">
              <a:noFill/>
              <a:prstDash val="solid"/>
              <a:miter lim="400000"/>
            </a:ln>
            <a:effectLst/>
          </p:spPr>
          <p:txBody>
            <a:bodyPr anchor="ctr"/>
            <a:lstStyle/>
            <a:p>
              <a:pPr algn="ctr"/>
              <a:endParaRPr/>
            </a:p>
          </p:txBody>
        </p:sp>
        <p:sp>
          <p:nvSpPr>
            <p:cNvPr id="97" name="ïşļîḑê">
              <a:extLst>
                <a:ext uri="{FF2B5EF4-FFF2-40B4-BE49-F238E27FC236}">
                  <a16:creationId xmlns:a16="http://schemas.microsoft.com/office/drawing/2014/main" id="{E1204504-CE02-AC6E-D26E-14776C19EEC2}"/>
                </a:ext>
              </a:extLst>
            </p:cNvPr>
            <p:cNvSpPr/>
            <p:nvPr/>
          </p:nvSpPr>
          <p:spPr>
            <a:xfrm>
              <a:off x="9681665" y="3678031"/>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grpFill/>
            <a:ln w="25400" cap="flat">
              <a:noFill/>
              <a:prstDash val="solid"/>
              <a:miter lim="400000"/>
            </a:ln>
            <a:effectLst/>
          </p:spPr>
          <p:txBody>
            <a:bodyPr anchor="ctr"/>
            <a:lstStyle/>
            <a:p>
              <a:pPr algn="ctr"/>
              <a:endParaRPr/>
            </a:p>
          </p:txBody>
        </p:sp>
        <p:sp>
          <p:nvSpPr>
            <p:cNvPr id="98" name="ïṡľîḋê">
              <a:extLst>
                <a:ext uri="{FF2B5EF4-FFF2-40B4-BE49-F238E27FC236}">
                  <a16:creationId xmlns:a16="http://schemas.microsoft.com/office/drawing/2014/main" id="{B1CD8BC8-E299-C6FC-FB4C-827F39A7217B}"/>
                </a:ext>
              </a:extLst>
            </p:cNvPr>
            <p:cNvSpPr/>
            <p:nvPr/>
          </p:nvSpPr>
          <p:spPr>
            <a:xfrm>
              <a:off x="9628583" y="3726518"/>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grpFill/>
            <a:ln w="25400" cap="flat">
              <a:noFill/>
              <a:prstDash val="solid"/>
              <a:miter lim="400000"/>
            </a:ln>
            <a:effectLst/>
          </p:spPr>
          <p:txBody>
            <a:bodyPr anchor="ctr"/>
            <a:lstStyle/>
            <a:p>
              <a:pPr algn="ctr"/>
              <a:endParaRPr/>
            </a:p>
          </p:txBody>
        </p:sp>
        <p:sp>
          <p:nvSpPr>
            <p:cNvPr id="99" name="îṣļíďé">
              <a:extLst>
                <a:ext uri="{FF2B5EF4-FFF2-40B4-BE49-F238E27FC236}">
                  <a16:creationId xmlns:a16="http://schemas.microsoft.com/office/drawing/2014/main" id="{26C1A3B5-D507-AB61-1530-19238DA6C5C1}"/>
                </a:ext>
              </a:extLst>
            </p:cNvPr>
            <p:cNvSpPr/>
            <p:nvPr/>
          </p:nvSpPr>
          <p:spPr>
            <a:xfrm>
              <a:off x="9187751" y="3843193"/>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grpFill/>
            <a:ln w="25400" cap="flat">
              <a:noFill/>
              <a:prstDash val="solid"/>
              <a:miter lim="400000"/>
            </a:ln>
            <a:effectLst/>
          </p:spPr>
          <p:txBody>
            <a:bodyPr anchor="ctr"/>
            <a:lstStyle/>
            <a:p>
              <a:pPr algn="ctr"/>
              <a:endParaRPr/>
            </a:p>
          </p:txBody>
        </p:sp>
        <p:sp>
          <p:nvSpPr>
            <p:cNvPr id="100" name="íṧḷiḋé">
              <a:extLst>
                <a:ext uri="{FF2B5EF4-FFF2-40B4-BE49-F238E27FC236}">
                  <a16:creationId xmlns:a16="http://schemas.microsoft.com/office/drawing/2014/main" id="{B16D89FF-FF85-6B44-72AF-2CAE6988E0E3}"/>
                </a:ext>
              </a:extLst>
            </p:cNvPr>
            <p:cNvSpPr/>
            <p:nvPr/>
          </p:nvSpPr>
          <p:spPr>
            <a:xfrm>
              <a:off x="9518950" y="4026819"/>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grpFill/>
            <a:ln w="25400" cap="flat">
              <a:noFill/>
              <a:prstDash val="solid"/>
              <a:miter lim="400000"/>
            </a:ln>
            <a:effectLst/>
          </p:spPr>
          <p:txBody>
            <a:bodyPr anchor="ctr"/>
            <a:lstStyle/>
            <a:p>
              <a:pPr algn="ctr"/>
              <a:endParaRPr/>
            </a:p>
          </p:txBody>
        </p:sp>
        <p:sp>
          <p:nvSpPr>
            <p:cNvPr id="101" name="i$ľiḍê">
              <a:extLst>
                <a:ext uri="{FF2B5EF4-FFF2-40B4-BE49-F238E27FC236}">
                  <a16:creationId xmlns:a16="http://schemas.microsoft.com/office/drawing/2014/main" id="{12B23C07-CE32-6311-A43B-FDF2187823E3}"/>
                </a:ext>
              </a:extLst>
            </p:cNvPr>
            <p:cNvSpPr/>
            <p:nvPr/>
          </p:nvSpPr>
          <p:spPr>
            <a:xfrm>
              <a:off x="9816350" y="3993819"/>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grpFill/>
            <a:ln w="25400" cap="flat">
              <a:noFill/>
              <a:prstDash val="solid"/>
              <a:miter lim="400000"/>
            </a:ln>
            <a:effectLst/>
          </p:spPr>
          <p:txBody>
            <a:bodyPr anchor="ctr"/>
            <a:lstStyle/>
            <a:p>
              <a:pPr algn="ctr"/>
              <a:endParaRPr/>
            </a:p>
          </p:txBody>
        </p:sp>
        <p:sp>
          <p:nvSpPr>
            <p:cNvPr id="102" name="îṡ1îḋè">
              <a:extLst>
                <a:ext uri="{FF2B5EF4-FFF2-40B4-BE49-F238E27FC236}">
                  <a16:creationId xmlns:a16="http://schemas.microsoft.com/office/drawing/2014/main" id="{26D8AAD0-8C37-3C01-8544-5B1477352B2E}"/>
                </a:ext>
              </a:extLst>
            </p:cNvPr>
            <p:cNvSpPr/>
            <p:nvPr/>
          </p:nvSpPr>
          <p:spPr>
            <a:xfrm>
              <a:off x="9834437" y="4184237"/>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grpFill/>
            <a:ln w="25400" cap="flat">
              <a:noFill/>
              <a:prstDash val="solid"/>
              <a:miter lim="400000"/>
            </a:ln>
            <a:effectLst/>
          </p:spPr>
          <p:txBody>
            <a:bodyPr anchor="ctr"/>
            <a:lstStyle/>
            <a:p>
              <a:pPr algn="ctr"/>
              <a:endParaRPr/>
            </a:p>
          </p:txBody>
        </p:sp>
        <p:sp>
          <p:nvSpPr>
            <p:cNvPr id="103" name="îSļiḋe">
              <a:extLst>
                <a:ext uri="{FF2B5EF4-FFF2-40B4-BE49-F238E27FC236}">
                  <a16:creationId xmlns:a16="http://schemas.microsoft.com/office/drawing/2014/main" id="{92713D86-30ED-2CA1-3A07-349567BBD9DC}"/>
                </a:ext>
              </a:extLst>
            </p:cNvPr>
            <p:cNvSpPr/>
            <p:nvPr/>
          </p:nvSpPr>
          <p:spPr>
            <a:xfrm>
              <a:off x="9664278" y="4387494"/>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grpFill/>
            <a:ln w="25400" cap="flat">
              <a:noFill/>
              <a:prstDash val="solid"/>
              <a:miter lim="400000"/>
            </a:ln>
            <a:effectLst/>
          </p:spPr>
          <p:txBody>
            <a:bodyPr anchor="ctr"/>
            <a:lstStyle/>
            <a:p>
              <a:pPr algn="ctr"/>
              <a:endParaRPr/>
            </a:p>
          </p:txBody>
        </p:sp>
        <p:sp>
          <p:nvSpPr>
            <p:cNvPr id="104" name="îṣlïḓé">
              <a:extLst>
                <a:ext uri="{FF2B5EF4-FFF2-40B4-BE49-F238E27FC236}">
                  <a16:creationId xmlns:a16="http://schemas.microsoft.com/office/drawing/2014/main" id="{1A8337D5-9AB9-5DDD-B7DE-B390DF451FEF}"/>
                </a:ext>
              </a:extLst>
            </p:cNvPr>
            <p:cNvSpPr/>
            <p:nvPr/>
          </p:nvSpPr>
          <p:spPr>
            <a:xfrm>
              <a:off x="9557284" y="4379124"/>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grpFill/>
            <a:ln w="25400" cap="flat">
              <a:noFill/>
              <a:prstDash val="solid"/>
              <a:miter lim="400000"/>
            </a:ln>
            <a:effectLst/>
          </p:spPr>
          <p:txBody>
            <a:bodyPr anchor="ctr"/>
            <a:lstStyle/>
            <a:p>
              <a:pPr algn="ctr"/>
              <a:endParaRPr/>
            </a:p>
          </p:txBody>
        </p:sp>
        <p:sp>
          <p:nvSpPr>
            <p:cNvPr id="105" name="ïṥḷídè">
              <a:extLst>
                <a:ext uri="{FF2B5EF4-FFF2-40B4-BE49-F238E27FC236}">
                  <a16:creationId xmlns:a16="http://schemas.microsoft.com/office/drawing/2014/main" id="{B3F35BE5-58F7-9D66-1B66-48C7163F5AFB}"/>
                </a:ext>
              </a:extLst>
            </p:cNvPr>
            <p:cNvSpPr/>
            <p:nvPr/>
          </p:nvSpPr>
          <p:spPr>
            <a:xfrm>
              <a:off x="9429485" y="4387992"/>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grpFill/>
            <a:ln w="25400" cap="flat">
              <a:noFill/>
              <a:prstDash val="solid"/>
              <a:miter lim="400000"/>
            </a:ln>
            <a:effectLst/>
          </p:spPr>
          <p:txBody>
            <a:bodyPr anchor="ctr"/>
            <a:lstStyle/>
            <a:p>
              <a:pPr algn="ctr"/>
              <a:endParaRPr/>
            </a:p>
          </p:txBody>
        </p:sp>
        <p:sp>
          <p:nvSpPr>
            <p:cNvPr id="106" name="išḷïḍè">
              <a:extLst>
                <a:ext uri="{FF2B5EF4-FFF2-40B4-BE49-F238E27FC236}">
                  <a16:creationId xmlns:a16="http://schemas.microsoft.com/office/drawing/2014/main" id="{9DFF1E0C-24D7-55CF-C3E3-90875353CE14}"/>
                </a:ext>
              </a:extLst>
            </p:cNvPr>
            <p:cNvSpPr/>
            <p:nvPr/>
          </p:nvSpPr>
          <p:spPr>
            <a:xfrm>
              <a:off x="9520068" y="4428015"/>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grpFill/>
            <a:ln w="25400" cap="flat">
              <a:noFill/>
              <a:prstDash val="solid"/>
              <a:miter lim="400000"/>
            </a:ln>
            <a:effectLst/>
          </p:spPr>
          <p:txBody>
            <a:bodyPr anchor="ctr"/>
            <a:lstStyle/>
            <a:p>
              <a:pPr algn="ctr"/>
              <a:endParaRPr/>
            </a:p>
          </p:txBody>
        </p:sp>
        <p:sp>
          <p:nvSpPr>
            <p:cNvPr id="107" name="íṧḻîďê">
              <a:extLst>
                <a:ext uri="{FF2B5EF4-FFF2-40B4-BE49-F238E27FC236}">
                  <a16:creationId xmlns:a16="http://schemas.microsoft.com/office/drawing/2014/main" id="{90C1D35C-38B6-9DF9-00E9-1DFC09D1609C}"/>
                </a:ext>
              </a:extLst>
            </p:cNvPr>
            <p:cNvSpPr/>
            <p:nvPr/>
          </p:nvSpPr>
          <p:spPr>
            <a:xfrm>
              <a:off x="9067733" y="4304888"/>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grpFill/>
            <a:ln w="25400" cap="flat">
              <a:noFill/>
              <a:prstDash val="solid"/>
              <a:miter lim="400000"/>
            </a:ln>
            <a:effectLst/>
          </p:spPr>
          <p:txBody>
            <a:bodyPr anchor="ctr"/>
            <a:lstStyle/>
            <a:p>
              <a:pPr algn="ctr"/>
              <a:endParaRPr/>
            </a:p>
          </p:txBody>
        </p:sp>
        <p:sp>
          <p:nvSpPr>
            <p:cNvPr id="108" name="ï$ľiḓê">
              <a:extLst>
                <a:ext uri="{FF2B5EF4-FFF2-40B4-BE49-F238E27FC236}">
                  <a16:creationId xmlns:a16="http://schemas.microsoft.com/office/drawing/2014/main" id="{5A55F4CE-C25F-C798-BAD0-9AD9B1202A5B}"/>
                </a:ext>
              </a:extLst>
            </p:cNvPr>
            <p:cNvSpPr/>
            <p:nvPr/>
          </p:nvSpPr>
          <p:spPr>
            <a:xfrm>
              <a:off x="8739813" y="3881623"/>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grpFill/>
            <a:ln w="25400" cap="flat">
              <a:noFill/>
              <a:prstDash val="solid"/>
              <a:miter lim="400000"/>
            </a:ln>
            <a:effectLst/>
          </p:spPr>
          <p:txBody>
            <a:bodyPr anchor="ctr"/>
            <a:lstStyle/>
            <a:p>
              <a:pPr algn="ctr"/>
              <a:endParaRPr/>
            </a:p>
          </p:txBody>
        </p:sp>
        <p:sp>
          <p:nvSpPr>
            <p:cNvPr id="109" name="isļîḍé">
              <a:extLst>
                <a:ext uri="{FF2B5EF4-FFF2-40B4-BE49-F238E27FC236}">
                  <a16:creationId xmlns:a16="http://schemas.microsoft.com/office/drawing/2014/main" id="{75A864E1-31CD-B8E1-7F4E-9191B794114B}"/>
                </a:ext>
              </a:extLst>
            </p:cNvPr>
            <p:cNvSpPr/>
            <p:nvPr/>
          </p:nvSpPr>
          <p:spPr>
            <a:xfrm>
              <a:off x="8199229" y="3742697"/>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grpFill/>
            <a:ln w="25400" cap="flat">
              <a:noFill/>
              <a:prstDash val="solid"/>
              <a:miter lim="400000"/>
            </a:ln>
            <a:effectLst/>
          </p:spPr>
          <p:txBody>
            <a:bodyPr anchor="ctr"/>
            <a:lstStyle/>
            <a:p>
              <a:pPr algn="ctr"/>
              <a:endParaRPr/>
            </a:p>
          </p:txBody>
        </p:sp>
        <p:sp>
          <p:nvSpPr>
            <p:cNvPr id="110" name="í$ľîḋê">
              <a:extLst>
                <a:ext uri="{FF2B5EF4-FFF2-40B4-BE49-F238E27FC236}">
                  <a16:creationId xmlns:a16="http://schemas.microsoft.com/office/drawing/2014/main" id="{A09C548F-F1EF-86E7-D40E-9BF3A960A382}"/>
                </a:ext>
              </a:extLst>
            </p:cNvPr>
            <p:cNvSpPr/>
            <p:nvPr/>
          </p:nvSpPr>
          <p:spPr>
            <a:xfrm>
              <a:off x="7957224" y="3867942"/>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grpFill/>
            <a:ln w="25400" cap="flat">
              <a:noFill/>
              <a:prstDash val="solid"/>
              <a:miter lim="400000"/>
            </a:ln>
            <a:effectLst/>
          </p:spPr>
          <p:txBody>
            <a:bodyPr anchor="ctr"/>
            <a:lstStyle/>
            <a:p>
              <a:pPr algn="ctr"/>
              <a:endParaRPr/>
            </a:p>
          </p:txBody>
        </p:sp>
        <p:sp>
          <p:nvSpPr>
            <p:cNvPr id="111" name="ïślîḍè">
              <a:extLst>
                <a:ext uri="{FF2B5EF4-FFF2-40B4-BE49-F238E27FC236}">
                  <a16:creationId xmlns:a16="http://schemas.microsoft.com/office/drawing/2014/main" id="{BBC1C12A-07A1-1493-3B7C-B6E5C68AA96C}"/>
                </a:ext>
              </a:extLst>
            </p:cNvPr>
            <p:cNvSpPr/>
            <p:nvPr/>
          </p:nvSpPr>
          <p:spPr>
            <a:xfrm>
              <a:off x="7953865" y="3917350"/>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grpFill/>
            <a:ln w="25400" cap="flat">
              <a:noFill/>
              <a:prstDash val="solid"/>
              <a:miter lim="400000"/>
            </a:ln>
            <a:effectLst/>
          </p:spPr>
          <p:txBody>
            <a:bodyPr anchor="ctr"/>
            <a:lstStyle/>
            <a:p>
              <a:pPr algn="ctr"/>
              <a:endParaRPr/>
            </a:p>
          </p:txBody>
        </p:sp>
        <p:sp>
          <p:nvSpPr>
            <p:cNvPr id="112" name="îṣḷiďè">
              <a:extLst>
                <a:ext uri="{FF2B5EF4-FFF2-40B4-BE49-F238E27FC236}">
                  <a16:creationId xmlns:a16="http://schemas.microsoft.com/office/drawing/2014/main" id="{F6D75C77-CB41-96C4-BD3E-ACA64027138F}"/>
                </a:ext>
              </a:extLst>
            </p:cNvPr>
            <p:cNvSpPr/>
            <p:nvPr/>
          </p:nvSpPr>
          <p:spPr>
            <a:xfrm>
              <a:off x="7931635" y="3837005"/>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grpFill/>
            <a:ln w="25400" cap="flat">
              <a:noFill/>
              <a:prstDash val="solid"/>
              <a:miter lim="400000"/>
            </a:ln>
            <a:effectLst/>
          </p:spPr>
          <p:txBody>
            <a:bodyPr anchor="ctr"/>
            <a:lstStyle/>
            <a:p>
              <a:pPr algn="ctr"/>
              <a:endParaRPr/>
            </a:p>
          </p:txBody>
        </p:sp>
        <p:sp>
          <p:nvSpPr>
            <p:cNvPr id="113" name="işḷídé">
              <a:extLst>
                <a:ext uri="{FF2B5EF4-FFF2-40B4-BE49-F238E27FC236}">
                  <a16:creationId xmlns:a16="http://schemas.microsoft.com/office/drawing/2014/main" id="{AA1FB577-4D63-93C5-807B-5C4E1FF09F6D}"/>
                </a:ext>
              </a:extLst>
            </p:cNvPr>
            <p:cNvSpPr/>
            <p:nvPr/>
          </p:nvSpPr>
          <p:spPr>
            <a:xfrm>
              <a:off x="7171214" y="3107084"/>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grpFill/>
            <a:ln w="25400" cap="flat">
              <a:noFill/>
              <a:prstDash val="solid"/>
              <a:miter lim="400000"/>
            </a:ln>
            <a:effectLst/>
          </p:spPr>
          <p:txBody>
            <a:bodyPr anchor="ctr"/>
            <a:lstStyle/>
            <a:p>
              <a:pPr algn="ctr"/>
              <a:endParaRPr/>
            </a:p>
          </p:txBody>
        </p:sp>
        <p:sp>
          <p:nvSpPr>
            <p:cNvPr id="114" name="íŝḷïde">
              <a:extLst>
                <a:ext uri="{FF2B5EF4-FFF2-40B4-BE49-F238E27FC236}">
                  <a16:creationId xmlns:a16="http://schemas.microsoft.com/office/drawing/2014/main" id="{204D1A7D-E600-840D-822D-C1910CE0643F}"/>
                </a:ext>
              </a:extLst>
            </p:cNvPr>
            <p:cNvSpPr/>
            <p:nvPr/>
          </p:nvSpPr>
          <p:spPr>
            <a:xfrm>
              <a:off x="6561284" y="2785626"/>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grpFill/>
            <a:ln w="25400" cap="flat">
              <a:noFill/>
              <a:prstDash val="solid"/>
              <a:miter lim="400000"/>
            </a:ln>
            <a:effectLst/>
          </p:spPr>
          <p:txBody>
            <a:bodyPr anchor="ctr"/>
            <a:lstStyle/>
            <a:p>
              <a:pPr algn="ctr"/>
              <a:endParaRPr/>
            </a:p>
          </p:txBody>
        </p:sp>
        <p:sp>
          <p:nvSpPr>
            <p:cNvPr id="115" name="îṡľiḑe">
              <a:extLst>
                <a:ext uri="{FF2B5EF4-FFF2-40B4-BE49-F238E27FC236}">
                  <a16:creationId xmlns:a16="http://schemas.microsoft.com/office/drawing/2014/main" id="{211F59A5-1EEE-1282-551B-13C2F758267E}"/>
                </a:ext>
              </a:extLst>
            </p:cNvPr>
            <p:cNvSpPr/>
            <p:nvPr/>
          </p:nvSpPr>
          <p:spPr>
            <a:xfrm>
              <a:off x="5255087" y="1585911"/>
              <a:ext cx="2042366" cy="1189722"/>
            </a:xfrm>
            <a:custGeom>
              <a:avLst/>
              <a:gdLst/>
              <a:ahLst/>
              <a:cxnLst>
                <a:cxn ang="0">
                  <a:pos x="wd2" y="hd2"/>
                </a:cxn>
                <a:cxn ang="5400000">
                  <a:pos x="wd2" y="hd2"/>
                </a:cxn>
                <a:cxn ang="10800000">
                  <a:pos x="wd2" y="hd2"/>
                </a:cxn>
                <a:cxn ang="16200000">
                  <a:pos x="wd2" y="hd2"/>
                </a:cxn>
              </a:cxnLst>
              <a:rect l="0" t="0" r="r" b="b"/>
              <a:pathLst>
                <a:path w="21600" h="21600" extrusionOk="0">
                  <a:moveTo>
                    <a:pt x="20807" y="1150"/>
                  </a:moveTo>
                  <a:lnTo>
                    <a:pt x="20140" y="892"/>
                  </a:lnTo>
                  <a:lnTo>
                    <a:pt x="19827" y="747"/>
                  </a:lnTo>
                  <a:lnTo>
                    <a:pt x="19506" y="542"/>
                  </a:lnTo>
                  <a:lnTo>
                    <a:pt x="19194" y="459"/>
                  </a:lnTo>
                  <a:lnTo>
                    <a:pt x="18976" y="267"/>
                  </a:lnTo>
                  <a:lnTo>
                    <a:pt x="18803" y="212"/>
                  </a:lnTo>
                  <a:lnTo>
                    <a:pt x="18690" y="293"/>
                  </a:lnTo>
                  <a:lnTo>
                    <a:pt x="18482" y="457"/>
                  </a:lnTo>
                  <a:lnTo>
                    <a:pt x="18589" y="626"/>
                  </a:lnTo>
                  <a:lnTo>
                    <a:pt x="18799" y="626"/>
                  </a:lnTo>
                  <a:lnTo>
                    <a:pt x="18944" y="749"/>
                  </a:lnTo>
                  <a:lnTo>
                    <a:pt x="19057" y="799"/>
                  </a:lnTo>
                  <a:lnTo>
                    <a:pt x="19162" y="663"/>
                  </a:lnTo>
                  <a:lnTo>
                    <a:pt x="19282" y="649"/>
                  </a:lnTo>
                  <a:lnTo>
                    <a:pt x="19425" y="814"/>
                  </a:lnTo>
                  <a:lnTo>
                    <a:pt x="19336" y="1164"/>
                  </a:lnTo>
                  <a:lnTo>
                    <a:pt x="19232" y="1314"/>
                  </a:lnTo>
                  <a:lnTo>
                    <a:pt x="19042" y="1149"/>
                  </a:lnTo>
                  <a:lnTo>
                    <a:pt x="18875" y="1149"/>
                  </a:lnTo>
                  <a:lnTo>
                    <a:pt x="18733" y="1250"/>
                  </a:lnTo>
                  <a:lnTo>
                    <a:pt x="18426" y="1346"/>
                  </a:lnTo>
                  <a:lnTo>
                    <a:pt x="18234" y="1428"/>
                  </a:lnTo>
                  <a:lnTo>
                    <a:pt x="18001" y="1483"/>
                  </a:lnTo>
                  <a:lnTo>
                    <a:pt x="17885" y="1455"/>
                  </a:lnTo>
                  <a:lnTo>
                    <a:pt x="17764" y="1282"/>
                  </a:lnTo>
                  <a:lnTo>
                    <a:pt x="17591" y="1204"/>
                  </a:lnTo>
                  <a:lnTo>
                    <a:pt x="17472" y="1218"/>
                  </a:lnTo>
                  <a:lnTo>
                    <a:pt x="17205" y="1314"/>
                  </a:lnTo>
                  <a:lnTo>
                    <a:pt x="16942" y="1479"/>
                  </a:lnTo>
                  <a:lnTo>
                    <a:pt x="16671" y="1671"/>
                  </a:lnTo>
                  <a:lnTo>
                    <a:pt x="16451" y="1882"/>
                  </a:lnTo>
                  <a:lnTo>
                    <a:pt x="16191" y="2147"/>
                  </a:lnTo>
                  <a:lnTo>
                    <a:pt x="16038" y="2203"/>
                  </a:lnTo>
                  <a:lnTo>
                    <a:pt x="15932" y="2029"/>
                  </a:lnTo>
                  <a:lnTo>
                    <a:pt x="15829" y="1988"/>
                  </a:lnTo>
                  <a:lnTo>
                    <a:pt x="15732" y="1892"/>
                  </a:lnTo>
                  <a:lnTo>
                    <a:pt x="15762" y="1710"/>
                  </a:lnTo>
                  <a:lnTo>
                    <a:pt x="15657" y="1417"/>
                  </a:lnTo>
                  <a:lnTo>
                    <a:pt x="15517" y="1390"/>
                  </a:lnTo>
                  <a:lnTo>
                    <a:pt x="15378" y="1390"/>
                  </a:lnTo>
                  <a:lnTo>
                    <a:pt x="15253" y="1481"/>
                  </a:lnTo>
                  <a:lnTo>
                    <a:pt x="15278" y="1641"/>
                  </a:lnTo>
                  <a:lnTo>
                    <a:pt x="15392" y="1819"/>
                  </a:lnTo>
                  <a:lnTo>
                    <a:pt x="15384" y="1998"/>
                  </a:lnTo>
                  <a:lnTo>
                    <a:pt x="15457" y="2135"/>
                  </a:lnTo>
                  <a:lnTo>
                    <a:pt x="15449" y="2313"/>
                  </a:lnTo>
                  <a:lnTo>
                    <a:pt x="15372" y="2418"/>
                  </a:lnTo>
                  <a:lnTo>
                    <a:pt x="15165" y="2528"/>
                  </a:lnTo>
                  <a:lnTo>
                    <a:pt x="14864" y="2652"/>
                  </a:lnTo>
                  <a:lnTo>
                    <a:pt x="14558" y="2802"/>
                  </a:lnTo>
                  <a:lnTo>
                    <a:pt x="14501" y="2964"/>
                  </a:lnTo>
                  <a:lnTo>
                    <a:pt x="14580" y="3129"/>
                  </a:lnTo>
                  <a:lnTo>
                    <a:pt x="14535" y="3260"/>
                  </a:lnTo>
                  <a:lnTo>
                    <a:pt x="14301" y="3357"/>
                  </a:lnTo>
                  <a:lnTo>
                    <a:pt x="14167" y="3571"/>
                  </a:lnTo>
                  <a:lnTo>
                    <a:pt x="14002" y="3383"/>
                  </a:lnTo>
                  <a:lnTo>
                    <a:pt x="13882" y="3233"/>
                  </a:lnTo>
                  <a:lnTo>
                    <a:pt x="13736" y="3151"/>
                  </a:lnTo>
                  <a:lnTo>
                    <a:pt x="13601" y="3165"/>
                  </a:lnTo>
                  <a:lnTo>
                    <a:pt x="13544" y="3303"/>
                  </a:lnTo>
                  <a:lnTo>
                    <a:pt x="13684" y="3412"/>
                  </a:lnTo>
                  <a:lnTo>
                    <a:pt x="13810" y="3412"/>
                  </a:lnTo>
                  <a:lnTo>
                    <a:pt x="13898" y="3509"/>
                  </a:lnTo>
                  <a:lnTo>
                    <a:pt x="13968" y="3600"/>
                  </a:lnTo>
                  <a:lnTo>
                    <a:pt x="14044" y="3723"/>
                  </a:lnTo>
                  <a:lnTo>
                    <a:pt x="13921" y="3938"/>
                  </a:lnTo>
                  <a:lnTo>
                    <a:pt x="13743" y="3952"/>
                  </a:lnTo>
                  <a:lnTo>
                    <a:pt x="13682" y="4102"/>
                  </a:lnTo>
                  <a:lnTo>
                    <a:pt x="13545" y="4125"/>
                  </a:lnTo>
                  <a:lnTo>
                    <a:pt x="13425" y="3918"/>
                  </a:lnTo>
                  <a:lnTo>
                    <a:pt x="13296" y="3768"/>
                  </a:lnTo>
                  <a:lnTo>
                    <a:pt x="13175" y="3714"/>
                  </a:lnTo>
                  <a:lnTo>
                    <a:pt x="13055" y="3663"/>
                  </a:lnTo>
                  <a:lnTo>
                    <a:pt x="12975" y="3430"/>
                  </a:lnTo>
                  <a:lnTo>
                    <a:pt x="12892" y="3238"/>
                  </a:lnTo>
                  <a:lnTo>
                    <a:pt x="12851" y="3047"/>
                  </a:lnTo>
                  <a:lnTo>
                    <a:pt x="12766" y="2877"/>
                  </a:lnTo>
                  <a:lnTo>
                    <a:pt x="12599" y="2739"/>
                  </a:lnTo>
                  <a:lnTo>
                    <a:pt x="12494" y="2631"/>
                  </a:lnTo>
                  <a:lnTo>
                    <a:pt x="12368" y="2420"/>
                  </a:lnTo>
                  <a:lnTo>
                    <a:pt x="12304" y="2245"/>
                  </a:lnTo>
                  <a:lnTo>
                    <a:pt x="12377" y="2017"/>
                  </a:lnTo>
                  <a:lnTo>
                    <a:pt x="12699" y="2003"/>
                  </a:lnTo>
                  <a:cubicBezTo>
                    <a:pt x="12738" y="2035"/>
                    <a:pt x="12777" y="2063"/>
                    <a:pt x="12817" y="2090"/>
                  </a:cubicBezTo>
                  <a:cubicBezTo>
                    <a:pt x="12952" y="2178"/>
                    <a:pt x="13094" y="2236"/>
                    <a:pt x="13239" y="2259"/>
                  </a:cubicBezTo>
                  <a:lnTo>
                    <a:pt x="13399" y="2479"/>
                  </a:lnTo>
                  <a:lnTo>
                    <a:pt x="13603" y="2506"/>
                  </a:lnTo>
                  <a:lnTo>
                    <a:pt x="13797" y="2506"/>
                  </a:lnTo>
                  <a:cubicBezTo>
                    <a:pt x="13873" y="2506"/>
                    <a:pt x="13949" y="2506"/>
                    <a:pt x="14025" y="2506"/>
                  </a:cubicBezTo>
                  <a:cubicBezTo>
                    <a:pt x="14058" y="2506"/>
                    <a:pt x="14090" y="2506"/>
                    <a:pt x="14122" y="2506"/>
                  </a:cubicBezTo>
                  <a:lnTo>
                    <a:pt x="14251" y="2356"/>
                  </a:lnTo>
                  <a:lnTo>
                    <a:pt x="14347" y="2302"/>
                  </a:lnTo>
                  <a:lnTo>
                    <a:pt x="14484" y="2237"/>
                  </a:lnTo>
                  <a:lnTo>
                    <a:pt x="14616" y="2210"/>
                  </a:lnTo>
                  <a:lnTo>
                    <a:pt x="14613" y="2040"/>
                  </a:lnTo>
                  <a:lnTo>
                    <a:pt x="14460" y="1889"/>
                  </a:lnTo>
                  <a:lnTo>
                    <a:pt x="14355" y="1605"/>
                  </a:lnTo>
                  <a:cubicBezTo>
                    <a:pt x="14271" y="1573"/>
                    <a:pt x="14188" y="1533"/>
                    <a:pt x="14107" y="1486"/>
                  </a:cubicBezTo>
                  <a:cubicBezTo>
                    <a:pt x="14008" y="1428"/>
                    <a:pt x="13911" y="1359"/>
                    <a:pt x="13817" y="1279"/>
                  </a:cubicBezTo>
                  <a:lnTo>
                    <a:pt x="13451" y="1078"/>
                  </a:lnTo>
                  <a:lnTo>
                    <a:pt x="13212" y="945"/>
                  </a:lnTo>
                  <a:lnTo>
                    <a:pt x="12842" y="766"/>
                  </a:lnTo>
                  <a:lnTo>
                    <a:pt x="12603" y="849"/>
                  </a:lnTo>
                  <a:lnTo>
                    <a:pt x="12436" y="968"/>
                  </a:lnTo>
                  <a:lnTo>
                    <a:pt x="12291" y="899"/>
                  </a:lnTo>
                  <a:lnTo>
                    <a:pt x="12112" y="639"/>
                  </a:lnTo>
                  <a:lnTo>
                    <a:pt x="11879" y="402"/>
                  </a:lnTo>
                  <a:lnTo>
                    <a:pt x="11669" y="320"/>
                  </a:lnTo>
                  <a:lnTo>
                    <a:pt x="11486" y="252"/>
                  </a:lnTo>
                  <a:lnTo>
                    <a:pt x="11279" y="156"/>
                  </a:lnTo>
                  <a:lnTo>
                    <a:pt x="11086" y="73"/>
                  </a:lnTo>
                  <a:lnTo>
                    <a:pt x="10931" y="18"/>
                  </a:lnTo>
                  <a:lnTo>
                    <a:pt x="10715" y="114"/>
                  </a:lnTo>
                  <a:lnTo>
                    <a:pt x="10556" y="192"/>
                  </a:lnTo>
                  <a:lnTo>
                    <a:pt x="10395" y="137"/>
                  </a:lnTo>
                  <a:lnTo>
                    <a:pt x="10285" y="82"/>
                  </a:lnTo>
                  <a:lnTo>
                    <a:pt x="10146" y="27"/>
                  </a:lnTo>
                  <a:lnTo>
                    <a:pt x="10010" y="0"/>
                  </a:lnTo>
                  <a:lnTo>
                    <a:pt x="9706" y="83"/>
                  </a:lnTo>
                  <a:lnTo>
                    <a:pt x="9387" y="184"/>
                  </a:lnTo>
                  <a:lnTo>
                    <a:pt x="8981" y="564"/>
                  </a:lnTo>
                  <a:lnTo>
                    <a:pt x="8797" y="728"/>
                  </a:lnTo>
                  <a:lnTo>
                    <a:pt x="8584" y="783"/>
                  </a:lnTo>
                  <a:lnTo>
                    <a:pt x="8320" y="915"/>
                  </a:lnTo>
                  <a:lnTo>
                    <a:pt x="8160" y="996"/>
                  </a:lnTo>
                  <a:lnTo>
                    <a:pt x="7967" y="1147"/>
                  </a:lnTo>
                  <a:lnTo>
                    <a:pt x="7886" y="1297"/>
                  </a:lnTo>
                  <a:lnTo>
                    <a:pt x="7888" y="1470"/>
                  </a:lnTo>
                  <a:lnTo>
                    <a:pt x="7855" y="1675"/>
                  </a:lnTo>
                  <a:lnTo>
                    <a:pt x="7776" y="1784"/>
                  </a:lnTo>
                  <a:lnTo>
                    <a:pt x="7655" y="1839"/>
                  </a:lnTo>
                  <a:lnTo>
                    <a:pt x="7530" y="1894"/>
                  </a:lnTo>
                  <a:lnTo>
                    <a:pt x="7376" y="2183"/>
                  </a:lnTo>
                  <a:lnTo>
                    <a:pt x="7276" y="2430"/>
                  </a:lnTo>
                  <a:lnTo>
                    <a:pt x="7123" y="2673"/>
                  </a:lnTo>
                  <a:lnTo>
                    <a:pt x="7099" y="2824"/>
                  </a:lnTo>
                  <a:lnTo>
                    <a:pt x="7051" y="3056"/>
                  </a:lnTo>
                  <a:lnTo>
                    <a:pt x="6924" y="3316"/>
                  </a:lnTo>
                  <a:lnTo>
                    <a:pt x="6795" y="3550"/>
                  </a:lnTo>
                  <a:lnTo>
                    <a:pt x="6610" y="3688"/>
                  </a:lnTo>
                  <a:lnTo>
                    <a:pt x="6375" y="3930"/>
                  </a:lnTo>
                  <a:lnTo>
                    <a:pt x="6295" y="4053"/>
                  </a:lnTo>
                  <a:lnTo>
                    <a:pt x="6207" y="4241"/>
                  </a:lnTo>
                  <a:lnTo>
                    <a:pt x="6072" y="4323"/>
                  </a:lnTo>
                  <a:lnTo>
                    <a:pt x="5796" y="4429"/>
                  </a:lnTo>
                  <a:lnTo>
                    <a:pt x="5615" y="4524"/>
                  </a:lnTo>
                  <a:lnTo>
                    <a:pt x="5511" y="4647"/>
                  </a:lnTo>
                  <a:lnTo>
                    <a:pt x="5386" y="4780"/>
                  </a:lnTo>
                  <a:lnTo>
                    <a:pt x="5249" y="4999"/>
                  </a:lnTo>
                  <a:lnTo>
                    <a:pt x="5158" y="5155"/>
                  </a:lnTo>
                  <a:lnTo>
                    <a:pt x="5088" y="5329"/>
                  </a:lnTo>
                  <a:lnTo>
                    <a:pt x="5065" y="5480"/>
                  </a:lnTo>
                  <a:lnTo>
                    <a:pt x="5065" y="5754"/>
                  </a:lnTo>
                  <a:lnTo>
                    <a:pt x="5089" y="5900"/>
                  </a:lnTo>
                  <a:lnTo>
                    <a:pt x="5118" y="6123"/>
                  </a:lnTo>
                  <a:lnTo>
                    <a:pt x="5094" y="6315"/>
                  </a:lnTo>
                  <a:lnTo>
                    <a:pt x="5118" y="6590"/>
                  </a:lnTo>
                  <a:lnTo>
                    <a:pt x="5312" y="6948"/>
                  </a:lnTo>
                  <a:lnTo>
                    <a:pt x="5497" y="7278"/>
                  </a:lnTo>
                  <a:lnTo>
                    <a:pt x="5698" y="7360"/>
                  </a:lnTo>
                  <a:lnTo>
                    <a:pt x="6010" y="7347"/>
                  </a:lnTo>
                  <a:lnTo>
                    <a:pt x="6179" y="7123"/>
                  </a:lnTo>
                  <a:lnTo>
                    <a:pt x="6421" y="6806"/>
                  </a:lnTo>
                  <a:lnTo>
                    <a:pt x="6673" y="6770"/>
                  </a:lnTo>
                  <a:lnTo>
                    <a:pt x="6722" y="7029"/>
                  </a:lnTo>
                  <a:lnTo>
                    <a:pt x="6859" y="7341"/>
                  </a:lnTo>
                  <a:lnTo>
                    <a:pt x="6923" y="7657"/>
                  </a:lnTo>
                  <a:lnTo>
                    <a:pt x="7026" y="7817"/>
                  </a:lnTo>
                  <a:lnTo>
                    <a:pt x="7026" y="8065"/>
                  </a:lnTo>
                  <a:lnTo>
                    <a:pt x="7034" y="8312"/>
                  </a:lnTo>
                  <a:lnTo>
                    <a:pt x="7120" y="8458"/>
                  </a:lnTo>
                  <a:lnTo>
                    <a:pt x="7192" y="8650"/>
                  </a:lnTo>
                  <a:lnTo>
                    <a:pt x="7493" y="8925"/>
                  </a:lnTo>
                  <a:lnTo>
                    <a:pt x="7581" y="8833"/>
                  </a:lnTo>
                  <a:lnTo>
                    <a:pt x="7850" y="8512"/>
                  </a:lnTo>
                  <a:lnTo>
                    <a:pt x="7962" y="8471"/>
                  </a:lnTo>
                  <a:lnTo>
                    <a:pt x="8086" y="8224"/>
                  </a:lnTo>
                  <a:lnTo>
                    <a:pt x="8142" y="7954"/>
                  </a:lnTo>
                  <a:lnTo>
                    <a:pt x="8118" y="7546"/>
                  </a:lnTo>
                  <a:lnTo>
                    <a:pt x="8183" y="7331"/>
                  </a:lnTo>
                  <a:lnTo>
                    <a:pt x="8408" y="7069"/>
                  </a:lnTo>
                  <a:lnTo>
                    <a:pt x="8596" y="6868"/>
                  </a:lnTo>
                  <a:lnTo>
                    <a:pt x="8782" y="6652"/>
                  </a:lnTo>
                  <a:lnTo>
                    <a:pt x="8870" y="6378"/>
                  </a:lnTo>
                  <a:lnTo>
                    <a:pt x="8870" y="6199"/>
                  </a:lnTo>
                  <a:lnTo>
                    <a:pt x="8675" y="6099"/>
                  </a:lnTo>
                  <a:lnTo>
                    <a:pt x="8400" y="5782"/>
                  </a:lnTo>
                  <a:cubicBezTo>
                    <a:pt x="8345" y="5725"/>
                    <a:pt x="8303" y="5638"/>
                    <a:pt x="8280" y="5535"/>
                  </a:cubicBezTo>
                  <a:cubicBezTo>
                    <a:pt x="8253" y="5415"/>
                    <a:pt x="8255" y="5284"/>
                    <a:pt x="8280" y="5163"/>
                  </a:cubicBezTo>
                  <a:cubicBezTo>
                    <a:pt x="8308" y="5024"/>
                    <a:pt x="8366" y="4907"/>
                    <a:pt x="8441" y="4834"/>
                  </a:cubicBezTo>
                  <a:cubicBezTo>
                    <a:pt x="8456" y="4723"/>
                    <a:pt x="8474" y="4613"/>
                    <a:pt x="8494" y="4505"/>
                  </a:cubicBezTo>
                  <a:cubicBezTo>
                    <a:pt x="8510" y="4424"/>
                    <a:pt x="8527" y="4342"/>
                    <a:pt x="8558" y="4276"/>
                  </a:cubicBezTo>
                  <a:cubicBezTo>
                    <a:pt x="8643" y="4100"/>
                    <a:pt x="8795" y="4075"/>
                    <a:pt x="8897" y="4221"/>
                  </a:cubicBezTo>
                  <a:cubicBezTo>
                    <a:pt x="8958" y="4155"/>
                    <a:pt x="9013" y="4077"/>
                    <a:pt x="9061" y="3987"/>
                  </a:cubicBezTo>
                  <a:cubicBezTo>
                    <a:pt x="9136" y="3848"/>
                    <a:pt x="9193" y="3684"/>
                    <a:pt x="9260" y="3534"/>
                  </a:cubicBezTo>
                  <a:cubicBezTo>
                    <a:pt x="9306" y="3430"/>
                    <a:pt x="9356" y="3332"/>
                    <a:pt x="9405" y="3232"/>
                  </a:cubicBezTo>
                  <a:cubicBezTo>
                    <a:pt x="9452" y="3137"/>
                    <a:pt x="9497" y="3041"/>
                    <a:pt x="9542" y="2943"/>
                  </a:cubicBezTo>
                  <a:lnTo>
                    <a:pt x="9832" y="2723"/>
                  </a:lnTo>
                  <a:lnTo>
                    <a:pt x="9993" y="2545"/>
                  </a:lnTo>
                  <a:lnTo>
                    <a:pt x="10111" y="2705"/>
                  </a:lnTo>
                  <a:lnTo>
                    <a:pt x="10183" y="2884"/>
                  </a:lnTo>
                  <a:lnTo>
                    <a:pt x="10183" y="3144"/>
                  </a:lnTo>
                  <a:lnTo>
                    <a:pt x="10098" y="3332"/>
                  </a:lnTo>
                  <a:lnTo>
                    <a:pt x="10098" y="3689"/>
                  </a:lnTo>
                  <a:lnTo>
                    <a:pt x="10082" y="3859"/>
                  </a:lnTo>
                  <a:lnTo>
                    <a:pt x="9930" y="3957"/>
                  </a:lnTo>
                  <a:lnTo>
                    <a:pt x="9906" y="4204"/>
                  </a:lnTo>
                  <a:lnTo>
                    <a:pt x="9849" y="4492"/>
                  </a:lnTo>
                  <a:lnTo>
                    <a:pt x="9683" y="4633"/>
                  </a:lnTo>
                  <a:lnTo>
                    <a:pt x="9586" y="4780"/>
                  </a:lnTo>
                  <a:lnTo>
                    <a:pt x="9482" y="5082"/>
                  </a:lnTo>
                  <a:lnTo>
                    <a:pt x="9514" y="5403"/>
                  </a:lnTo>
                  <a:lnTo>
                    <a:pt x="9716" y="5586"/>
                  </a:lnTo>
                  <a:cubicBezTo>
                    <a:pt x="9796" y="5549"/>
                    <a:pt x="9881" y="5586"/>
                    <a:pt x="9941" y="5682"/>
                  </a:cubicBezTo>
                  <a:cubicBezTo>
                    <a:pt x="9990" y="5760"/>
                    <a:pt x="10017" y="5871"/>
                    <a:pt x="10065" y="5951"/>
                  </a:cubicBezTo>
                  <a:cubicBezTo>
                    <a:pt x="10132" y="6062"/>
                    <a:pt x="10229" y="6103"/>
                    <a:pt x="10318" y="6056"/>
                  </a:cubicBezTo>
                  <a:lnTo>
                    <a:pt x="10508" y="6070"/>
                  </a:lnTo>
                  <a:lnTo>
                    <a:pt x="10731" y="6002"/>
                  </a:lnTo>
                  <a:lnTo>
                    <a:pt x="10946" y="5851"/>
                  </a:lnTo>
                  <a:lnTo>
                    <a:pt x="11105" y="5786"/>
                  </a:lnTo>
                  <a:lnTo>
                    <a:pt x="11391" y="5848"/>
                  </a:lnTo>
                  <a:lnTo>
                    <a:pt x="11503" y="6039"/>
                  </a:lnTo>
                  <a:lnTo>
                    <a:pt x="11785" y="6094"/>
                  </a:lnTo>
                  <a:lnTo>
                    <a:pt x="11854" y="6226"/>
                  </a:lnTo>
                  <a:lnTo>
                    <a:pt x="11801" y="6390"/>
                  </a:lnTo>
                  <a:lnTo>
                    <a:pt x="11600" y="6542"/>
                  </a:lnTo>
                  <a:lnTo>
                    <a:pt x="11427" y="6730"/>
                  </a:lnTo>
                  <a:lnTo>
                    <a:pt x="11242" y="6739"/>
                  </a:lnTo>
                  <a:lnTo>
                    <a:pt x="11084" y="6698"/>
                  </a:lnTo>
                  <a:lnTo>
                    <a:pt x="10942" y="6629"/>
                  </a:lnTo>
                  <a:lnTo>
                    <a:pt x="10752" y="6588"/>
                  </a:lnTo>
                  <a:lnTo>
                    <a:pt x="10578" y="6629"/>
                  </a:lnTo>
                  <a:lnTo>
                    <a:pt x="10435" y="6670"/>
                  </a:lnTo>
                  <a:lnTo>
                    <a:pt x="10291" y="6748"/>
                  </a:lnTo>
                  <a:lnTo>
                    <a:pt x="10218" y="6936"/>
                  </a:lnTo>
                  <a:lnTo>
                    <a:pt x="10315" y="7045"/>
                  </a:lnTo>
                  <a:lnTo>
                    <a:pt x="10580" y="7535"/>
                  </a:lnTo>
                  <a:lnTo>
                    <a:pt x="10580" y="7737"/>
                  </a:lnTo>
                  <a:lnTo>
                    <a:pt x="10500" y="7925"/>
                  </a:lnTo>
                  <a:lnTo>
                    <a:pt x="10333" y="8021"/>
                  </a:lnTo>
                  <a:lnTo>
                    <a:pt x="10285" y="8145"/>
                  </a:lnTo>
                  <a:lnTo>
                    <a:pt x="10181" y="8076"/>
                  </a:lnTo>
                  <a:lnTo>
                    <a:pt x="10133" y="7815"/>
                  </a:lnTo>
                  <a:lnTo>
                    <a:pt x="10012" y="7706"/>
                  </a:lnTo>
                  <a:lnTo>
                    <a:pt x="9771" y="7733"/>
                  </a:lnTo>
                  <a:lnTo>
                    <a:pt x="9701" y="7811"/>
                  </a:lnTo>
                  <a:lnTo>
                    <a:pt x="9701" y="8017"/>
                  </a:lnTo>
                  <a:lnTo>
                    <a:pt x="9581" y="8163"/>
                  </a:lnTo>
                  <a:lnTo>
                    <a:pt x="9597" y="8488"/>
                  </a:lnTo>
                  <a:lnTo>
                    <a:pt x="9637" y="8686"/>
                  </a:lnTo>
                  <a:lnTo>
                    <a:pt x="9693" y="8944"/>
                  </a:lnTo>
                  <a:lnTo>
                    <a:pt x="9588" y="9131"/>
                  </a:lnTo>
                  <a:lnTo>
                    <a:pt x="9435" y="9310"/>
                  </a:lnTo>
                  <a:lnTo>
                    <a:pt x="9298" y="9530"/>
                  </a:lnTo>
                  <a:lnTo>
                    <a:pt x="9180" y="9627"/>
                  </a:lnTo>
                  <a:lnTo>
                    <a:pt x="9092" y="9735"/>
                  </a:lnTo>
                  <a:lnTo>
                    <a:pt x="8983" y="9736"/>
                  </a:lnTo>
                  <a:cubicBezTo>
                    <a:pt x="8962" y="9703"/>
                    <a:pt x="8942" y="9671"/>
                    <a:pt x="8921" y="9640"/>
                  </a:cubicBezTo>
                  <a:cubicBezTo>
                    <a:pt x="8891" y="9595"/>
                    <a:pt x="8861" y="9551"/>
                    <a:pt x="8830" y="9508"/>
                  </a:cubicBezTo>
                  <a:lnTo>
                    <a:pt x="8564" y="9467"/>
                  </a:lnTo>
                  <a:lnTo>
                    <a:pt x="8300" y="9659"/>
                  </a:lnTo>
                  <a:lnTo>
                    <a:pt x="7986" y="9865"/>
                  </a:lnTo>
                  <a:lnTo>
                    <a:pt x="7905" y="9974"/>
                  </a:lnTo>
                  <a:lnTo>
                    <a:pt x="7739" y="10070"/>
                  </a:lnTo>
                  <a:lnTo>
                    <a:pt x="7634" y="10001"/>
                  </a:lnTo>
                  <a:lnTo>
                    <a:pt x="7465" y="9864"/>
                  </a:lnTo>
                  <a:lnTo>
                    <a:pt x="7314" y="9781"/>
                  </a:lnTo>
                  <a:lnTo>
                    <a:pt x="7226" y="9644"/>
                  </a:lnTo>
                  <a:lnTo>
                    <a:pt x="7149" y="9740"/>
                  </a:lnTo>
                  <a:lnTo>
                    <a:pt x="6975" y="9746"/>
                  </a:lnTo>
                  <a:lnTo>
                    <a:pt x="6769" y="9966"/>
                  </a:lnTo>
                  <a:lnTo>
                    <a:pt x="6586" y="9828"/>
                  </a:lnTo>
                  <a:lnTo>
                    <a:pt x="6498" y="9655"/>
                  </a:lnTo>
                  <a:lnTo>
                    <a:pt x="6359" y="9499"/>
                  </a:lnTo>
                  <a:lnTo>
                    <a:pt x="6246" y="9210"/>
                  </a:lnTo>
                  <a:lnTo>
                    <a:pt x="6332" y="9059"/>
                  </a:lnTo>
                  <a:lnTo>
                    <a:pt x="6468" y="9059"/>
                  </a:lnTo>
                  <a:lnTo>
                    <a:pt x="6436" y="9269"/>
                  </a:lnTo>
                  <a:lnTo>
                    <a:pt x="6594" y="9356"/>
                  </a:lnTo>
                  <a:lnTo>
                    <a:pt x="6642" y="9122"/>
                  </a:lnTo>
                  <a:lnTo>
                    <a:pt x="6779" y="9264"/>
                  </a:lnTo>
                  <a:lnTo>
                    <a:pt x="6939" y="9386"/>
                  </a:lnTo>
                  <a:lnTo>
                    <a:pt x="7020" y="9181"/>
                  </a:lnTo>
                  <a:lnTo>
                    <a:pt x="7095" y="8939"/>
                  </a:lnTo>
                  <a:lnTo>
                    <a:pt x="7009" y="8646"/>
                  </a:lnTo>
                  <a:lnTo>
                    <a:pt x="6883" y="8491"/>
                  </a:lnTo>
                  <a:lnTo>
                    <a:pt x="6741" y="8555"/>
                  </a:lnTo>
                  <a:lnTo>
                    <a:pt x="6645" y="8802"/>
                  </a:lnTo>
                  <a:lnTo>
                    <a:pt x="6668" y="8966"/>
                  </a:lnTo>
                  <a:lnTo>
                    <a:pt x="6572" y="8980"/>
                  </a:lnTo>
                  <a:lnTo>
                    <a:pt x="6524" y="8733"/>
                  </a:lnTo>
                  <a:lnTo>
                    <a:pt x="6425" y="8870"/>
                  </a:lnTo>
                  <a:lnTo>
                    <a:pt x="6282" y="8896"/>
                  </a:lnTo>
                  <a:lnTo>
                    <a:pt x="6298" y="8622"/>
                  </a:lnTo>
                  <a:lnTo>
                    <a:pt x="6338" y="8473"/>
                  </a:lnTo>
                  <a:lnTo>
                    <a:pt x="6394" y="8309"/>
                  </a:lnTo>
                  <a:lnTo>
                    <a:pt x="6394" y="7953"/>
                  </a:lnTo>
                  <a:lnTo>
                    <a:pt x="6380" y="7651"/>
                  </a:lnTo>
                  <a:lnTo>
                    <a:pt x="6254" y="7719"/>
                  </a:lnTo>
                  <a:lnTo>
                    <a:pt x="6189" y="7989"/>
                  </a:lnTo>
                  <a:lnTo>
                    <a:pt x="6096" y="8126"/>
                  </a:lnTo>
                  <a:lnTo>
                    <a:pt x="5932" y="8300"/>
                  </a:lnTo>
                  <a:lnTo>
                    <a:pt x="5836" y="8520"/>
                  </a:lnTo>
                  <a:lnTo>
                    <a:pt x="5819" y="8717"/>
                  </a:lnTo>
                  <a:lnTo>
                    <a:pt x="5921" y="8917"/>
                  </a:lnTo>
                  <a:lnTo>
                    <a:pt x="5974" y="9081"/>
                  </a:lnTo>
                  <a:lnTo>
                    <a:pt x="5934" y="9324"/>
                  </a:lnTo>
                  <a:lnTo>
                    <a:pt x="6004" y="9512"/>
                  </a:lnTo>
                  <a:lnTo>
                    <a:pt x="6235" y="9416"/>
                  </a:lnTo>
                  <a:lnTo>
                    <a:pt x="6253" y="9581"/>
                  </a:lnTo>
                  <a:lnTo>
                    <a:pt x="6088" y="9704"/>
                  </a:lnTo>
                  <a:lnTo>
                    <a:pt x="6016" y="9787"/>
                  </a:lnTo>
                  <a:lnTo>
                    <a:pt x="5983" y="10057"/>
                  </a:lnTo>
                  <a:lnTo>
                    <a:pt x="5865" y="10144"/>
                  </a:lnTo>
                  <a:lnTo>
                    <a:pt x="5664" y="10172"/>
                  </a:lnTo>
                  <a:lnTo>
                    <a:pt x="5506" y="10172"/>
                  </a:lnTo>
                  <a:lnTo>
                    <a:pt x="5370" y="10240"/>
                  </a:lnTo>
                  <a:lnTo>
                    <a:pt x="5273" y="10337"/>
                  </a:lnTo>
                  <a:lnTo>
                    <a:pt x="5101" y="10364"/>
                  </a:lnTo>
                  <a:lnTo>
                    <a:pt x="5002" y="10364"/>
                  </a:lnTo>
                  <a:lnTo>
                    <a:pt x="4982" y="10538"/>
                  </a:lnTo>
                  <a:lnTo>
                    <a:pt x="4867" y="10739"/>
                  </a:lnTo>
                  <a:lnTo>
                    <a:pt x="4738" y="10945"/>
                  </a:lnTo>
                  <a:lnTo>
                    <a:pt x="4563" y="11169"/>
                  </a:lnTo>
                  <a:lnTo>
                    <a:pt x="4385" y="11316"/>
                  </a:lnTo>
                  <a:lnTo>
                    <a:pt x="4328" y="11463"/>
                  </a:lnTo>
                  <a:lnTo>
                    <a:pt x="4152" y="11706"/>
                  </a:lnTo>
                  <a:lnTo>
                    <a:pt x="4065" y="11719"/>
                  </a:lnTo>
                  <a:lnTo>
                    <a:pt x="3934" y="11751"/>
                  </a:lnTo>
                  <a:lnTo>
                    <a:pt x="3849" y="11911"/>
                  </a:lnTo>
                  <a:lnTo>
                    <a:pt x="3781" y="12158"/>
                  </a:lnTo>
                  <a:lnTo>
                    <a:pt x="3725" y="12255"/>
                  </a:lnTo>
                  <a:lnTo>
                    <a:pt x="3603" y="12585"/>
                  </a:lnTo>
                  <a:lnTo>
                    <a:pt x="3316" y="12676"/>
                  </a:lnTo>
                  <a:lnTo>
                    <a:pt x="3265" y="12951"/>
                  </a:lnTo>
                  <a:lnTo>
                    <a:pt x="3134" y="12987"/>
                  </a:lnTo>
                  <a:lnTo>
                    <a:pt x="3035" y="12919"/>
                  </a:lnTo>
                  <a:lnTo>
                    <a:pt x="2939" y="12754"/>
                  </a:lnTo>
                  <a:cubicBezTo>
                    <a:pt x="2886" y="12812"/>
                    <a:pt x="2837" y="12876"/>
                    <a:pt x="2790" y="12947"/>
                  </a:cubicBezTo>
                  <a:cubicBezTo>
                    <a:pt x="2744" y="13015"/>
                    <a:pt x="2702" y="13088"/>
                    <a:pt x="2663" y="13166"/>
                  </a:cubicBezTo>
                  <a:lnTo>
                    <a:pt x="2511" y="13235"/>
                  </a:lnTo>
                  <a:lnTo>
                    <a:pt x="2334" y="13327"/>
                  </a:lnTo>
                  <a:lnTo>
                    <a:pt x="2256" y="13258"/>
                  </a:lnTo>
                  <a:lnTo>
                    <a:pt x="2079" y="13176"/>
                  </a:lnTo>
                  <a:lnTo>
                    <a:pt x="1886" y="13313"/>
                  </a:lnTo>
                  <a:lnTo>
                    <a:pt x="1701" y="13451"/>
                  </a:lnTo>
                  <a:lnTo>
                    <a:pt x="1776" y="13589"/>
                  </a:lnTo>
                  <a:lnTo>
                    <a:pt x="1890" y="13693"/>
                  </a:lnTo>
                  <a:lnTo>
                    <a:pt x="2105" y="13776"/>
                  </a:lnTo>
                  <a:lnTo>
                    <a:pt x="2379" y="13955"/>
                  </a:lnTo>
                  <a:lnTo>
                    <a:pt x="2554" y="14129"/>
                  </a:lnTo>
                  <a:lnTo>
                    <a:pt x="2659" y="14413"/>
                  </a:lnTo>
                  <a:lnTo>
                    <a:pt x="2704" y="14587"/>
                  </a:lnTo>
                  <a:lnTo>
                    <a:pt x="2768" y="14861"/>
                  </a:lnTo>
                  <a:lnTo>
                    <a:pt x="2792" y="15475"/>
                  </a:lnTo>
                  <a:lnTo>
                    <a:pt x="2771" y="15814"/>
                  </a:lnTo>
                  <a:cubicBezTo>
                    <a:pt x="2745" y="15996"/>
                    <a:pt x="2708" y="16172"/>
                    <a:pt x="2661" y="16341"/>
                  </a:cubicBezTo>
                  <a:cubicBezTo>
                    <a:pt x="2629" y="16460"/>
                    <a:pt x="2591" y="16574"/>
                    <a:pt x="2549" y="16684"/>
                  </a:cubicBezTo>
                  <a:lnTo>
                    <a:pt x="2342" y="16817"/>
                  </a:lnTo>
                  <a:lnTo>
                    <a:pt x="2030" y="16830"/>
                  </a:lnTo>
                  <a:lnTo>
                    <a:pt x="1856" y="16830"/>
                  </a:lnTo>
                  <a:lnTo>
                    <a:pt x="1549" y="16804"/>
                  </a:lnTo>
                  <a:lnTo>
                    <a:pt x="1329" y="16707"/>
                  </a:lnTo>
                  <a:lnTo>
                    <a:pt x="970" y="16537"/>
                  </a:lnTo>
                  <a:lnTo>
                    <a:pt x="739" y="16469"/>
                  </a:lnTo>
                  <a:lnTo>
                    <a:pt x="478" y="16547"/>
                  </a:lnTo>
                  <a:lnTo>
                    <a:pt x="293" y="16647"/>
                  </a:lnTo>
                  <a:lnTo>
                    <a:pt x="164" y="17042"/>
                  </a:lnTo>
                  <a:lnTo>
                    <a:pt x="199" y="17371"/>
                  </a:lnTo>
                  <a:lnTo>
                    <a:pt x="231" y="17765"/>
                  </a:lnTo>
                  <a:lnTo>
                    <a:pt x="199" y="18217"/>
                  </a:lnTo>
                  <a:lnTo>
                    <a:pt x="86" y="18602"/>
                  </a:lnTo>
                  <a:lnTo>
                    <a:pt x="24" y="19028"/>
                  </a:lnTo>
                  <a:lnTo>
                    <a:pt x="0" y="19390"/>
                  </a:lnTo>
                  <a:lnTo>
                    <a:pt x="32" y="19623"/>
                  </a:lnTo>
                  <a:lnTo>
                    <a:pt x="105" y="19880"/>
                  </a:lnTo>
                  <a:lnTo>
                    <a:pt x="97" y="20137"/>
                  </a:lnTo>
                  <a:lnTo>
                    <a:pt x="40" y="20343"/>
                  </a:lnTo>
                  <a:lnTo>
                    <a:pt x="81" y="20612"/>
                  </a:lnTo>
                  <a:lnTo>
                    <a:pt x="245" y="20708"/>
                  </a:lnTo>
                  <a:lnTo>
                    <a:pt x="417" y="20644"/>
                  </a:lnTo>
                  <a:lnTo>
                    <a:pt x="624" y="20794"/>
                  </a:lnTo>
                  <a:lnTo>
                    <a:pt x="693" y="20881"/>
                  </a:lnTo>
                  <a:lnTo>
                    <a:pt x="1007" y="21211"/>
                  </a:lnTo>
                  <a:lnTo>
                    <a:pt x="1064" y="21408"/>
                  </a:lnTo>
                  <a:lnTo>
                    <a:pt x="1160" y="21436"/>
                  </a:lnTo>
                  <a:lnTo>
                    <a:pt x="1241" y="21600"/>
                  </a:lnTo>
                  <a:lnTo>
                    <a:pt x="1286" y="21437"/>
                  </a:lnTo>
                  <a:lnTo>
                    <a:pt x="1286" y="21236"/>
                  </a:lnTo>
                  <a:lnTo>
                    <a:pt x="1358" y="21119"/>
                  </a:lnTo>
                  <a:lnTo>
                    <a:pt x="1562" y="21092"/>
                  </a:lnTo>
                  <a:lnTo>
                    <a:pt x="1667" y="21105"/>
                  </a:lnTo>
                  <a:cubicBezTo>
                    <a:pt x="1731" y="21119"/>
                    <a:pt x="1796" y="21128"/>
                    <a:pt x="1860" y="21133"/>
                  </a:cubicBezTo>
                  <a:cubicBezTo>
                    <a:pt x="1936" y="21139"/>
                    <a:pt x="2011" y="21139"/>
                    <a:pt x="2086" y="21133"/>
                  </a:cubicBezTo>
                  <a:lnTo>
                    <a:pt x="2247" y="21051"/>
                  </a:lnTo>
                  <a:lnTo>
                    <a:pt x="2333" y="20941"/>
                  </a:lnTo>
                  <a:lnTo>
                    <a:pt x="2422" y="20693"/>
                  </a:lnTo>
                  <a:lnTo>
                    <a:pt x="2519" y="20556"/>
                  </a:lnTo>
                  <a:lnTo>
                    <a:pt x="2655" y="20387"/>
                  </a:lnTo>
                  <a:lnTo>
                    <a:pt x="2784" y="20214"/>
                  </a:lnTo>
                  <a:lnTo>
                    <a:pt x="2897" y="20063"/>
                  </a:lnTo>
                  <a:lnTo>
                    <a:pt x="2921" y="19885"/>
                  </a:lnTo>
                  <a:lnTo>
                    <a:pt x="2921" y="19541"/>
                  </a:lnTo>
                  <a:lnTo>
                    <a:pt x="2969" y="19349"/>
                  </a:lnTo>
                  <a:lnTo>
                    <a:pt x="3039" y="19161"/>
                  </a:lnTo>
                  <a:lnTo>
                    <a:pt x="3241" y="18748"/>
                  </a:lnTo>
                  <a:lnTo>
                    <a:pt x="3257" y="18515"/>
                  </a:lnTo>
                  <a:cubicBezTo>
                    <a:pt x="3267" y="18464"/>
                    <a:pt x="3283" y="18417"/>
                    <a:pt x="3305" y="18379"/>
                  </a:cubicBezTo>
                  <a:cubicBezTo>
                    <a:pt x="3367" y="18269"/>
                    <a:pt x="3459" y="18240"/>
                    <a:pt x="3541" y="18187"/>
                  </a:cubicBezTo>
                  <a:cubicBezTo>
                    <a:pt x="3616" y="18139"/>
                    <a:pt x="3685" y="18071"/>
                    <a:pt x="3745" y="17985"/>
                  </a:cubicBezTo>
                  <a:lnTo>
                    <a:pt x="3923" y="17728"/>
                  </a:lnTo>
                  <a:lnTo>
                    <a:pt x="4081" y="17581"/>
                  </a:lnTo>
                  <a:lnTo>
                    <a:pt x="4167" y="17554"/>
                  </a:lnTo>
                  <a:lnTo>
                    <a:pt x="4059" y="17247"/>
                  </a:lnTo>
                  <a:lnTo>
                    <a:pt x="3955" y="17261"/>
                  </a:lnTo>
                  <a:lnTo>
                    <a:pt x="3938" y="16973"/>
                  </a:lnTo>
                  <a:lnTo>
                    <a:pt x="4118" y="16859"/>
                  </a:lnTo>
                  <a:lnTo>
                    <a:pt x="4354" y="16726"/>
                  </a:lnTo>
                  <a:lnTo>
                    <a:pt x="4432" y="16658"/>
                  </a:lnTo>
                  <a:lnTo>
                    <a:pt x="4620" y="16554"/>
                  </a:lnTo>
                  <a:lnTo>
                    <a:pt x="4738" y="16663"/>
                  </a:lnTo>
                  <a:lnTo>
                    <a:pt x="4945" y="16842"/>
                  </a:lnTo>
                  <a:lnTo>
                    <a:pt x="5057" y="16801"/>
                  </a:lnTo>
                  <a:lnTo>
                    <a:pt x="5270" y="16614"/>
                  </a:lnTo>
                  <a:cubicBezTo>
                    <a:pt x="5348" y="16588"/>
                    <a:pt x="5424" y="16547"/>
                    <a:pt x="5495" y="16490"/>
                  </a:cubicBezTo>
                  <a:cubicBezTo>
                    <a:pt x="5582" y="16422"/>
                    <a:pt x="5661" y="16332"/>
                    <a:pt x="5732" y="16224"/>
                  </a:cubicBezTo>
                  <a:lnTo>
                    <a:pt x="5896" y="16096"/>
                  </a:lnTo>
                  <a:lnTo>
                    <a:pt x="6009" y="16027"/>
                  </a:lnTo>
                  <a:lnTo>
                    <a:pt x="6185" y="15959"/>
                  </a:lnTo>
                  <a:lnTo>
                    <a:pt x="6336" y="16187"/>
                  </a:lnTo>
                  <a:lnTo>
                    <a:pt x="6513" y="16558"/>
                  </a:lnTo>
                  <a:lnTo>
                    <a:pt x="6478" y="16957"/>
                  </a:lnTo>
                  <a:lnTo>
                    <a:pt x="6566" y="17191"/>
                  </a:lnTo>
                  <a:cubicBezTo>
                    <a:pt x="6627" y="17266"/>
                    <a:pt x="6693" y="17327"/>
                    <a:pt x="6762" y="17374"/>
                  </a:cubicBezTo>
                  <a:cubicBezTo>
                    <a:pt x="6828" y="17418"/>
                    <a:pt x="6896" y="17449"/>
                    <a:pt x="6961" y="17493"/>
                  </a:cubicBezTo>
                  <a:cubicBezTo>
                    <a:pt x="7076" y="17571"/>
                    <a:pt x="7181" y="17688"/>
                    <a:pt x="7268" y="17837"/>
                  </a:cubicBezTo>
                  <a:lnTo>
                    <a:pt x="7381" y="17960"/>
                  </a:lnTo>
                  <a:lnTo>
                    <a:pt x="7502" y="18097"/>
                  </a:lnTo>
                  <a:lnTo>
                    <a:pt x="7652" y="18230"/>
                  </a:lnTo>
                  <a:lnTo>
                    <a:pt x="7765" y="18312"/>
                  </a:lnTo>
                  <a:lnTo>
                    <a:pt x="7950" y="18500"/>
                  </a:lnTo>
                  <a:lnTo>
                    <a:pt x="8004" y="18619"/>
                  </a:lnTo>
                  <a:lnTo>
                    <a:pt x="8122" y="18894"/>
                  </a:lnTo>
                  <a:lnTo>
                    <a:pt x="8273" y="19251"/>
                  </a:lnTo>
                  <a:lnTo>
                    <a:pt x="8399" y="19535"/>
                  </a:lnTo>
                  <a:lnTo>
                    <a:pt x="8203" y="19705"/>
                  </a:lnTo>
                  <a:lnTo>
                    <a:pt x="8232" y="19896"/>
                  </a:lnTo>
                  <a:lnTo>
                    <a:pt x="8184" y="20192"/>
                  </a:lnTo>
                  <a:lnTo>
                    <a:pt x="8313" y="20256"/>
                  </a:lnTo>
                  <a:lnTo>
                    <a:pt x="8369" y="20092"/>
                  </a:lnTo>
                  <a:lnTo>
                    <a:pt x="8471" y="19927"/>
                  </a:lnTo>
                  <a:lnTo>
                    <a:pt x="8584" y="19703"/>
                  </a:lnTo>
                  <a:lnTo>
                    <a:pt x="8621" y="19542"/>
                  </a:lnTo>
                  <a:lnTo>
                    <a:pt x="8570" y="19314"/>
                  </a:lnTo>
                  <a:lnTo>
                    <a:pt x="8522" y="19090"/>
                  </a:lnTo>
                  <a:lnTo>
                    <a:pt x="8493" y="18927"/>
                  </a:lnTo>
                  <a:lnTo>
                    <a:pt x="8573" y="18716"/>
                  </a:lnTo>
                  <a:lnTo>
                    <a:pt x="8735" y="18702"/>
                  </a:lnTo>
                  <a:lnTo>
                    <a:pt x="8831" y="18752"/>
                  </a:lnTo>
                  <a:lnTo>
                    <a:pt x="8888" y="18876"/>
                  </a:lnTo>
                  <a:lnTo>
                    <a:pt x="9070" y="18944"/>
                  </a:lnTo>
                  <a:lnTo>
                    <a:pt x="9159" y="18880"/>
                  </a:lnTo>
                  <a:lnTo>
                    <a:pt x="9054" y="18697"/>
                  </a:lnTo>
                  <a:lnTo>
                    <a:pt x="8898" y="18523"/>
                  </a:lnTo>
                  <a:lnTo>
                    <a:pt x="8594" y="18261"/>
                  </a:lnTo>
                  <a:lnTo>
                    <a:pt x="8368" y="18041"/>
                  </a:lnTo>
                  <a:lnTo>
                    <a:pt x="8097" y="17835"/>
                  </a:lnTo>
                  <a:lnTo>
                    <a:pt x="7917" y="17422"/>
                  </a:lnTo>
                  <a:lnTo>
                    <a:pt x="7716" y="17353"/>
                  </a:lnTo>
                  <a:lnTo>
                    <a:pt x="7485" y="16964"/>
                  </a:lnTo>
                  <a:lnTo>
                    <a:pt x="7541" y="16565"/>
                  </a:lnTo>
                  <a:lnTo>
                    <a:pt x="7398" y="16378"/>
                  </a:lnTo>
                  <a:lnTo>
                    <a:pt x="7222" y="16240"/>
                  </a:lnTo>
                  <a:lnTo>
                    <a:pt x="6975" y="15938"/>
                  </a:lnTo>
                  <a:lnTo>
                    <a:pt x="6974" y="15498"/>
                  </a:lnTo>
                  <a:lnTo>
                    <a:pt x="7213" y="15265"/>
                  </a:lnTo>
                  <a:lnTo>
                    <a:pt x="7388" y="15320"/>
                  </a:lnTo>
                  <a:lnTo>
                    <a:pt x="7527" y="15712"/>
                  </a:lnTo>
                  <a:lnTo>
                    <a:pt x="7790" y="15919"/>
                  </a:lnTo>
                  <a:cubicBezTo>
                    <a:pt x="7896" y="15936"/>
                    <a:pt x="7997" y="15992"/>
                    <a:pt x="8089" y="16084"/>
                  </a:cubicBezTo>
                  <a:cubicBezTo>
                    <a:pt x="8148" y="16143"/>
                    <a:pt x="8203" y="16217"/>
                    <a:pt x="8250" y="16304"/>
                  </a:cubicBezTo>
                  <a:lnTo>
                    <a:pt x="8390" y="16623"/>
                  </a:lnTo>
                  <a:lnTo>
                    <a:pt x="8497" y="16783"/>
                  </a:lnTo>
                  <a:lnTo>
                    <a:pt x="8659" y="16893"/>
                  </a:lnTo>
                  <a:cubicBezTo>
                    <a:pt x="8718" y="16911"/>
                    <a:pt x="8777" y="16939"/>
                    <a:pt x="8833" y="16975"/>
                  </a:cubicBezTo>
                  <a:cubicBezTo>
                    <a:pt x="8886" y="17009"/>
                    <a:pt x="8937" y="17050"/>
                    <a:pt x="8986" y="17098"/>
                  </a:cubicBezTo>
                  <a:lnTo>
                    <a:pt x="9201" y="17368"/>
                  </a:lnTo>
                  <a:lnTo>
                    <a:pt x="9367" y="17642"/>
                  </a:lnTo>
                  <a:lnTo>
                    <a:pt x="9448" y="18069"/>
                  </a:lnTo>
                  <a:lnTo>
                    <a:pt x="9472" y="18476"/>
                  </a:lnTo>
                  <a:lnTo>
                    <a:pt x="9480" y="18860"/>
                  </a:lnTo>
                  <a:lnTo>
                    <a:pt x="9606" y="19231"/>
                  </a:lnTo>
                  <a:lnTo>
                    <a:pt x="9708" y="19433"/>
                  </a:lnTo>
                  <a:lnTo>
                    <a:pt x="9931" y="19550"/>
                  </a:lnTo>
                  <a:lnTo>
                    <a:pt x="10097" y="19631"/>
                  </a:lnTo>
                  <a:lnTo>
                    <a:pt x="10223" y="19645"/>
                  </a:lnTo>
                  <a:lnTo>
                    <a:pt x="10379" y="19791"/>
                  </a:lnTo>
                  <a:lnTo>
                    <a:pt x="10473" y="19924"/>
                  </a:lnTo>
                  <a:lnTo>
                    <a:pt x="10384" y="20183"/>
                  </a:lnTo>
                  <a:lnTo>
                    <a:pt x="10159" y="20128"/>
                  </a:lnTo>
                  <a:lnTo>
                    <a:pt x="10073" y="20243"/>
                  </a:lnTo>
                  <a:lnTo>
                    <a:pt x="10193" y="20472"/>
                  </a:lnTo>
                  <a:lnTo>
                    <a:pt x="10266" y="20815"/>
                  </a:lnTo>
                  <a:cubicBezTo>
                    <a:pt x="10273" y="20912"/>
                    <a:pt x="10304" y="20999"/>
                    <a:pt x="10352" y="21053"/>
                  </a:cubicBezTo>
                  <a:cubicBezTo>
                    <a:pt x="10384" y="21090"/>
                    <a:pt x="10423" y="21109"/>
                    <a:pt x="10462" y="21108"/>
                  </a:cubicBezTo>
                  <a:lnTo>
                    <a:pt x="10696" y="20998"/>
                  </a:lnTo>
                  <a:lnTo>
                    <a:pt x="10712" y="20701"/>
                  </a:lnTo>
                  <a:cubicBezTo>
                    <a:pt x="10707" y="20596"/>
                    <a:pt x="10707" y="20491"/>
                    <a:pt x="10712" y="20387"/>
                  </a:cubicBezTo>
                  <a:cubicBezTo>
                    <a:pt x="10716" y="20296"/>
                    <a:pt x="10724" y="20206"/>
                    <a:pt x="10736" y="20117"/>
                  </a:cubicBezTo>
                  <a:cubicBezTo>
                    <a:pt x="10735" y="20034"/>
                    <a:pt x="10727" y="19953"/>
                    <a:pt x="10712" y="19874"/>
                  </a:cubicBezTo>
                  <a:cubicBezTo>
                    <a:pt x="10684" y="19724"/>
                    <a:pt x="10633" y="19589"/>
                    <a:pt x="10564" y="19484"/>
                  </a:cubicBezTo>
                  <a:lnTo>
                    <a:pt x="10443" y="19117"/>
                  </a:lnTo>
                  <a:cubicBezTo>
                    <a:pt x="10405" y="19035"/>
                    <a:pt x="10398" y="18922"/>
                    <a:pt x="10427" y="18829"/>
                  </a:cubicBezTo>
                  <a:cubicBezTo>
                    <a:pt x="10451" y="18751"/>
                    <a:pt x="10497" y="18700"/>
                    <a:pt x="10548" y="18692"/>
                  </a:cubicBezTo>
                  <a:lnTo>
                    <a:pt x="10680" y="18705"/>
                  </a:lnTo>
                  <a:lnTo>
                    <a:pt x="10811" y="18765"/>
                  </a:lnTo>
                  <a:lnTo>
                    <a:pt x="10929" y="18911"/>
                  </a:lnTo>
                  <a:lnTo>
                    <a:pt x="10953" y="18597"/>
                  </a:lnTo>
                  <a:lnTo>
                    <a:pt x="11025" y="18391"/>
                  </a:lnTo>
                  <a:lnTo>
                    <a:pt x="11310" y="18336"/>
                  </a:lnTo>
                  <a:lnTo>
                    <a:pt x="11533" y="18336"/>
                  </a:lnTo>
                  <a:lnTo>
                    <a:pt x="11766" y="18570"/>
                  </a:lnTo>
                  <a:lnTo>
                    <a:pt x="11991" y="18469"/>
                  </a:lnTo>
                  <a:lnTo>
                    <a:pt x="12104" y="18400"/>
                  </a:lnTo>
                  <a:lnTo>
                    <a:pt x="12392" y="18317"/>
                  </a:lnTo>
                  <a:lnTo>
                    <a:pt x="12469" y="18171"/>
                  </a:lnTo>
                  <a:cubicBezTo>
                    <a:pt x="12441" y="18118"/>
                    <a:pt x="12413" y="18066"/>
                    <a:pt x="12383" y="18015"/>
                  </a:cubicBezTo>
                  <a:cubicBezTo>
                    <a:pt x="12320" y="17907"/>
                    <a:pt x="12252" y="17806"/>
                    <a:pt x="12181" y="17713"/>
                  </a:cubicBezTo>
                  <a:cubicBezTo>
                    <a:pt x="12169" y="17590"/>
                    <a:pt x="12166" y="17465"/>
                    <a:pt x="12173" y="17342"/>
                  </a:cubicBezTo>
                  <a:cubicBezTo>
                    <a:pt x="12182" y="17201"/>
                    <a:pt x="12204" y="17063"/>
                    <a:pt x="12238" y="16934"/>
                  </a:cubicBezTo>
                  <a:lnTo>
                    <a:pt x="12262" y="16700"/>
                  </a:lnTo>
                  <a:lnTo>
                    <a:pt x="12383" y="16233"/>
                  </a:lnTo>
                  <a:lnTo>
                    <a:pt x="12447" y="15904"/>
                  </a:lnTo>
                  <a:lnTo>
                    <a:pt x="12552" y="15455"/>
                  </a:lnTo>
                  <a:lnTo>
                    <a:pt x="12671" y="15194"/>
                  </a:lnTo>
                  <a:lnTo>
                    <a:pt x="12888" y="14822"/>
                  </a:lnTo>
                  <a:lnTo>
                    <a:pt x="13179" y="14607"/>
                  </a:lnTo>
                  <a:lnTo>
                    <a:pt x="13407" y="14414"/>
                  </a:lnTo>
                  <a:lnTo>
                    <a:pt x="13485" y="14588"/>
                  </a:lnTo>
                  <a:lnTo>
                    <a:pt x="13485" y="14898"/>
                  </a:lnTo>
                  <a:lnTo>
                    <a:pt x="13692" y="14926"/>
                  </a:lnTo>
                  <a:lnTo>
                    <a:pt x="13794" y="15008"/>
                  </a:lnTo>
                  <a:lnTo>
                    <a:pt x="13842" y="15254"/>
                  </a:lnTo>
                  <a:lnTo>
                    <a:pt x="13659" y="15264"/>
                  </a:lnTo>
                  <a:lnTo>
                    <a:pt x="13643" y="15414"/>
                  </a:lnTo>
                  <a:lnTo>
                    <a:pt x="13845" y="15703"/>
                  </a:lnTo>
                  <a:lnTo>
                    <a:pt x="13960" y="15946"/>
                  </a:lnTo>
                  <a:lnTo>
                    <a:pt x="14162" y="15979"/>
                  </a:lnTo>
                  <a:lnTo>
                    <a:pt x="14250" y="15857"/>
                  </a:lnTo>
                  <a:lnTo>
                    <a:pt x="14403" y="15678"/>
                  </a:lnTo>
                  <a:lnTo>
                    <a:pt x="14752" y="15546"/>
                  </a:lnTo>
                  <a:lnTo>
                    <a:pt x="14728" y="15315"/>
                  </a:lnTo>
                  <a:lnTo>
                    <a:pt x="14639" y="15250"/>
                  </a:lnTo>
                  <a:lnTo>
                    <a:pt x="14489" y="15305"/>
                  </a:lnTo>
                  <a:cubicBezTo>
                    <a:pt x="14437" y="15251"/>
                    <a:pt x="14386" y="15193"/>
                    <a:pt x="14336" y="15132"/>
                  </a:cubicBezTo>
                  <a:cubicBezTo>
                    <a:pt x="14301" y="15088"/>
                    <a:pt x="14266" y="15042"/>
                    <a:pt x="14232" y="14994"/>
                  </a:cubicBezTo>
                  <a:lnTo>
                    <a:pt x="14288" y="14817"/>
                  </a:lnTo>
                  <a:lnTo>
                    <a:pt x="14447" y="14721"/>
                  </a:lnTo>
                  <a:lnTo>
                    <a:pt x="14613" y="14569"/>
                  </a:lnTo>
                  <a:lnTo>
                    <a:pt x="14824" y="14382"/>
                  </a:lnTo>
                  <a:lnTo>
                    <a:pt x="14966" y="14231"/>
                  </a:lnTo>
                  <a:lnTo>
                    <a:pt x="15155" y="14089"/>
                  </a:lnTo>
                  <a:lnTo>
                    <a:pt x="15299" y="14048"/>
                  </a:lnTo>
                  <a:lnTo>
                    <a:pt x="15474" y="14204"/>
                  </a:lnTo>
                  <a:lnTo>
                    <a:pt x="15391" y="14386"/>
                  </a:lnTo>
                  <a:lnTo>
                    <a:pt x="15273" y="14666"/>
                  </a:lnTo>
                  <a:lnTo>
                    <a:pt x="15265" y="14990"/>
                  </a:lnTo>
                  <a:lnTo>
                    <a:pt x="15230" y="15325"/>
                  </a:lnTo>
                  <a:lnTo>
                    <a:pt x="15118" y="15517"/>
                  </a:lnTo>
                  <a:lnTo>
                    <a:pt x="15096" y="15705"/>
                  </a:lnTo>
                  <a:lnTo>
                    <a:pt x="15233" y="15800"/>
                  </a:lnTo>
                  <a:cubicBezTo>
                    <a:pt x="15284" y="15813"/>
                    <a:pt x="15335" y="15836"/>
                    <a:pt x="15383" y="15869"/>
                  </a:cubicBezTo>
                  <a:cubicBezTo>
                    <a:pt x="15456" y="15919"/>
                    <a:pt x="15524" y="15992"/>
                    <a:pt x="15582" y="16084"/>
                  </a:cubicBezTo>
                  <a:lnTo>
                    <a:pt x="15792" y="16341"/>
                  </a:lnTo>
                  <a:lnTo>
                    <a:pt x="16009" y="16409"/>
                  </a:lnTo>
                  <a:lnTo>
                    <a:pt x="16163" y="16684"/>
                  </a:lnTo>
                  <a:lnTo>
                    <a:pt x="16364" y="16863"/>
                  </a:lnTo>
                  <a:lnTo>
                    <a:pt x="16519" y="17063"/>
                  </a:lnTo>
                  <a:lnTo>
                    <a:pt x="16602" y="17384"/>
                  </a:lnTo>
                  <a:lnTo>
                    <a:pt x="16900" y="17421"/>
                  </a:lnTo>
                  <a:lnTo>
                    <a:pt x="17231" y="17499"/>
                  </a:lnTo>
                  <a:lnTo>
                    <a:pt x="17545" y="17705"/>
                  </a:lnTo>
                  <a:lnTo>
                    <a:pt x="17840" y="17980"/>
                  </a:lnTo>
                  <a:lnTo>
                    <a:pt x="18090" y="18259"/>
                  </a:lnTo>
                  <a:lnTo>
                    <a:pt x="18475" y="18575"/>
                  </a:lnTo>
                  <a:lnTo>
                    <a:pt x="18792" y="18777"/>
                  </a:lnTo>
                  <a:lnTo>
                    <a:pt x="19129" y="19050"/>
                  </a:lnTo>
                  <a:lnTo>
                    <a:pt x="19351" y="19182"/>
                  </a:lnTo>
                  <a:lnTo>
                    <a:pt x="19359" y="18839"/>
                  </a:lnTo>
                  <a:lnTo>
                    <a:pt x="19201" y="18353"/>
                  </a:lnTo>
                  <a:lnTo>
                    <a:pt x="19056" y="17804"/>
                  </a:lnTo>
                  <a:lnTo>
                    <a:pt x="18836" y="17575"/>
                  </a:lnTo>
                  <a:lnTo>
                    <a:pt x="18691" y="17287"/>
                  </a:lnTo>
                  <a:lnTo>
                    <a:pt x="18580" y="17027"/>
                  </a:lnTo>
                  <a:lnTo>
                    <a:pt x="18437" y="16793"/>
                  </a:lnTo>
                  <a:lnTo>
                    <a:pt x="18437" y="16531"/>
                  </a:lnTo>
                  <a:lnTo>
                    <a:pt x="18220" y="16330"/>
                  </a:lnTo>
                  <a:lnTo>
                    <a:pt x="18064" y="15973"/>
                  </a:lnTo>
                  <a:lnTo>
                    <a:pt x="18247" y="15607"/>
                  </a:lnTo>
                  <a:lnTo>
                    <a:pt x="18424" y="15318"/>
                  </a:lnTo>
                  <a:lnTo>
                    <a:pt x="18655" y="15304"/>
                  </a:lnTo>
                  <a:lnTo>
                    <a:pt x="18759" y="15057"/>
                  </a:lnTo>
                  <a:cubicBezTo>
                    <a:pt x="18777" y="14995"/>
                    <a:pt x="18799" y="14935"/>
                    <a:pt x="18824" y="14880"/>
                  </a:cubicBezTo>
                  <a:cubicBezTo>
                    <a:pt x="18871" y="14776"/>
                    <a:pt x="18929" y="14689"/>
                    <a:pt x="18996" y="14623"/>
                  </a:cubicBezTo>
                  <a:lnTo>
                    <a:pt x="19321" y="14418"/>
                  </a:lnTo>
                  <a:lnTo>
                    <a:pt x="19622" y="14295"/>
                  </a:lnTo>
                  <a:lnTo>
                    <a:pt x="19459" y="13998"/>
                  </a:lnTo>
                  <a:lnTo>
                    <a:pt x="19352" y="13728"/>
                  </a:lnTo>
                  <a:lnTo>
                    <a:pt x="19263" y="13311"/>
                  </a:lnTo>
                  <a:lnTo>
                    <a:pt x="19263" y="12674"/>
                  </a:lnTo>
                  <a:lnTo>
                    <a:pt x="19094" y="12413"/>
                  </a:lnTo>
                  <a:lnTo>
                    <a:pt x="18905" y="12303"/>
                  </a:lnTo>
                  <a:lnTo>
                    <a:pt x="18825" y="11587"/>
                  </a:lnTo>
                  <a:lnTo>
                    <a:pt x="18825" y="11300"/>
                  </a:lnTo>
                  <a:lnTo>
                    <a:pt x="19026" y="11176"/>
                  </a:lnTo>
                  <a:lnTo>
                    <a:pt x="19153" y="11204"/>
                  </a:lnTo>
                  <a:lnTo>
                    <a:pt x="19685" y="11492"/>
                  </a:lnTo>
                  <a:lnTo>
                    <a:pt x="19916" y="11286"/>
                  </a:lnTo>
                  <a:lnTo>
                    <a:pt x="20085" y="11176"/>
                  </a:lnTo>
                  <a:lnTo>
                    <a:pt x="20330" y="11204"/>
                  </a:lnTo>
                  <a:lnTo>
                    <a:pt x="20504" y="11392"/>
                  </a:lnTo>
                  <a:lnTo>
                    <a:pt x="20892" y="11571"/>
                  </a:lnTo>
                  <a:lnTo>
                    <a:pt x="21279" y="11763"/>
                  </a:lnTo>
                  <a:lnTo>
                    <a:pt x="21416" y="11557"/>
                  </a:lnTo>
                  <a:lnTo>
                    <a:pt x="21488" y="11250"/>
                  </a:lnTo>
                  <a:lnTo>
                    <a:pt x="21480" y="10939"/>
                  </a:lnTo>
                  <a:lnTo>
                    <a:pt x="21585" y="10788"/>
                  </a:lnTo>
                  <a:lnTo>
                    <a:pt x="21472" y="10615"/>
                  </a:lnTo>
                  <a:lnTo>
                    <a:pt x="21445" y="10409"/>
                  </a:lnTo>
                  <a:lnTo>
                    <a:pt x="21539" y="10161"/>
                  </a:lnTo>
                  <a:lnTo>
                    <a:pt x="21600" y="9773"/>
                  </a:lnTo>
                  <a:lnTo>
                    <a:pt x="21449" y="9398"/>
                  </a:lnTo>
                  <a:lnTo>
                    <a:pt x="21248" y="9192"/>
                  </a:lnTo>
                  <a:lnTo>
                    <a:pt x="21117" y="9270"/>
                  </a:lnTo>
                  <a:lnTo>
                    <a:pt x="21077" y="9513"/>
                  </a:lnTo>
                  <a:lnTo>
                    <a:pt x="21021" y="9718"/>
                  </a:lnTo>
                  <a:lnTo>
                    <a:pt x="20909" y="9814"/>
                  </a:lnTo>
                  <a:lnTo>
                    <a:pt x="20756" y="9882"/>
                  </a:lnTo>
                  <a:lnTo>
                    <a:pt x="20592" y="9662"/>
                  </a:lnTo>
                  <a:lnTo>
                    <a:pt x="20385" y="9355"/>
                  </a:lnTo>
                  <a:lnTo>
                    <a:pt x="20422" y="9122"/>
                  </a:lnTo>
                  <a:lnTo>
                    <a:pt x="20264" y="8894"/>
                  </a:lnTo>
                  <a:lnTo>
                    <a:pt x="20434" y="8637"/>
                  </a:lnTo>
                  <a:lnTo>
                    <a:pt x="20710" y="8587"/>
                  </a:lnTo>
                  <a:lnTo>
                    <a:pt x="20858" y="8416"/>
                  </a:lnTo>
                  <a:lnTo>
                    <a:pt x="20898" y="8128"/>
                  </a:lnTo>
                  <a:lnTo>
                    <a:pt x="20858" y="7798"/>
                  </a:lnTo>
                  <a:lnTo>
                    <a:pt x="20732" y="7675"/>
                  </a:lnTo>
                  <a:lnTo>
                    <a:pt x="20644" y="7355"/>
                  </a:lnTo>
                  <a:lnTo>
                    <a:pt x="20491" y="7121"/>
                  </a:lnTo>
                  <a:lnTo>
                    <a:pt x="20507" y="6709"/>
                  </a:lnTo>
                  <a:lnTo>
                    <a:pt x="20499" y="6365"/>
                  </a:lnTo>
                  <a:lnTo>
                    <a:pt x="20459" y="5985"/>
                  </a:lnTo>
                  <a:lnTo>
                    <a:pt x="20451" y="5531"/>
                  </a:lnTo>
                  <a:lnTo>
                    <a:pt x="20370" y="5106"/>
                  </a:lnTo>
                  <a:lnTo>
                    <a:pt x="20231" y="4810"/>
                  </a:lnTo>
                  <a:lnTo>
                    <a:pt x="20145" y="4182"/>
                  </a:lnTo>
                  <a:lnTo>
                    <a:pt x="20065" y="3716"/>
                  </a:lnTo>
                  <a:lnTo>
                    <a:pt x="19979" y="3404"/>
                  </a:lnTo>
                  <a:lnTo>
                    <a:pt x="19963" y="3062"/>
                  </a:lnTo>
                  <a:lnTo>
                    <a:pt x="20091" y="2842"/>
                  </a:lnTo>
                  <a:lnTo>
                    <a:pt x="20317" y="2737"/>
                  </a:lnTo>
                  <a:lnTo>
                    <a:pt x="20570" y="2546"/>
                  </a:lnTo>
                  <a:lnTo>
                    <a:pt x="20683" y="2340"/>
                  </a:lnTo>
                  <a:lnTo>
                    <a:pt x="20965" y="2162"/>
                  </a:lnTo>
                  <a:lnTo>
                    <a:pt x="21059" y="2043"/>
                  </a:lnTo>
                  <a:lnTo>
                    <a:pt x="21076" y="1814"/>
                  </a:lnTo>
                  <a:lnTo>
                    <a:pt x="21092" y="1581"/>
                  </a:lnTo>
                  <a:lnTo>
                    <a:pt x="20928" y="1371"/>
                  </a:lnTo>
                  <a:lnTo>
                    <a:pt x="20807" y="1150"/>
                  </a:lnTo>
                  <a:close/>
                </a:path>
              </a:pathLst>
            </a:custGeom>
            <a:grpFill/>
            <a:ln w="25400" cap="flat">
              <a:noFill/>
              <a:prstDash val="solid"/>
              <a:miter lim="400000"/>
            </a:ln>
            <a:effectLst/>
          </p:spPr>
          <p:txBody>
            <a:bodyPr anchor="ctr"/>
            <a:lstStyle/>
            <a:p>
              <a:pPr algn="ctr"/>
              <a:endParaRPr/>
            </a:p>
          </p:txBody>
        </p:sp>
        <p:sp>
          <p:nvSpPr>
            <p:cNvPr id="116" name="ïŝļiḓé">
              <a:extLst>
                <a:ext uri="{FF2B5EF4-FFF2-40B4-BE49-F238E27FC236}">
                  <a16:creationId xmlns:a16="http://schemas.microsoft.com/office/drawing/2014/main" id="{3A888AF1-BFAE-A6AE-F026-D4517C49DDB0}"/>
                </a:ext>
              </a:extLst>
            </p:cNvPr>
            <p:cNvSpPr/>
            <p:nvPr/>
          </p:nvSpPr>
          <p:spPr>
            <a:xfrm>
              <a:off x="6872934" y="1426645"/>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grpFill/>
            <a:ln w="25400" cap="flat">
              <a:noFill/>
              <a:prstDash val="solid"/>
              <a:miter lim="400000"/>
            </a:ln>
            <a:effectLst/>
          </p:spPr>
          <p:txBody>
            <a:bodyPr anchor="ctr"/>
            <a:lstStyle/>
            <a:p>
              <a:pPr algn="ctr"/>
              <a:endParaRPr/>
            </a:p>
          </p:txBody>
        </p:sp>
        <p:sp>
          <p:nvSpPr>
            <p:cNvPr id="117" name="î$ḷïḓe">
              <a:extLst>
                <a:ext uri="{FF2B5EF4-FFF2-40B4-BE49-F238E27FC236}">
                  <a16:creationId xmlns:a16="http://schemas.microsoft.com/office/drawing/2014/main" id="{DABB814D-AAA7-B00A-AC2A-8F1F9EFF31D9}"/>
                </a:ext>
              </a:extLst>
            </p:cNvPr>
            <p:cNvSpPr/>
            <p:nvPr/>
          </p:nvSpPr>
          <p:spPr>
            <a:xfrm>
              <a:off x="5869377" y="1326101"/>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grpFill/>
            <a:ln w="25400" cap="flat">
              <a:noFill/>
              <a:prstDash val="solid"/>
              <a:miter lim="400000"/>
            </a:ln>
            <a:effectLst/>
          </p:spPr>
          <p:txBody>
            <a:bodyPr anchor="ctr"/>
            <a:lstStyle/>
            <a:p>
              <a:pPr algn="ctr"/>
              <a:endParaRPr/>
            </a:p>
          </p:txBody>
        </p:sp>
        <p:sp>
          <p:nvSpPr>
            <p:cNvPr id="118" name="íSliḍé">
              <a:extLst>
                <a:ext uri="{FF2B5EF4-FFF2-40B4-BE49-F238E27FC236}">
                  <a16:creationId xmlns:a16="http://schemas.microsoft.com/office/drawing/2014/main" id="{1BE662E0-654C-1320-375B-6FE27CBD7828}"/>
                </a:ext>
              </a:extLst>
            </p:cNvPr>
            <p:cNvSpPr/>
            <p:nvPr/>
          </p:nvSpPr>
          <p:spPr>
            <a:xfrm>
              <a:off x="5016160" y="1729403"/>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grpFill/>
            <a:ln w="25400" cap="flat">
              <a:noFill/>
              <a:prstDash val="solid"/>
              <a:miter lim="400000"/>
            </a:ln>
            <a:effectLst/>
          </p:spPr>
          <p:txBody>
            <a:bodyPr anchor="ctr"/>
            <a:lstStyle/>
            <a:p>
              <a:pPr algn="ctr"/>
              <a:endParaRPr/>
            </a:p>
          </p:txBody>
        </p:sp>
        <p:sp>
          <p:nvSpPr>
            <p:cNvPr id="119" name="ïslïḋé">
              <a:extLst>
                <a:ext uri="{FF2B5EF4-FFF2-40B4-BE49-F238E27FC236}">
                  <a16:creationId xmlns:a16="http://schemas.microsoft.com/office/drawing/2014/main" id="{9B25B479-031C-E06E-C1EF-46472A8EEED0}"/>
                </a:ext>
              </a:extLst>
            </p:cNvPr>
            <p:cNvSpPr/>
            <p:nvPr/>
          </p:nvSpPr>
          <p:spPr>
            <a:xfrm>
              <a:off x="5414902" y="1601282"/>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grpFill/>
            <a:ln w="25400" cap="flat">
              <a:noFill/>
              <a:prstDash val="solid"/>
              <a:miter lim="400000"/>
            </a:ln>
            <a:effectLst/>
          </p:spPr>
          <p:txBody>
            <a:bodyPr anchor="ctr"/>
            <a:lstStyle/>
            <a:p>
              <a:pPr algn="ctr"/>
              <a:endParaRPr/>
            </a:p>
          </p:txBody>
        </p:sp>
        <p:sp>
          <p:nvSpPr>
            <p:cNvPr id="120" name="is1ide">
              <a:extLst>
                <a:ext uri="{FF2B5EF4-FFF2-40B4-BE49-F238E27FC236}">
                  <a16:creationId xmlns:a16="http://schemas.microsoft.com/office/drawing/2014/main" id="{F7A03556-BB07-C9D2-882A-628C3094EA74}"/>
                </a:ext>
              </a:extLst>
            </p:cNvPr>
            <p:cNvSpPr/>
            <p:nvPr/>
          </p:nvSpPr>
          <p:spPr>
            <a:xfrm>
              <a:off x="5426458" y="1837882"/>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grpFill/>
            <a:ln w="25400" cap="flat">
              <a:noFill/>
              <a:prstDash val="solid"/>
              <a:miter lim="400000"/>
            </a:ln>
            <a:effectLst/>
          </p:spPr>
          <p:txBody>
            <a:bodyPr anchor="ctr"/>
            <a:lstStyle/>
            <a:p>
              <a:pPr algn="ctr"/>
              <a:endParaRPr/>
            </a:p>
          </p:txBody>
        </p:sp>
        <p:sp>
          <p:nvSpPr>
            <p:cNvPr id="121" name="iṡ1îde">
              <a:extLst>
                <a:ext uri="{FF2B5EF4-FFF2-40B4-BE49-F238E27FC236}">
                  <a16:creationId xmlns:a16="http://schemas.microsoft.com/office/drawing/2014/main" id="{87DB31D8-7004-A1E8-5970-7D46EF32C0D5}"/>
                </a:ext>
              </a:extLst>
            </p:cNvPr>
            <p:cNvSpPr/>
            <p:nvPr/>
          </p:nvSpPr>
          <p:spPr>
            <a:xfrm>
              <a:off x="5430421" y="1863360"/>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grpFill/>
            <a:ln w="25400" cap="flat">
              <a:noFill/>
              <a:prstDash val="solid"/>
              <a:miter lim="400000"/>
            </a:ln>
            <a:effectLst/>
          </p:spPr>
          <p:txBody>
            <a:bodyPr anchor="ctr"/>
            <a:lstStyle/>
            <a:p>
              <a:pPr algn="ctr"/>
              <a:endParaRPr/>
            </a:p>
          </p:txBody>
        </p:sp>
        <p:sp>
          <p:nvSpPr>
            <p:cNvPr id="122" name="ïSlïḑê">
              <a:extLst>
                <a:ext uri="{FF2B5EF4-FFF2-40B4-BE49-F238E27FC236}">
                  <a16:creationId xmlns:a16="http://schemas.microsoft.com/office/drawing/2014/main" id="{1FD65497-60EE-1A27-07CD-815C71979365}"/>
                </a:ext>
              </a:extLst>
            </p:cNvPr>
            <p:cNvSpPr/>
            <p:nvPr/>
          </p:nvSpPr>
          <p:spPr>
            <a:xfrm>
              <a:off x="5276566" y="2090226"/>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grpFill/>
            <a:ln w="25400" cap="flat">
              <a:noFill/>
              <a:prstDash val="solid"/>
              <a:miter lim="400000"/>
            </a:ln>
            <a:effectLst/>
          </p:spPr>
          <p:txBody>
            <a:bodyPr anchor="ctr"/>
            <a:lstStyle/>
            <a:p>
              <a:pPr algn="ctr"/>
              <a:endParaRPr/>
            </a:p>
          </p:txBody>
        </p:sp>
        <p:sp>
          <p:nvSpPr>
            <p:cNvPr id="123" name="ïṡḻîḑe">
              <a:extLst>
                <a:ext uri="{FF2B5EF4-FFF2-40B4-BE49-F238E27FC236}">
                  <a16:creationId xmlns:a16="http://schemas.microsoft.com/office/drawing/2014/main" id="{4626A572-DFB3-1493-DFEA-481A56B2ABAB}"/>
                </a:ext>
              </a:extLst>
            </p:cNvPr>
            <p:cNvSpPr/>
            <p:nvPr/>
          </p:nvSpPr>
          <p:spPr>
            <a:xfrm>
              <a:off x="5407156" y="1993299"/>
              <a:ext cx="206900"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grpFill/>
            <a:ln w="25400" cap="flat">
              <a:noFill/>
              <a:prstDash val="solid"/>
              <a:miter lim="400000"/>
            </a:ln>
            <a:effectLst/>
          </p:spPr>
          <p:txBody>
            <a:bodyPr anchor="ctr"/>
            <a:lstStyle/>
            <a:p>
              <a:pPr algn="ctr"/>
              <a:endParaRPr/>
            </a:p>
          </p:txBody>
        </p:sp>
        <p:sp>
          <p:nvSpPr>
            <p:cNvPr id="124" name="ïṣḻïḋè">
              <a:extLst>
                <a:ext uri="{FF2B5EF4-FFF2-40B4-BE49-F238E27FC236}">
                  <a16:creationId xmlns:a16="http://schemas.microsoft.com/office/drawing/2014/main" id="{173C1A35-8A1B-A8C0-A12C-29C4EEB24A1C}"/>
                </a:ext>
              </a:extLst>
            </p:cNvPr>
            <p:cNvSpPr/>
            <p:nvPr/>
          </p:nvSpPr>
          <p:spPr>
            <a:xfrm>
              <a:off x="5439609" y="2113104"/>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grpFill/>
            <a:ln w="25400" cap="flat">
              <a:noFill/>
              <a:prstDash val="solid"/>
              <a:miter lim="400000"/>
            </a:ln>
            <a:effectLst/>
          </p:spPr>
          <p:txBody>
            <a:bodyPr anchor="ctr"/>
            <a:lstStyle/>
            <a:p>
              <a:pPr algn="ctr"/>
              <a:endParaRPr/>
            </a:p>
          </p:txBody>
        </p:sp>
        <p:sp>
          <p:nvSpPr>
            <p:cNvPr id="125" name="ï$ľidé">
              <a:extLst>
                <a:ext uri="{FF2B5EF4-FFF2-40B4-BE49-F238E27FC236}">
                  <a16:creationId xmlns:a16="http://schemas.microsoft.com/office/drawing/2014/main" id="{CADD2F47-6DD3-4B53-601A-3A28F92C561B}"/>
                </a:ext>
              </a:extLst>
            </p:cNvPr>
            <p:cNvSpPr/>
            <p:nvPr/>
          </p:nvSpPr>
          <p:spPr>
            <a:xfrm>
              <a:off x="5461229" y="2281207"/>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grpFill/>
            <a:ln w="25400" cap="flat">
              <a:noFill/>
              <a:prstDash val="solid"/>
              <a:miter lim="400000"/>
            </a:ln>
            <a:effectLst/>
          </p:spPr>
          <p:txBody>
            <a:bodyPr anchor="ctr"/>
            <a:lstStyle/>
            <a:p>
              <a:pPr algn="ctr"/>
              <a:endParaRPr/>
            </a:p>
          </p:txBody>
        </p:sp>
        <p:sp>
          <p:nvSpPr>
            <p:cNvPr id="126" name="îṥlîďè">
              <a:extLst>
                <a:ext uri="{FF2B5EF4-FFF2-40B4-BE49-F238E27FC236}">
                  <a16:creationId xmlns:a16="http://schemas.microsoft.com/office/drawing/2014/main" id="{971D32A7-685B-7F37-CE22-5D95259669C3}"/>
                </a:ext>
              </a:extLst>
            </p:cNvPr>
            <p:cNvSpPr/>
            <p:nvPr/>
          </p:nvSpPr>
          <p:spPr>
            <a:xfrm>
              <a:off x="5486629" y="228676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grpFill/>
            <a:ln w="25400" cap="flat">
              <a:noFill/>
              <a:prstDash val="solid"/>
              <a:miter lim="400000"/>
            </a:ln>
            <a:effectLst/>
          </p:spPr>
          <p:txBody>
            <a:bodyPr anchor="ctr"/>
            <a:lstStyle/>
            <a:p>
              <a:pPr algn="ctr"/>
              <a:endParaRPr/>
            </a:p>
          </p:txBody>
        </p:sp>
        <p:sp>
          <p:nvSpPr>
            <p:cNvPr id="127" name="ïŝḻiḋè">
              <a:extLst>
                <a:ext uri="{FF2B5EF4-FFF2-40B4-BE49-F238E27FC236}">
                  <a16:creationId xmlns:a16="http://schemas.microsoft.com/office/drawing/2014/main" id="{8FA25156-EBAF-F489-6C5B-92EEFEA808F0}"/>
                </a:ext>
              </a:extLst>
            </p:cNvPr>
            <p:cNvSpPr/>
            <p:nvPr/>
          </p:nvSpPr>
          <p:spPr>
            <a:xfrm>
              <a:off x="5605003" y="2617425"/>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grpFill/>
            <a:ln w="25400" cap="flat">
              <a:noFill/>
              <a:prstDash val="solid"/>
              <a:miter lim="400000"/>
            </a:ln>
            <a:effectLst/>
          </p:spPr>
          <p:txBody>
            <a:bodyPr anchor="ctr"/>
            <a:lstStyle/>
            <a:p>
              <a:pPr algn="ctr"/>
              <a:endParaRPr/>
            </a:p>
          </p:txBody>
        </p:sp>
        <p:sp>
          <p:nvSpPr>
            <p:cNvPr id="128" name="íşļíďê">
              <a:extLst>
                <a:ext uri="{FF2B5EF4-FFF2-40B4-BE49-F238E27FC236}">
                  <a16:creationId xmlns:a16="http://schemas.microsoft.com/office/drawing/2014/main" id="{3A7D5849-0B64-EE16-BEA9-3A8C9FD2E76F}"/>
                </a:ext>
              </a:extLst>
            </p:cNvPr>
            <p:cNvSpPr/>
            <p:nvPr/>
          </p:nvSpPr>
          <p:spPr>
            <a:xfrm>
              <a:off x="5813157" y="2519155"/>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grpFill/>
            <a:ln w="25400" cap="flat">
              <a:noFill/>
              <a:prstDash val="solid"/>
              <a:miter lim="400000"/>
            </a:ln>
            <a:effectLst/>
          </p:spPr>
          <p:txBody>
            <a:bodyPr anchor="ctr"/>
            <a:lstStyle/>
            <a:p>
              <a:pPr algn="ctr"/>
              <a:endParaRPr/>
            </a:p>
          </p:txBody>
        </p:sp>
        <p:sp>
          <p:nvSpPr>
            <p:cNvPr id="129" name="îśļïḍè">
              <a:extLst>
                <a:ext uri="{FF2B5EF4-FFF2-40B4-BE49-F238E27FC236}">
                  <a16:creationId xmlns:a16="http://schemas.microsoft.com/office/drawing/2014/main" id="{FD4F16B7-DA33-0CD7-E4A3-AE7337C23F48}"/>
                </a:ext>
              </a:extLst>
            </p:cNvPr>
            <p:cNvSpPr/>
            <p:nvPr/>
          </p:nvSpPr>
          <p:spPr>
            <a:xfrm>
              <a:off x="5800394" y="2590774"/>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grpFill/>
            <a:ln w="25400" cap="flat">
              <a:noFill/>
              <a:prstDash val="solid"/>
              <a:miter lim="400000"/>
            </a:ln>
            <a:effectLst/>
          </p:spPr>
          <p:txBody>
            <a:bodyPr anchor="ctr"/>
            <a:lstStyle/>
            <a:p>
              <a:pPr algn="ctr"/>
              <a:endParaRPr/>
            </a:p>
          </p:txBody>
        </p:sp>
        <p:sp>
          <p:nvSpPr>
            <p:cNvPr id="130" name="i$lîḑê">
              <a:extLst>
                <a:ext uri="{FF2B5EF4-FFF2-40B4-BE49-F238E27FC236}">
                  <a16:creationId xmlns:a16="http://schemas.microsoft.com/office/drawing/2014/main" id="{D3CBFA19-6A12-15F1-018C-FAC6231AE6A4}"/>
                </a:ext>
              </a:extLst>
            </p:cNvPr>
            <p:cNvSpPr/>
            <p:nvPr/>
          </p:nvSpPr>
          <p:spPr>
            <a:xfrm>
              <a:off x="5935621" y="2695122"/>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grpFill/>
            <a:ln w="25400" cap="flat">
              <a:noFill/>
              <a:prstDash val="solid"/>
              <a:miter lim="400000"/>
            </a:ln>
            <a:effectLst/>
          </p:spPr>
          <p:txBody>
            <a:bodyPr anchor="ctr"/>
            <a:lstStyle/>
            <a:p>
              <a:pPr algn="ctr"/>
              <a:endParaRPr/>
            </a:p>
          </p:txBody>
        </p:sp>
        <p:sp>
          <p:nvSpPr>
            <p:cNvPr id="131" name="îš1îḍe">
              <a:extLst>
                <a:ext uri="{FF2B5EF4-FFF2-40B4-BE49-F238E27FC236}">
                  <a16:creationId xmlns:a16="http://schemas.microsoft.com/office/drawing/2014/main" id="{0B8BF7A1-8862-A8FE-A51E-A5047038FC5E}"/>
                </a:ext>
              </a:extLst>
            </p:cNvPr>
            <p:cNvSpPr/>
            <p:nvPr/>
          </p:nvSpPr>
          <p:spPr>
            <a:xfrm>
              <a:off x="5977156" y="2768475"/>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grpFill/>
            <a:ln w="25400" cap="flat">
              <a:noFill/>
              <a:prstDash val="solid"/>
              <a:miter lim="400000"/>
            </a:ln>
            <a:effectLst/>
          </p:spPr>
          <p:txBody>
            <a:bodyPr anchor="ctr"/>
            <a:lstStyle/>
            <a:p>
              <a:pPr algn="ctr"/>
              <a:endParaRPr/>
            </a:p>
          </p:txBody>
        </p:sp>
        <p:sp>
          <p:nvSpPr>
            <p:cNvPr id="132" name="î$ľîḓê">
              <a:extLst>
                <a:ext uri="{FF2B5EF4-FFF2-40B4-BE49-F238E27FC236}">
                  <a16:creationId xmlns:a16="http://schemas.microsoft.com/office/drawing/2014/main" id="{B926129C-D081-4853-072F-18D4BEF0989E}"/>
                </a:ext>
              </a:extLst>
            </p:cNvPr>
            <p:cNvSpPr/>
            <p:nvPr/>
          </p:nvSpPr>
          <p:spPr>
            <a:xfrm>
              <a:off x="6277853" y="2784962"/>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grpFill/>
            <a:ln w="25400" cap="flat">
              <a:noFill/>
              <a:prstDash val="solid"/>
              <a:miter lim="400000"/>
            </a:ln>
            <a:effectLst/>
          </p:spPr>
          <p:txBody>
            <a:bodyPr anchor="ctr"/>
            <a:lstStyle/>
            <a:p>
              <a:pPr algn="ctr"/>
              <a:endParaRPr/>
            </a:p>
          </p:txBody>
        </p:sp>
        <p:sp>
          <p:nvSpPr>
            <p:cNvPr id="133" name="iŝľîḑè">
              <a:extLst>
                <a:ext uri="{FF2B5EF4-FFF2-40B4-BE49-F238E27FC236}">
                  <a16:creationId xmlns:a16="http://schemas.microsoft.com/office/drawing/2014/main" id="{EDCF044D-BEF9-0DA0-D5FD-AD97BF9E3655}"/>
                </a:ext>
              </a:extLst>
            </p:cNvPr>
            <p:cNvSpPr/>
            <p:nvPr/>
          </p:nvSpPr>
          <p:spPr>
            <a:xfrm>
              <a:off x="6105633" y="1911267"/>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grpFill/>
            <a:ln w="25400" cap="flat">
              <a:noFill/>
              <a:prstDash val="solid"/>
              <a:miter lim="400000"/>
            </a:ln>
            <a:effectLst/>
          </p:spPr>
          <p:txBody>
            <a:bodyPr anchor="ctr"/>
            <a:lstStyle/>
            <a:p>
              <a:pPr algn="ctr"/>
              <a:endParaRPr/>
            </a:p>
          </p:txBody>
        </p:sp>
        <p:sp>
          <p:nvSpPr>
            <p:cNvPr id="135" name="ïṣ1ïḑê">
              <a:extLst>
                <a:ext uri="{FF2B5EF4-FFF2-40B4-BE49-F238E27FC236}">
                  <a16:creationId xmlns:a16="http://schemas.microsoft.com/office/drawing/2014/main" id="{1B41F51E-BB10-A856-2FDE-47C6E6BB8D2D}"/>
                </a:ext>
              </a:extLst>
            </p:cNvPr>
            <p:cNvSpPr/>
            <p:nvPr/>
          </p:nvSpPr>
          <p:spPr>
            <a:xfrm>
              <a:off x="10006023" y="5571304"/>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grpFill/>
            <a:ln w="25400" cap="flat">
              <a:noFill/>
              <a:prstDash val="solid"/>
              <a:miter lim="400000"/>
            </a:ln>
            <a:effectLst/>
          </p:spPr>
          <p:txBody>
            <a:bodyPr anchor="ctr"/>
            <a:lstStyle/>
            <a:p>
              <a:pPr algn="ctr"/>
              <a:endParaRPr/>
            </a:p>
          </p:txBody>
        </p:sp>
        <p:sp>
          <p:nvSpPr>
            <p:cNvPr id="136" name="iṡ1ïḍè">
              <a:extLst>
                <a:ext uri="{FF2B5EF4-FFF2-40B4-BE49-F238E27FC236}">
                  <a16:creationId xmlns:a16="http://schemas.microsoft.com/office/drawing/2014/main" id="{513C6295-6DF3-7CDF-FB8A-3B171C1C354A}"/>
                </a:ext>
              </a:extLst>
            </p:cNvPr>
            <p:cNvSpPr/>
            <p:nvPr/>
          </p:nvSpPr>
          <p:spPr>
            <a:xfrm>
              <a:off x="10572355" y="5565246"/>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grpFill/>
            <a:ln w="25400" cap="flat">
              <a:noFill/>
              <a:prstDash val="solid"/>
              <a:miter lim="400000"/>
            </a:ln>
            <a:effectLst/>
          </p:spPr>
          <p:txBody>
            <a:bodyPr anchor="ctr"/>
            <a:lstStyle/>
            <a:p>
              <a:pPr algn="ctr"/>
              <a:endParaRPr/>
            </a:p>
          </p:txBody>
        </p:sp>
        <p:sp>
          <p:nvSpPr>
            <p:cNvPr id="137" name="íṣļíḓé">
              <a:extLst>
                <a:ext uri="{FF2B5EF4-FFF2-40B4-BE49-F238E27FC236}">
                  <a16:creationId xmlns:a16="http://schemas.microsoft.com/office/drawing/2014/main" id="{801946C1-B74B-E59F-CF03-709D54ED8235}"/>
                </a:ext>
              </a:extLst>
            </p:cNvPr>
            <p:cNvSpPr/>
            <p:nvPr/>
          </p:nvSpPr>
          <p:spPr>
            <a:xfrm>
              <a:off x="10955509" y="5355572"/>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grpFill/>
            <a:ln w="25400" cap="flat">
              <a:noFill/>
              <a:prstDash val="solid"/>
              <a:miter lim="400000"/>
            </a:ln>
            <a:effectLst/>
          </p:spPr>
          <p:txBody>
            <a:bodyPr anchor="ctr"/>
            <a:lstStyle/>
            <a:p>
              <a:pPr algn="ctr"/>
              <a:endParaRPr/>
            </a:p>
          </p:txBody>
        </p:sp>
        <p:sp>
          <p:nvSpPr>
            <p:cNvPr id="138" name="îšļïḓé">
              <a:extLst>
                <a:ext uri="{FF2B5EF4-FFF2-40B4-BE49-F238E27FC236}">
                  <a16:creationId xmlns:a16="http://schemas.microsoft.com/office/drawing/2014/main" id="{45D2D056-9394-AA36-4FC7-ADF0BF3C14ED}"/>
                </a:ext>
              </a:extLst>
            </p:cNvPr>
            <p:cNvSpPr/>
            <p:nvPr/>
          </p:nvSpPr>
          <p:spPr>
            <a:xfrm>
              <a:off x="10967412" y="5132660"/>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grpFill/>
            <a:ln w="25400" cap="flat">
              <a:noFill/>
              <a:prstDash val="solid"/>
              <a:miter lim="400000"/>
            </a:ln>
            <a:effectLst/>
          </p:spPr>
          <p:txBody>
            <a:bodyPr anchor="ctr"/>
            <a:lstStyle/>
            <a:p>
              <a:pPr algn="ctr"/>
              <a:endParaRPr/>
            </a:p>
          </p:txBody>
        </p:sp>
        <p:sp>
          <p:nvSpPr>
            <p:cNvPr id="139" name="ïṥļïḓe">
              <a:extLst>
                <a:ext uri="{FF2B5EF4-FFF2-40B4-BE49-F238E27FC236}">
                  <a16:creationId xmlns:a16="http://schemas.microsoft.com/office/drawing/2014/main" id="{C1AA8F45-4484-44A8-4EB9-65085EA31D7F}"/>
                </a:ext>
              </a:extLst>
            </p:cNvPr>
            <p:cNvSpPr/>
            <p:nvPr/>
          </p:nvSpPr>
          <p:spPr>
            <a:xfrm>
              <a:off x="10931870" y="4777460"/>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grpFill/>
            <a:ln w="25400" cap="flat">
              <a:noFill/>
              <a:prstDash val="solid"/>
              <a:miter lim="400000"/>
            </a:ln>
            <a:effectLst/>
          </p:spPr>
          <p:txBody>
            <a:bodyPr anchor="ctr"/>
            <a:lstStyle/>
            <a:p>
              <a:pPr algn="ctr"/>
              <a:endParaRPr/>
            </a:p>
          </p:txBody>
        </p:sp>
        <p:sp>
          <p:nvSpPr>
            <p:cNvPr id="140" name="îśľíḓê">
              <a:extLst>
                <a:ext uri="{FF2B5EF4-FFF2-40B4-BE49-F238E27FC236}">
                  <a16:creationId xmlns:a16="http://schemas.microsoft.com/office/drawing/2014/main" id="{55111A3E-18AC-BD9D-D8F3-FF6EF3F7275B}"/>
                </a:ext>
              </a:extLst>
            </p:cNvPr>
            <p:cNvSpPr/>
            <p:nvPr/>
          </p:nvSpPr>
          <p:spPr>
            <a:xfrm>
              <a:off x="11078753" y="4636331"/>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grpFill/>
            <a:ln w="25400" cap="flat">
              <a:noFill/>
              <a:prstDash val="solid"/>
              <a:miter lim="400000"/>
            </a:ln>
            <a:effectLst/>
          </p:spPr>
          <p:txBody>
            <a:bodyPr anchor="ctr"/>
            <a:lstStyle/>
            <a:p>
              <a:pPr algn="ctr"/>
              <a:endParaRPr/>
            </a:p>
          </p:txBody>
        </p:sp>
        <p:sp>
          <p:nvSpPr>
            <p:cNvPr id="141" name="ïšļîḑè">
              <a:extLst>
                <a:ext uri="{FF2B5EF4-FFF2-40B4-BE49-F238E27FC236}">
                  <a16:creationId xmlns:a16="http://schemas.microsoft.com/office/drawing/2014/main" id="{FE92F686-EA07-5D82-5F27-04F580F18528}"/>
                </a:ext>
              </a:extLst>
            </p:cNvPr>
            <p:cNvSpPr/>
            <p:nvPr/>
          </p:nvSpPr>
          <p:spPr>
            <a:xfrm>
              <a:off x="10694096" y="4283499"/>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grpFill/>
            <a:ln w="25400" cap="flat">
              <a:noFill/>
              <a:prstDash val="solid"/>
              <a:miter lim="400000"/>
            </a:ln>
            <a:effectLst/>
          </p:spPr>
          <p:txBody>
            <a:bodyPr anchor="ctr"/>
            <a:lstStyle/>
            <a:p>
              <a:pPr algn="ctr"/>
              <a:endParaRPr/>
            </a:p>
          </p:txBody>
        </p:sp>
        <p:sp>
          <p:nvSpPr>
            <p:cNvPr id="142" name="î$liḋê">
              <a:extLst>
                <a:ext uri="{FF2B5EF4-FFF2-40B4-BE49-F238E27FC236}">
                  <a16:creationId xmlns:a16="http://schemas.microsoft.com/office/drawing/2014/main" id="{6D3340AB-017D-17ED-099D-3D80D8E0C7D8}"/>
                </a:ext>
              </a:extLst>
            </p:cNvPr>
            <p:cNvSpPr/>
            <p:nvPr/>
          </p:nvSpPr>
          <p:spPr>
            <a:xfrm>
              <a:off x="10754669" y="4332994"/>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grpFill/>
            <a:ln w="25400" cap="flat">
              <a:noFill/>
              <a:prstDash val="solid"/>
              <a:miter lim="400000"/>
            </a:ln>
            <a:effectLst/>
          </p:spPr>
          <p:txBody>
            <a:bodyPr anchor="ctr"/>
            <a:lstStyle/>
            <a:p>
              <a:pPr algn="ctr"/>
              <a:endParaRPr/>
            </a:p>
          </p:txBody>
        </p:sp>
        <p:sp>
          <p:nvSpPr>
            <p:cNvPr id="143" name="îṡḷîḓé">
              <a:extLst>
                <a:ext uri="{FF2B5EF4-FFF2-40B4-BE49-F238E27FC236}">
                  <a16:creationId xmlns:a16="http://schemas.microsoft.com/office/drawing/2014/main" id="{CAAC8C85-2BF5-4E55-AF73-0114FD539812}"/>
                </a:ext>
              </a:extLst>
            </p:cNvPr>
            <p:cNvSpPr/>
            <p:nvPr/>
          </p:nvSpPr>
          <p:spPr>
            <a:xfrm>
              <a:off x="10773772" y="4386273"/>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grpFill/>
            <a:ln w="25400" cap="flat">
              <a:noFill/>
              <a:prstDash val="solid"/>
              <a:miter lim="400000"/>
            </a:ln>
            <a:effectLst/>
          </p:spPr>
          <p:txBody>
            <a:bodyPr anchor="ctr"/>
            <a:lstStyle/>
            <a:p>
              <a:pPr algn="ctr"/>
              <a:endParaRPr/>
            </a:p>
          </p:txBody>
        </p:sp>
        <p:sp>
          <p:nvSpPr>
            <p:cNvPr id="144" name="i$ḻíḓe">
              <a:extLst>
                <a:ext uri="{FF2B5EF4-FFF2-40B4-BE49-F238E27FC236}">
                  <a16:creationId xmlns:a16="http://schemas.microsoft.com/office/drawing/2014/main" id="{7EE1E2EB-B255-3703-06E3-120930249E1B}"/>
                </a:ext>
              </a:extLst>
            </p:cNvPr>
            <p:cNvSpPr/>
            <p:nvPr/>
          </p:nvSpPr>
          <p:spPr>
            <a:xfrm>
              <a:off x="10819989" y="4368723"/>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grpFill/>
            <a:ln w="25400" cap="flat">
              <a:noFill/>
              <a:prstDash val="solid"/>
              <a:miter lim="400000"/>
            </a:ln>
            <a:effectLst/>
          </p:spPr>
          <p:txBody>
            <a:bodyPr anchor="ctr"/>
            <a:lstStyle/>
            <a:p>
              <a:pPr algn="ctr"/>
              <a:endParaRPr/>
            </a:p>
          </p:txBody>
        </p:sp>
        <p:sp>
          <p:nvSpPr>
            <p:cNvPr id="145" name="isļïḍe">
              <a:extLst>
                <a:ext uri="{FF2B5EF4-FFF2-40B4-BE49-F238E27FC236}">
                  <a16:creationId xmlns:a16="http://schemas.microsoft.com/office/drawing/2014/main" id="{E2EEE99C-59D7-5FBA-0E94-0AD73F480FB0}"/>
                </a:ext>
              </a:extLst>
            </p:cNvPr>
            <p:cNvSpPr/>
            <p:nvPr/>
          </p:nvSpPr>
          <p:spPr>
            <a:xfrm>
              <a:off x="10844148" y="4433313"/>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grpFill/>
            <a:ln w="25400" cap="flat">
              <a:noFill/>
              <a:prstDash val="solid"/>
              <a:miter lim="400000"/>
            </a:ln>
            <a:effectLst/>
          </p:spPr>
          <p:txBody>
            <a:bodyPr anchor="ctr"/>
            <a:lstStyle/>
            <a:p>
              <a:pPr algn="ctr"/>
              <a:endParaRPr/>
            </a:p>
          </p:txBody>
        </p:sp>
        <p:sp>
          <p:nvSpPr>
            <p:cNvPr id="146" name="ïSḻîḑê">
              <a:extLst>
                <a:ext uri="{FF2B5EF4-FFF2-40B4-BE49-F238E27FC236}">
                  <a16:creationId xmlns:a16="http://schemas.microsoft.com/office/drawing/2014/main" id="{DA1D0BDE-9410-6492-FE12-74D638B47AF8}"/>
                </a:ext>
              </a:extLst>
            </p:cNvPr>
            <p:cNvSpPr/>
            <p:nvPr/>
          </p:nvSpPr>
          <p:spPr>
            <a:xfrm>
              <a:off x="10888902" y="4398838"/>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grpFill/>
            <a:ln w="25400" cap="flat">
              <a:noFill/>
              <a:prstDash val="solid"/>
              <a:miter lim="400000"/>
            </a:ln>
            <a:effectLst/>
          </p:spPr>
          <p:txBody>
            <a:bodyPr anchor="ctr"/>
            <a:lstStyle/>
            <a:p>
              <a:pPr algn="ctr"/>
              <a:endParaRPr/>
            </a:p>
          </p:txBody>
        </p:sp>
        <p:sp>
          <p:nvSpPr>
            <p:cNvPr id="147" name="işlidè">
              <a:extLst>
                <a:ext uri="{FF2B5EF4-FFF2-40B4-BE49-F238E27FC236}">
                  <a16:creationId xmlns:a16="http://schemas.microsoft.com/office/drawing/2014/main" id="{F07F9B03-3840-5994-9506-D4CE56DFECF4}"/>
                </a:ext>
              </a:extLst>
            </p:cNvPr>
            <p:cNvSpPr/>
            <p:nvPr/>
          </p:nvSpPr>
          <p:spPr>
            <a:xfrm>
              <a:off x="10903842" y="4471308"/>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grpFill/>
            <a:ln w="25400" cap="flat">
              <a:noFill/>
              <a:prstDash val="solid"/>
              <a:miter lim="400000"/>
            </a:ln>
            <a:effectLst/>
          </p:spPr>
          <p:txBody>
            <a:bodyPr anchor="ctr"/>
            <a:lstStyle/>
            <a:p>
              <a:pPr algn="ctr"/>
              <a:endParaRPr/>
            </a:p>
          </p:txBody>
        </p:sp>
        <p:sp>
          <p:nvSpPr>
            <p:cNvPr id="148" name="íṧľîḋè">
              <a:extLst>
                <a:ext uri="{FF2B5EF4-FFF2-40B4-BE49-F238E27FC236}">
                  <a16:creationId xmlns:a16="http://schemas.microsoft.com/office/drawing/2014/main" id="{1C35F746-689C-0ED8-0012-3C2D550C5065}"/>
                </a:ext>
              </a:extLst>
            </p:cNvPr>
            <p:cNvSpPr/>
            <p:nvPr/>
          </p:nvSpPr>
          <p:spPr>
            <a:xfrm>
              <a:off x="10588123" y="4181404"/>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grpFill/>
            <a:ln w="25400" cap="flat">
              <a:noFill/>
              <a:prstDash val="solid"/>
              <a:miter lim="400000"/>
            </a:ln>
            <a:effectLst/>
          </p:spPr>
          <p:txBody>
            <a:bodyPr anchor="ctr"/>
            <a:lstStyle/>
            <a:p>
              <a:pPr algn="ctr"/>
              <a:endParaRPr/>
            </a:p>
          </p:txBody>
        </p:sp>
        <p:sp>
          <p:nvSpPr>
            <p:cNvPr id="149" name="íşľîdè">
              <a:extLst>
                <a:ext uri="{FF2B5EF4-FFF2-40B4-BE49-F238E27FC236}">
                  <a16:creationId xmlns:a16="http://schemas.microsoft.com/office/drawing/2014/main" id="{0D858C99-ED04-705F-EC81-DBF7990BD600}"/>
                </a:ext>
              </a:extLst>
            </p:cNvPr>
            <p:cNvSpPr/>
            <p:nvPr/>
          </p:nvSpPr>
          <p:spPr>
            <a:xfrm>
              <a:off x="10528896" y="4237475"/>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grpFill/>
            <a:ln w="25400" cap="flat">
              <a:noFill/>
              <a:prstDash val="solid"/>
              <a:miter lim="400000"/>
            </a:ln>
            <a:effectLst/>
          </p:spPr>
          <p:txBody>
            <a:bodyPr anchor="ctr"/>
            <a:lstStyle/>
            <a:p>
              <a:pPr algn="ctr"/>
              <a:endParaRPr/>
            </a:p>
          </p:txBody>
        </p:sp>
        <p:sp>
          <p:nvSpPr>
            <p:cNvPr id="150" name="ïṩ1îḑè">
              <a:extLst>
                <a:ext uri="{FF2B5EF4-FFF2-40B4-BE49-F238E27FC236}">
                  <a16:creationId xmlns:a16="http://schemas.microsoft.com/office/drawing/2014/main" id="{AF96F5E6-C913-933B-B337-64E06923E9EE}"/>
                </a:ext>
              </a:extLst>
            </p:cNvPr>
            <p:cNvSpPr/>
            <p:nvPr/>
          </p:nvSpPr>
          <p:spPr>
            <a:xfrm>
              <a:off x="9937920" y="4105530"/>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grpFill/>
            <a:ln w="25400" cap="flat">
              <a:noFill/>
              <a:prstDash val="solid"/>
              <a:miter lim="400000"/>
            </a:ln>
            <a:effectLst/>
          </p:spPr>
          <p:txBody>
            <a:bodyPr anchor="ctr"/>
            <a:lstStyle/>
            <a:p>
              <a:pPr algn="ctr"/>
              <a:endParaRPr/>
            </a:p>
          </p:txBody>
        </p:sp>
        <p:sp>
          <p:nvSpPr>
            <p:cNvPr id="151" name="ïṧḻiḋe">
              <a:extLst>
                <a:ext uri="{FF2B5EF4-FFF2-40B4-BE49-F238E27FC236}">
                  <a16:creationId xmlns:a16="http://schemas.microsoft.com/office/drawing/2014/main" id="{D756FDB0-7A40-518D-CA0A-28558126A248}"/>
                </a:ext>
              </a:extLst>
            </p:cNvPr>
            <p:cNvSpPr/>
            <p:nvPr/>
          </p:nvSpPr>
          <p:spPr>
            <a:xfrm>
              <a:off x="10030474" y="3790111"/>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grpFill/>
            <a:ln w="25400" cap="flat">
              <a:noFill/>
              <a:prstDash val="solid"/>
              <a:miter lim="400000"/>
            </a:ln>
            <a:effectLst/>
          </p:spPr>
          <p:txBody>
            <a:bodyPr anchor="ctr"/>
            <a:lstStyle/>
            <a:p>
              <a:pPr algn="ctr"/>
              <a:endParaRPr/>
            </a:p>
          </p:txBody>
        </p:sp>
        <p:sp>
          <p:nvSpPr>
            <p:cNvPr id="152" name="ïSḻîḑê">
              <a:extLst>
                <a:ext uri="{FF2B5EF4-FFF2-40B4-BE49-F238E27FC236}">
                  <a16:creationId xmlns:a16="http://schemas.microsoft.com/office/drawing/2014/main" id="{469276FF-7704-6689-E2DB-FA235F8198BF}"/>
                </a:ext>
              </a:extLst>
            </p:cNvPr>
            <p:cNvSpPr/>
            <p:nvPr/>
          </p:nvSpPr>
          <p:spPr>
            <a:xfrm>
              <a:off x="10351793" y="3476789"/>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grpFill/>
            <a:ln w="25400" cap="flat">
              <a:noFill/>
              <a:prstDash val="solid"/>
              <a:miter lim="400000"/>
            </a:ln>
            <a:effectLst/>
          </p:spPr>
          <p:txBody>
            <a:bodyPr anchor="ctr"/>
            <a:lstStyle/>
            <a:p>
              <a:pPr algn="ctr"/>
              <a:endParaRPr/>
            </a:p>
          </p:txBody>
        </p:sp>
        <p:sp>
          <p:nvSpPr>
            <p:cNvPr id="153" name="íS1íde">
              <a:extLst>
                <a:ext uri="{FF2B5EF4-FFF2-40B4-BE49-F238E27FC236}">
                  <a16:creationId xmlns:a16="http://schemas.microsoft.com/office/drawing/2014/main" id="{EB5D53EB-0311-B74C-F92F-54AF69ACBE17}"/>
                </a:ext>
              </a:extLst>
            </p:cNvPr>
            <p:cNvSpPr/>
            <p:nvPr/>
          </p:nvSpPr>
          <p:spPr>
            <a:xfrm>
              <a:off x="10325524" y="3553174"/>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grpFill/>
            <a:ln w="25400" cap="flat">
              <a:noFill/>
              <a:prstDash val="solid"/>
              <a:miter lim="400000"/>
            </a:ln>
            <a:effectLst/>
          </p:spPr>
          <p:txBody>
            <a:bodyPr anchor="ctr"/>
            <a:lstStyle/>
            <a:p>
              <a:pPr algn="ctr"/>
              <a:endParaRPr/>
            </a:p>
          </p:txBody>
        </p:sp>
        <p:sp>
          <p:nvSpPr>
            <p:cNvPr id="154" name="îṡḻíḍè">
              <a:extLst>
                <a:ext uri="{FF2B5EF4-FFF2-40B4-BE49-F238E27FC236}">
                  <a16:creationId xmlns:a16="http://schemas.microsoft.com/office/drawing/2014/main" id="{3108D626-4147-0038-71CF-0AC343F95CCC}"/>
                </a:ext>
              </a:extLst>
            </p:cNvPr>
            <p:cNvSpPr/>
            <p:nvPr/>
          </p:nvSpPr>
          <p:spPr>
            <a:xfrm>
              <a:off x="10830737" y="3809410"/>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grpFill/>
            <a:ln w="25400" cap="flat">
              <a:noFill/>
              <a:prstDash val="solid"/>
              <a:miter lim="400000"/>
            </a:ln>
            <a:effectLst/>
          </p:spPr>
          <p:txBody>
            <a:bodyPr anchor="ctr"/>
            <a:lstStyle/>
            <a:p>
              <a:pPr algn="ctr"/>
              <a:endParaRPr/>
            </a:p>
          </p:txBody>
        </p:sp>
      </p:grpSp>
      <p:pic>
        <p:nvPicPr>
          <p:cNvPr id="196" name="ïsḻiḍe">
            <a:extLst>
              <a:ext uri="{FF2B5EF4-FFF2-40B4-BE49-F238E27FC236}">
                <a16:creationId xmlns:a16="http://schemas.microsoft.com/office/drawing/2014/main" id="{168A8F8F-FD9C-E58B-0B33-50FB85973C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88710" y="760254"/>
            <a:ext cx="1879390" cy="374335"/>
          </a:xfrm>
          <a:prstGeom prst="rect">
            <a:avLst/>
          </a:prstGeom>
        </p:spPr>
      </p:pic>
      <p:grpSp>
        <p:nvGrpSpPr>
          <p:cNvPr id="2" name="ïsḷîḓ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20A81A20-73DB-DC8C-FB55-1C2D798E8204}"/>
              </a:ext>
            </a:extLst>
          </p:cNvPr>
          <p:cNvGrpSpPr>
            <a:grpSpLocks noChangeAspect="1"/>
          </p:cNvGrpSpPr>
          <p:nvPr/>
        </p:nvGrpSpPr>
        <p:grpSpPr>
          <a:xfrm>
            <a:off x="669926" y="1476165"/>
            <a:ext cx="10850561" cy="4650532"/>
            <a:chOff x="669925" y="1124938"/>
            <a:chExt cx="10850561" cy="4650532"/>
          </a:xfrm>
        </p:grpSpPr>
        <p:sp>
          <p:nvSpPr>
            <p:cNvPr id="6" name="iṥľiḓè">
              <a:extLst>
                <a:ext uri="{FF2B5EF4-FFF2-40B4-BE49-F238E27FC236}">
                  <a16:creationId xmlns:a16="http://schemas.microsoft.com/office/drawing/2014/main" id="{997E02CB-0D07-7856-967D-822357B3EBB3}"/>
                </a:ext>
              </a:extLst>
            </p:cNvPr>
            <p:cNvSpPr/>
            <p:nvPr/>
          </p:nvSpPr>
          <p:spPr>
            <a:xfrm rot="16200000">
              <a:off x="4390527" y="1286718"/>
              <a:ext cx="1867253" cy="154369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îŝḷiḍe">
              <a:extLst>
                <a:ext uri="{FF2B5EF4-FFF2-40B4-BE49-F238E27FC236}">
                  <a16:creationId xmlns:a16="http://schemas.microsoft.com/office/drawing/2014/main" id="{BC160C6D-1690-5564-6744-E02064CD095D}"/>
                </a:ext>
              </a:extLst>
            </p:cNvPr>
            <p:cNvSpPr/>
            <p:nvPr/>
          </p:nvSpPr>
          <p:spPr>
            <a:xfrm rot="16200000">
              <a:off x="4390527" y="3514052"/>
              <a:ext cx="1867253" cy="154369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îṣlïḓe">
              <a:extLst>
                <a:ext uri="{FF2B5EF4-FFF2-40B4-BE49-F238E27FC236}">
                  <a16:creationId xmlns:a16="http://schemas.microsoft.com/office/drawing/2014/main" id="{ED074F7F-C4C9-45C8-327B-E2A32818E8E0}"/>
                </a:ext>
              </a:extLst>
            </p:cNvPr>
            <p:cNvSpPr/>
            <p:nvPr/>
          </p:nvSpPr>
          <p:spPr>
            <a:xfrm rot="5400000" flipH="1">
              <a:off x="5934220" y="2221335"/>
              <a:ext cx="1867253" cy="1543693"/>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9" name="išľíḍé">
              <a:extLst>
                <a:ext uri="{FF2B5EF4-FFF2-40B4-BE49-F238E27FC236}">
                  <a16:creationId xmlns:a16="http://schemas.microsoft.com/office/drawing/2014/main" id="{650ACAC3-4252-CE81-066B-92095A70CECC}"/>
                </a:ext>
              </a:extLst>
            </p:cNvPr>
            <p:cNvGrpSpPr/>
            <p:nvPr/>
          </p:nvGrpSpPr>
          <p:grpSpPr>
            <a:xfrm>
              <a:off x="669925" y="3729954"/>
              <a:ext cx="3285153" cy="1111889"/>
              <a:chOff x="669926" y="4886849"/>
              <a:chExt cx="3131158" cy="1111889"/>
            </a:xfrm>
          </p:grpSpPr>
          <p:sp>
            <p:nvSpPr>
              <p:cNvPr id="165" name="îṧļidê">
                <a:extLst>
                  <a:ext uri="{FF2B5EF4-FFF2-40B4-BE49-F238E27FC236}">
                    <a16:creationId xmlns:a16="http://schemas.microsoft.com/office/drawing/2014/main" id="{C89B2883-526A-6C84-23B6-8CCB2B10AE0E}"/>
                  </a:ext>
                </a:extLst>
              </p:cNvPr>
              <p:cNvSpPr/>
              <p:nvPr/>
            </p:nvSpPr>
            <p:spPr bwMode="auto">
              <a:xfrm>
                <a:off x="669926" y="5274447"/>
                <a:ext cx="3131158"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20000"/>
                  </a:lnSpc>
                  <a:buFont typeface="Arial" panose="020B0604020202020204" pitchFamily="34" charset="0"/>
                  <a:buChar char="•"/>
                </a:pPr>
                <a:r>
                  <a:rPr lang="zh-CN" altLang="en-US" sz="1300" dirty="0"/>
                  <a:t>坚持将创新策划作为提升工作水平的</a:t>
                </a:r>
                <a:r>
                  <a:rPr lang="zh-CN" altLang="en-US" sz="1300" b="1" dirty="0"/>
                  <a:t>动力源泉</a:t>
                </a:r>
                <a:r>
                  <a:rPr lang="zh-CN" altLang="en-US" sz="1300" dirty="0"/>
                  <a:t>，推动新闻宣传工作从“做了多少”向“做好了什么、产生了何种影响”转变</a:t>
                </a:r>
                <a:endParaRPr lang="en-US" altLang="zh-CN" sz="1300" dirty="0"/>
              </a:p>
            </p:txBody>
          </p:sp>
          <p:sp>
            <p:nvSpPr>
              <p:cNvPr id="166" name="işlïḋê">
                <a:extLst>
                  <a:ext uri="{FF2B5EF4-FFF2-40B4-BE49-F238E27FC236}">
                    <a16:creationId xmlns:a16="http://schemas.microsoft.com/office/drawing/2014/main" id="{0C19AE29-E753-1993-5B3A-FAA24E653979}"/>
                  </a:ext>
                </a:extLst>
              </p:cNvPr>
              <p:cNvSpPr txBox="1"/>
              <p:nvPr/>
            </p:nvSpPr>
            <p:spPr bwMode="auto">
              <a:xfrm>
                <a:off x="669926" y="4886849"/>
                <a:ext cx="3131158"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r>
                  <a:rPr lang="zh-CN" altLang="en-US" b="1" dirty="0"/>
                  <a:t>打造创新策源地</a:t>
                </a:r>
                <a:endParaRPr lang="en-US" altLang="zh-CN" sz="2000" b="1" dirty="0"/>
              </a:p>
            </p:txBody>
          </p:sp>
        </p:grpSp>
        <p:grpSp>
          <p:nvGrpSpPr>
            <p:cNvPr id="10" name="îṡ1ïḓe">
              <a:extLst>
                <a:ext uri="{FF2B5EF4-FFF2-40B4-BE49-F238E27FC236}">
                  <a16:creationId xmlns:a16="http://schemas.microsoft.com/office/drawing/2014/main" id="{4375AB02-3CFA-D9E5-2C9E-05D9C907D692}"/>
                </a:ext>
              </a:extLst>
            </p:cNvPr>
            <p:cNvGrpSpPr/>
            <p:nvPr/>
          </p:nvGrpSpPr>
          <p:grpSpPr>
            <a:xfrm>
              <a:off x="673571" y="1502620"/>
              <a:ext cx="3285153" cy="1111889"/>
              <a:chOff x="669926" y="4886849"/>
              <a:chExt cx="3131158" cy="1111889"/>
            </a:xfrm>
          </p:grpSpPr>
          <p:sp>
            <p:nvSpPr>
              <p:cNvPr id="163" name="ïsḷídè">
                <a:extLst>
                  <a:ext uri="{FF2B5EF4-FFF2-40B4-BE49-F238E27FC236}">
                    <a16:creationId xmlns:a16="http://schemas.microsoft.com/office/drawing/2014/main" id="{0BA21E19-34D1-0D3C-468F-0ACAD7E77D34}"/>
                  </a:ext>
                </a:extLst>
              </p:cNvPr>
              <p:cNvSpPr/>
              <p:nvPr/>
            </p:nvSpPr>
            <p:spPr bwMode="auto">
              <a:xfrm>
                <a:off x="669926" y="5274447"/>
                <a:ext cx="3131158"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20000"/>
                  </a:lnSpc>
                  <a:buFont typeface="Arial" panose="020B0604020202020204" pitchFamily="34" charset="0"/>
                  <a:buChar char="•"/>
                </a:pPr>
                <a:r>
                  <a:rPr lang="zh-CN" altLang="en-US" sz="1300" dirty="0"/>
                  <a:t>始终将学院官网新闻推送工作视为</a:t>
                </a:r>
                <a:r>
                  <a:rPr lang="zh-CN" altLang="en-US" sz="1300" b="1" dirty="0"/>
                  <a:t>生命线和主阵地</a:t>
                </a:r>
                <a:r>
                  <a:rPr lang="zh-CN" altLang="en-US" sz="1300" dirty="0"/>
                  <a:t>，牢牢把握正确的舆论导向，着力提升传播力、引导力、影响力、公信力</a:t>
                </a:r>
                <a:endParaRPr lang="en-US" altLang="zh-CN" sz="1300" dirty="0"/>
              </a:p>
            </p:txBody>
          </p:sp>
          <p:sp>
            <p:nvSpPr>
              <p:cNvPr id="164" name="îṡḻîdè">
                <a:extLst>
                  <a:ext uri="{FF2B5EF4-FFF2-40B4-BE49-F238E27FC236}">
                    <a16:creationId xmlns:a16="http://schemas.microsoft.com/office/drawing/2014/main" id="{3B86B8D3-E44A-54D0-33E9-BC15C3F3EED2}"/>
                  </a:ext>
                </a:extLst>
              </p:cNvPr>
              <p:cNvSpPr txBox="1"/>
              <p:nvPr/>
            </p:nvSpPr>
            <p:spPr bwMode="auto">
              <a:xfrm>
                <a:off x="669926" y="4886849"/>
                <a:ext cx="3131158"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r>
                  <a:rPr lang="zh-CN" altLang="en-US" b="1" dirty="0"/>
                  <a:t>筑牢宣传主阵地</a:t>
                </a:r>
                <a:endParaRPr lang="en-US" altLang="zh-CN" sz="2000" b="1" dirty="0"/>
              </a:p>
            </p:txBody>
          </p:sp>
        </p:grpSp>
        <p:cxnSp>
          <p:nvCxnSpPr>
            <p:cNvPr id="134" name="îsľíďè">
              <a:extLst>
                <a:ext uri="{FF2B5EF4-FFF2-40B4-BE49-F238E27FC236}">
                  <a16:creationId xmlns:a16="http://schemas.microsoft.com/office/drawing/2014/main" id="{9CB057EB-2AF4-11B7-BFBE-524777906401}"/>
                </a:ext>
              </a:extLst>
            </p:cNvPr>
            <p:cNvCxnSpPr/>
            <p:nvPr/>
          </p:nvCxnSpPr>
          <p:spPr>
            <a:xfrm>
              <a:off x="669925" y="3193734"/>
              <a:ext cx="3423067"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6" name="ïślïďè">
              <a:extLst>
                <a:ext uri="{FF2B5EF4-FFF2-40B4-BE49-F238E27FC236}">
                  <a16:creationId xmlns:a16="http://schemas.microsoft.com/office/drawing/2014/main" id="{BA4C19FB-3F86-04CE-034D-8A740D7BD779}"/>
                </a:ext>
              </a:extLst>
            </p:cNvPr>
            <p:cNvSpPr/>
            <p:nvPr/>
          </p:nvSpPr>
          <p:spPr bwMode="auto">
            <a:xfrm>
              <a:off x="8210606" y="5051179"/>
              <a:ext cx="3309878"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20000"/>
                </a:lnSpc>
                <a:buFont typeface="Arial" panose="020B0604020202020204" pitchFamily="34" charset="0"/>
                <a:buChar char="•"/>
              </a:pPr>
              <a:endParaRPr lang="en-US" altLang="zh-CN" sz="1400" dirty="0"/>
            </a:p>
          </p:txBody>
        </p:sp>
        <p:grpSp>
          <p:nvGrpSpPr>
            <p:cNvPr id="157" name="ïṡḷiḍê">
              <a:extLst>
                <a:ext uri="{FF2B5EF4-FFF2-40B4-BE49-F238E27FC236}">
                  <a16:creationId xmlns:a16="http://schemas.microsoft.com/office/drawing/2014/main" id="{A001272D-8BF2-8FCF-D13A-6389F0003032}"/>
                </a:ext>
              </a:extLst>
            </p:cNvPr>
            <p:cNvGrpSpPr/>
            <p:nvPr/>
          </p:nvGrpSpPr>
          <p:grpSpPr>
            <a:xfrm>
              <a:off x="8210606" y="2691039"/>
              <a:ext cx="3309880" cy="1111889"/>
              <a:chOff x="666450" y="5141641"/>
              <a:chExt cx="3262608" cy="1111889"/>
            </a:xfrm>
          </p:grpSpPr>
          <p:sp>
            <p:nvSpPr>
              <p:cNvPr id="161" name="ïṥḻîde">
                <a:extLst>
                  <a:ext uri="{FF2B5EF4-FFF2-40B4-BE49-F238E27FC236}">
                    <a16:creationId xmlns:a16="http://schemas.microsoft.com/office/drawing/2014/main" id="{EBD614F5-1FCE-967F-7E34-1E6AAD285B80}"/>
                  </a:ext>
                </a:extLst>
              </p:cNvPr>
              <p:cNvSpPr/>
              <p:nvPr/>
            </p:nvSpPr>
            <p:spPr bwMode="auto">
              <a:xfrm>
                <a:off x="666450" y="5529239"/>
                <a:ext cx="3262606" cy="72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nSpc>
                    <a:spcPct val="120000"/>
                  </a:lnSpc>
                  <a:buFont typeface="Arial" panose="020B0604020202020204" pitchFamily="34" charset="0"/>
                  <a:buChar char="•"/>
                </a:pPr>
                <a:r>
                  <a:rPr lang="zh-CN" altLang="en-US" sz="1300" dirty="0"/>
                  <a:t>深刻认识到规范的经费管理是事业健康可持续发展的</a:t>
                </a:r>
                <a:r>
                  <a:rPr lang="zh-CN" altLang="en-US" sz="1300" b="1" dirty="0"/>
                  <a:t>基本保障</a:t>
                </a:r>
                <a:r>
                  <a:rPr lang="zh-CN" altLang="en-US" sz="1300" dirty="0"/>
                  <a:t>，致力于推动财务管理工作的</a:t>
                </a:r>
                <a:r>
                  <a:rPr lang="zh-CN" altLang="en-US" sz="1300" b="1" dirty="0"/>
                  <a:t>规范化、程序化、透明化</a:t>
                </a:r>
                <a:endParaRPr lang="en-US" altLang="zh-CN" sz="1300" dirty="0"/>
              </a:p>
            </p:txBody>
          </p:sp>
          <p:sp>
            <p:nvSpPr>
              <p:cNvPr id="162" name="îśľîḑe">
                <a:extLst>
                  <a:ext uri="{FF2B5EF4-FFF2-40B4-BE49-F238E27FC236}">
                    <a16:creationId xmlns:a16="http://schemas.microsoft.com/office/drawing/2014/main" id="{7DA25CCD-14D2-AE05-3318-D576B0758E76}"/>
                  </a:ext>
                </a:extLst>
              </p:cNvPr>
              <p:cNvSpPr txBox="1"/>
              <p:nvPr/>
            </p:nvSpPr>
            <p:spPr bwMode="auto">
              <a:xfrm>
                <a:off x="666451" y="5141641"/>
                <a:ext cx="3262607"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pPr>
                <a:r>
                  <a:rPr lang="zh-CN" altLang="en-US" b="1" dirty="0"/>
                  <a:t>健全制度保障线</a:t>
                </a:r>
                <a:endParaRPr lang="en-US" altLang="zh-CN" sz="2000" b="1" dirty="0"/>
              </a:p>
            </p:txBody>
          </p:sp>
        </p:grpSp>
        <p:sp>
          <p:nvSpPr>
            <p:cNvPr id="158" name="iṣľíḍé">
              <a:extLst>
                <a:ext uri="{FF2B5EF4-FFF2-40B4-BE49-F238E27FC236}">
                  <a16:creationId xmlns:a16="http://schemas.microsoft.com/office/drawing/2014/main" id="{220E2DFB-DF61-7053-1E2D-CE1CFB835B61}"/>
                </a:ext>
              </a:extLst>
            </p:cNvPr>
            <p:cNvSpPr/>
            <p:nvPr/>
          </p:nvSpPr>
          <p:spPr>
            <a:xfrm>
              <a:off x="4040289" y="1742899"/>
              <a:ext cx="631332" cy="631332"/>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b" anchorCtr="0">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b="1" dirty="0">
                  <a:solidFill>
                    <a:schemeClr val="tx1"/>
                  </a:solidFill>
                </a:rPr>
                <a:t>1</a:t>
              </a:r>
              <a:endParaRPr sz="2800" b="1" dirty="0">
                <a:solidFill>
                  <a:schemeClr val="tx1"/>
                </a:solidFill>
              </a:endParaRPr>
            </a:p>
          </p:txBody>
        </p:sp>
        <p:sp>
          <p:nvSpPr>
            <p:cNvPr id="159" name="íṡļiḍé">
              <a:extLst>
                <a:ext uri="{FF2B5EF4-FFF2-40B4-BE49-F238E27FC236}">
                  <a16:creationId xmlns:a16="http://schemas.microsoft.com/office/drawing/2014/main" id="{12AFDD9A-78B2-722C-9604-44059B7CD907}"/>
                </a:ext>
              </a:extLst>
            </p:cNvPr>
            <p:cNvSpPr/>
            <p:nvPr/>
          </p:nvSpPr>
          <p:spPr>
            <a:xfrm>
              <a:off x="4040289" y="3970232"/>
              <a:ext cx="631332" cy="631332"/>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b" anchorCtr="0">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b="1" dirty="0">
                  <a:solidFill>
                    <a:schemeClr val="tx1"/>
                  </a:solidFill>
                </a:rPr>
                <a:t>3</a:t>
              </a:r>
            </a:p>
          </p:txBody>
        </p:sp>
        <p:sp>
          <p:nvSpPr>
            <p:cNvPr id="160" name="î$lîḑe">
              <a:extLst>
                <a:ext uri="{FF2B5EF4-FFF2-40B4-BE49-F238E27FC236}">
                  <a16:creationId xmlns:a16="http://schemas.microsoft.com/office/drawing/2014/main" id="{01B0FB24-B95A-13A1-DDBF-AB4790BECDC0}"/>
                </a:ext>
              </a:extLst>
            </p:cNvPr>
            <p:cNvSpPr/>
            <p:nvPr/>
          </p:nvSpPr>
          <p:spPr>
            <a:xfrm>
              <a:off x="7528090" y="2676525"/>
              <a:ext cx="631332" cy="631332"/>
            </a:xfrm>
            <a:prstGeom prst="ellipse">
              <a:avLst/>
            </a:prstGeom>
            <a:solidFill>
              <a:schemeClr val="bg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b" anchorCtr="0">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b="1" dirty="0">
                  <a:solidFill>
                    <a:schemeClr val="tx1"/>
                  </a:solidFill>
                </a:rPr>
                <a:t>2</a:t>
              </a:r>
            </a:p>
          </p:txBody>
        </p:sp>
      </p:grpSp>
      <p:sp>
        <p:nvSpPr>
          <p:cNvPr id="167" name="文本框 166">
            <a:extLst>
              <a:ext uri="{FF2B5EF4-FFF2-40B4-BE49-F238E27FC236}">
                <a16:creationId xmlns:a16="http://schemas.microsoft.com/office/drawing/2014/main" id="{94B10108-49C2-AA43-DD4A-93B73735E1EA}"/>
              </a:ext>
            </a:extLst>
          </p:cNvPr>
          <p:cNvSpPr txBox="1"/>
          <p:nvPr/>
        </p:nvSpPr>
        <p:spPr>
          <a:xfrm>
            <a:off x="873019" y="611369"/>
            <a:ext cx="9937288" cy="523220"/>
          </a:xfrm>
          <a:prstGeom prst="rect">
            <a:avLst/>
          </a:prstGeom>
          <a:noFill/>
        </p:spPr>
        <p:txBody>
          <a:bodyPr wrap="square" rtlCol="0">
            <a:spAutoFit/>
          </a:bodyPr>
          <a:lstStyle/>
          <a:p>
            <a:r>
              <a:rPr lang="zh-CN" altLang="en-US" sz="2800" dirty="0">
                <a:solidFill>
                  <a:schemeClr val="accent1"/>
                </a:solidFill>
              </a:rPr>
              <a:t>未来展望</a:t>
            </a:r>
            <a:endParaRPr lang="zh-CN" altLang="en-US" dirty="0"/>
          </a:p>
        </p:txBody>
      </p:sp>
    </p:spTree>
    <p:extLst>
      <p:ext uri="{BB962C8B-B14F-4D97-AF65-F5344CB8AC3E}">
        <p14:creationId xmlns:p14="http://schemas.microsoft.com/office/powerpoint/2010/main" val="1042263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ïṥlîḍé">
          <a:extLst>
            <a:ext uri="{FF2B5EF4-FFF2-40B4-BE49-F238E27FC236}">
              <a16:creationId xmlns:a16="http://schemas.microsoft.com/office/drawing/2014/main" id="{2923D857-A32A-7E48-BF64-99850720095C}"/>
            </a:ext>
          </a:extLst>
        </p:cNvPr>
        <p:cNvGrpSpPr/>
        <p:nvPr/>
      </p:nvGrpSpPr>
      <p:grpSpPr>
        <a:xfrm>
          <a:off x="0" y="0"/>
          <a:ext cx="0" cy="0"/>
          <a:chOff x="0" y="0"/>
          <a:chExt cx="0" cy="0"/>
        </a:xfrm>
      </p:grpSpPr>
      <p:sp>
        <p:nvSpPr>
          <p:cNvPr id="5" name="íṧļïḍê">
            <a:extLst>
              <a:ext uri="{FF2B5EF4-FFF2-40B4-BE49-F238E27FC236}">
                <a16:creationId xmlns:a16="http://schemas.microsoft.com/office/drawing/2014/main" id="{A7D44376-BA92-C122-448E-EDE2A03EDB15}"/>
              </a:ext>
            </a:extLst>
          </p:cNvPr>
          <p:cNvSpPr>
            <a:spLocks noGrp="1"/>
          </p:cNvSpPr>
          <p:nvPr>
            <p:ph type="title"/>
          </p:nvPr>
        </p:nvSpPr>
        <p:spPr>
          <a:xfrm>
            <a:off x="2141119" y="3139369"/>
            <a:ext cx="5419185" cy="895350"/>
          </a:xfrm>
        </p:spPr>
        <p:txBody>
          <a:bodyPr>
            <a:normAutofit/>
          </a:bodyPr>
          <a:lstStyle/>
          <a:p>
            <a:r>
              <a:rPr lang="zh-CN" altLang="en-US" sz="3200" dirty="0"/>
              <a:t>结语</a:t>
            </a:r>
          </a:p>
        </p:txBody>
      </p:sp>
      <p:sp>
        <p:nvSpPr>
          <p:cNvPr id="9" name="iŝ1ïdè">
            <a:extLst>
              <a:ext uri="{FF2B5EF4-FFF2-40B4-BE49-F238E27FC236}">
                <a16:creationId xmlns:a16="http://schemas.microsoft.com/office/drawing/2014/main" id="{A9B534D3-6B89-155C-B9AD-ABAE489BBF1D}"/>
              </a:ext>
            </a:extLst>
          </p:cNvPr>
          <p:cNvSpPr txBox="1"/>
          <p:nvPr/>
        </p:nvSpPr>
        <p:spPr>
          <a:xfrm>
            <a:off x="990884" y="3507599"/>
            <a:ext cx="901523" cy="814030"/>
          </a:xfrm>
          <a:prstGeom prst="rect">
            <a:avLst/>
          </a:prstGeom>
          <a:noFill/>
          <a:ln w="117475">
            <a:noFill/>
          </a:ln>
        </p:spPr>
        <p:txBody>
          <a:bodyPr wrap="none" rtlCol="0">
            <a:prstTxWarp prst="textPlain">
              <a:avLst/>
            </a:prstTxWarp>
            <a:spAutoFit/>
          </a:bodyPr>
          <a:lstStyle/>
          <a:p>
            <a:r>
              <a:rPr lang="en-US" altLang="zh-CN" b="1" spc="-150" dirty="0">
                <a:solidFill>
                  <a:schemeClr val="accent1"/>
                </a:solidFill>
                <a:latin typeface="+mj-ea"/>
                <a:ea typeface="+mj-ea"/>
                <a:cs typeface="Arial" panose="020B0604020202020204" pitchFamily="34" charset="0"/>
              </a:rPr>
              <a:t>04</a:t>
            </a:r>
            <a:endParaRPr lang="zh-CN" altLang="en-US" b="1" spc="-150" dirty="0">
              <a:solidFill>
                <a:schemeClr val="accent1"/>
              </a:solidFill>
              <a:latin typeface="+mj-ea"/>
              <a:ea typeface="+mj-ea"/>
              <a:cs typeface="Arial" panose="020B0604020202020204" pitchFamily="34" charset="0"/>
            </a:endParaRPr>
          </a:p>
        </p:txBody>
      </p:sp>
    </p:spTree>
    <p:extLst>
      <p:ext uri="{BB962C8B-B14F-4D97-AF65-F5344CB8AC3E}">
        <p14:creationId xmlns:p14="http://schemas.microsoft.com/office/powerpoint/2010/main" val="746254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išḷídê">
          <a:extLst>
            <a:ext uri="{FF2B5EF4-FFF2-40B4-BE49-F238E27FC236}">
              <a16:creationId xmlns:a16="http://schemas.microsoft.com/office/drawing/2014/main" id="{59CAFEBA-FEDE-A0CE-82B2-0F027FA89AFE}"/>
            </a:ext>
          </a:extLst>
        </p:cNvPr>
        <p:cNvGrpSpPr/>
        <p:nvPr/>
      </p:nvGrpSpPr>
      <p:grpSpPr>
        <a:xfrm>
          <a:off x="0" y="0"/>
          <a:ext cx="0" cy="0"/>
          <a:chOff x="0" y="0"/>
          <a:chExt cx="0" cy="0"/>
        </a:xfrm>
      </p:grpSpPr>
      <p:grpSp>
        <p:nvGrpSpPr>
          <p:cNvPr id="11" name="íṥlîde"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CC6AE91E-544F-FFED-A23E-8861F9E3DB89}"/>
              </a:ext>
            </a:extLst>
          </p:cNvPr>
          <p:cNvGrpSpPr>
            <a:grpSpLocks noChangeAspect="1"/>
          </p:cNvGrpSpPr>
          <p:nvPr>
            <p:custDataLst>
              <p:tags r:id="rId2"/>
            </p:custDataLst>
          </p:nvPr>
        </p:nvGrpSpPr>
        <p:grpSpPr>
          <a:xfrm>
            <a:off x="664866" y="1046801"/>
            <a:ext cx="10491592" cy="5050945"/>
            <a:chOff x="1071716" y="1247323"/>
            <a:chExt cx="10048568" cy="4837661"/>
          </a:xfrm>
          <a:solidFill>
            <a:schemeClr val="bg2">
              <a:alpha val="33000"/>
            </a:schemeClr>
          </a:solidFill>
        </p:grpSpPr>
        <p:sp>
          <p:nvSpPr>
            <p:cNvPr id="12" name="iṧ1ide">
              <a:extLst>
                <a:ext uri="{FF2B5EF4-FFF2-40B4-BE49-F238E27FC236}">
                  <a16:creationId xmlns:a16="http://schemas.microsoft.com/office/drawing/2014/main" id="{CAAE998E-C00E-A293-BC46-851F004582C2}"/>
                </a:ext>
              </a:extLst>
            </p:cNvPr>
            <p:cNvSpPr/>
            <p:nvPr/>
          </p:nvSpPr>
          <p:spPr>
            <a:xfrm>
              <a:off x="1071716" y="1560254"/>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grpFill/>
            <a:ln w="25400" cap="flat">
              <a:noFill/>
              <a:prstDash val="solid"/>
              <a:miter lim="400000"/>
            </a:ln>
            <a:effectLst/>
          </p:spPr>
          <p:txBody>
            <a:bodyPr anchor="ctr"/>
            <a:lstStyle/>
            <a:p>
              <a:pPr algn="ctr"/>
              <a:endParaRPr/>
            </a:p>
          </p:txBody>
        </p:sp>
        <p:sp>
          <p:nvSpPr>
            <p:cNvPr id="13" name="iṡlîdè">
              <a:extLst>
                <a:ext uri="{FF2B5EF4-FFF2-40B4-BE49-F238E27FC236}">
                  <a16:creationId xmlns:a16="http://schemas.microsoft.com/office/drawing/2014/main" id="{67016379-DD31-9267-9267-3123367871BA}"/>
                </a:ext>
              </a:extLst>
            </p:cNvPr>
            <p:cNvSpPr/>
            <p:nvPr/>
          </p:nvSpPr>
          <p:spPr>
            <a:xfrm>
              <a:off x="2659645" y="1473576"/>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grpFill/>
            <a:ln w="25400" cap="flat">
              <a:noFill/>
              <a:prstDash val="solid"/>
              <a:miter lim="400000"/>
            </a:ln>
            <a:effectLst/>
          </p:spPr>
          <p:txBody>
            <a:bodyPr anchor="ctr"/>
            <a:lstStyle/>
            <a:p>
              <a:pPr algn="ctr"/>
              <a:endParaRPr/>
            </a:p>
          </p:txBody>
        </p:sp>
        <p:sp>
          <p:nvSpPr>
            <p:cNvPr id="14" name="íşḷídé">
              <a:extLst>
                <a:ext uri="{FF2B5EF4-FFF2-40B4-BE49-F238E27FC236}">
                  <a16:creationId xmlns:a16="http://schemas.microsoft.com/office/drawing/2014/main" id="{43343839-6B9B-82E0-756D-547E27EF499D}"/>
                </a:ext>
              </a:extLst>
            </p:cNvPr>
            <p:cNvSpPr/>
            <p:nvPr/>
          </p:nvSpPr>
          <p:spPr>
            <a:xfrm>
              <a:off x="3184375" y="1615331"/>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grpFill/>
            <a:ln w="25400" cap="flat">
              <a:noFill/>
              <a:prstDash val="solid"/>
              <a:miter lim="400000"/>
            </a:ln>
            <a:effectLst/>
          </p:spPr>
          <p:txBody>
            <a:bodyPr anchor="ctr"/>
            <a:lstStyle/>
            <a:p>
              <a:pPr algn="ctr"/>
              <a:endParaRPr/>
            </a:p>
          </p:txBody>
        </p:sp>
        <p:sp>
          <p:nvSpPr>
            <p:cNvPr id="15" name="í$ľïdê">
              <a:extLst>
                <a:ext uri="{FF2B5EF4-FFF2-40B4-BE49-F238E27FC236}">
                  <a16:creationId xmlns:a16="http://schemas.microsoft.com/office/drawing/2014/main" id="{45E6CFF4-F1F0-8F7B-8498-56752F726A57}"/>
                </a:ext>
              </a:extLst>
            </p:cNvPr>
            <p:cNvSpPr/>
            <p:nvPr/>
          </p:nvSpPr>
          <p:spPr>
            <a:xfrm>
              <a:off x="3215588" y="1484505"/>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grpFill/>
            <a:ln w="25400" cap="flat">
              <a:noFill/>
              <a:prstDash val="solid"/>
              <a:miter lim="400000"/>
            </a:ln>
            <a:effectLst/>
          </p:spPr>
          <p:txBody>
            <a:bodyPr anchor="ctr"/>
            <a:lstStyle/>
            <a:p>
              <a:pPr algn="ctr"/>
              <a:endParaRPr/>
            </a:p>
          </p:txBody>
        </p:sp>
        <p:sp>
          <p:nvSpPr>
            <p:cNvPr id="16" name="íṣļîḑe">
              <a:extLst>
                <a:ext uri="{FF2B5EF4-FFF2-40B4-BE49-F238E27FC236}">
                  <a16:creationId xmlns:a16="http://schemas.microsoft.com/office/drawing/2014/main" id="{9BF2EA23-1809-2F44-AA97-3730EE914C3B}"/>
                </a:ext>
              </a:extLst>
            </p:cNvPr>
            <p:cNvSpPr/>
            <p:nvPr/>
          </p:nvSpPr>
          <p:spPr>
            <a:xfrm>
              <a:off x="3377772" y="1484037"/>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grpFill/>
            <a:ln w="25400" cap="flat">
              <a:noFill/>
              <a:prstDash val="solid"/>
              <a:miter lim="400000"/>
            </a:ln>
            <a:effectLst/>
          </p:spPr>
          <p:txBody>
            <a:bodyPr anchor="ctr"/>
            <a:lstStyle/>
            <a:p>
              <a:pPr algn="ctr"/>
              <a:endParaRPr/>
            </a:p>
          </p:txBody>
        </p:sp>
        <p:sp>
          <p:nvSpPr>
            <p:cNvPr id="17" name="ïṥ1ïḑé">
              <a:extLst>
                <a:ext uri="{FF2B5EF4-FFF2-40B4-BE49-F238E27FC236}">
                  <a16:creationId xmlns:a16="http://schemas.microsoft.com/office/drawing/2014/main" id="{68CFCB73-8234-D3E4-8AD7-068376408CBE}"/>
                </a:ext>
              </a:extLst>
            </p:cNvPr>
            <p:cNvSpPr/>
            <p:nvPr/>
          </p:nvSpPr>
          <p:spPr>
            <a:xfrm>
              <a:off x="3537340" y="1418200"/>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grpFill/>
            <a:ln w="25400" cap="flat">
              <a:noFill/>
              <a:prstDash val="solid"/>
              <a:miter lim="400000"/>
            </a:ln>
            <a:effectLst/>
          </p:spPr>
          <p:txBody>
            <a:bodyPr anchor="ctr"/>
            <a:lstStyle/>
            <a:p>
              <a:pPr algn="ctr"/>
              <a:endParaRPr/>
            </a:p>
          </p:txBody>
        </p:sp>
        <p:sp>
          <p:nvSpPr>
            <p:cNvPr id="18" name="îşḻiḑe">
              <a:extLst>
                <a:ext uri="{FF2B5EF4-FFF2-40B4-BE49-F238E27FC236}">
                  <a16:creationId xmlns:a16="http://schemas.microsoft.com/office/drawing/2014/main" id="{900F6AE9-0CD2-CA7B-246B-441E54B5CD7C}"/>
                </a:ext>
              </a:extLst>
            </p:cNvPr>
            <p:cNvSpPr/>
            <p:nvPr/>
          </p:nvSpPr>
          <p:spPr>
            <a:xfrm>
              <a:off x="3672980" y="1247323"/>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grpFill/>
            <a:ln w="25400" cap="flat">
              <a:noFill/>
              <a:prstDash val="solid"/>
              <a:miter lim="400000"/>
            </a:ln>
            <a:effectLst/>
          </p:spPr>
          <p:txBody>
            <a:bodyPr anchor="ctr"/>
            <a:lstStyle/>
            <a:p>
              <a:pPr algn="ctr"/>
              <a:endParaRPr/>
            </a:p>
          </p:txBody>
        </p:sp>
        <p:sp>
          <p:nvSpPr>
            <p:cNvPr id="19" name="îṥḻíďe">
              <a:extLst>
                <a:ext uri="{FF2B5EF4-FFF2-40B4-BE49-F238E27FC236}">
                  <a16:creationId xmlns:a16="http://schemas.microsoft.com/office/drawing/2014/main" id="{1F97EFC3-7460-E559-AD04-5261A3E7C3A2}"/>
                </a:ext>
              </a:extLst>
            </p:cNvPr>
            <p:cNvSpPr/>
            <p:nvPr/>
          </p:nvSpPr>
          <p:spPr>
            <a:xfrm>
              <a:off x="4072085" y="1252852"/>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grpFill/>
            <a:ln w="25400" cap="flat">
              <a:noFill/>
              <a:prstDash val="solid"/>
              <a:miter lim="400000"/>
            </a:ln>
            <a:effectLst/>
          </p:spPr>
          <p:txBody>
            <a:bodyPr anchor="ctr"/>
            <a:lstStyle/>
            <a:p>
              <a:pPr algn="ctr"/>
              <a:endParaRPr/>
            </a:p>
          </p:txBody>
        </p:sp>
        <p:sp>
          <p:nvSpPr>
            <p:cNvPr id="20" name="işľîḋê">
              <a:extLst>
                <a:ext uri="{FF2B5EF4-FFF2-40B4-BE49-F238E27FC236}">
                  <a16:creationId xmlns:a16="http://schemas.microsoft.com/office/drawing/2014/main" id="{D5AA85F7-945B-58EA-E583-16507F0B3D0B}"/>
                </a:ext>
              </a:extLst>
            </p:cNvPr>
            <p:cNvSpPr/>
            <p:nvPr/>
          </p:nvSpPr>
          <p:spPr>
            <a:xfrm>
              <a:off x="3479660" y="1494826"/>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grpFill/>
            <a:ln w="25400" cap="flat">
              <a:noFill/>
              <a:prstDash val="solid"/>
              <a:miter lim="400000"/>
            </a:ln>
            <a:effectLst/>
          </p:spPr>
          <p:txBody>
            <a:bodyPr anchor="ctr"/>
            <a:lstStyle/>
            <a:p>
              <a:pPr algn="ctr"/>
              <a:endParaRPr/>
            </a:p>
          </p:txBody>
        </p:sp>
        <p:sp>
          <p:nvSpPr>
            <p:cNvPr id="21" name="îśḷíďè">
              <a:extLst>
                <a:ext uri="{FF2B5EF4-FFF2-40B4-BE49-F238E27FC236}">
                  <a16:creationId xmlns:a16="http://schemas.microsoft.com/office/drawing/2014/main" id="{95CB0FE1-3CF9-8E43-2F5D-8B6C89635578}"/>
                </a:ext>
              </a:extLst>
            </p:cNvPr>
            <p:cNvSpPr/>
            <p:nvPr/>
          </p:nvSpPr>
          <p:spPr>
            <a:xfrm>
              <a:off x="3367978" y="1754955"/>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grpFill/>
            <a:ln w="25400" cap="flat">
              <a:noFill/>
              <a:prstDash val="solid"/>
              <a:miter lim="400000"/>
            </a:ln>
            <a:effectLst/>
          </p:spPr>
          <p:txBody>
            <a:bodyPr anchor="ctr"/>
            <a:lstStyle/>
            <a:p>
              <a:pPr algn="ctr"/>
              <a:endParaRPr/>
            </a:p>
          </p:txBody>
        </p:sp>
        <p:sp>
          <p:nvSpPr>
            <p:cNvPr id="22" name="îṥḷiḓè">
              <a:extLst>
                <a:ext uri="{FF2B5EF4-FFF2-40B4-BE49-F238E27FC236}">
                  <a16:creationId xmlns:a16="http://schemas.microsoft.com/office/drawing/2014/main" id="{3FC5B10E-3F02-3FDD-D321-D954750588A9}"/>
                </a:ext>
              </a:extLst>
            </p:cNvPr>
            <p:cNvSpPr/>
            <p:nvPr/>
          </p:nvSpPr>
          <p:spPr>
            <a:xfrm>
              <a:off x="3798219" y="2232769"/>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grpFill/>
            <a:ln w="25400" cap="flat">
              <a:noFill/>
              <a:prstDash val="solid"/>
              <a:miter lim="400000"/>
            </a:ln>
            <a:effectLst/>
          </p:spPr>
          <p:txBody>
            <a:bodyPr anchor="ctr"/>
            <a:lstStyle/>
            <a:p>
              <a:pPr algn="ctr"/>
              <a:endParaRPr/>
            </a:p>
          </p:txBody>
        </p:sp>
        <p:sp>
          <p:nvSpPr>
            <p:cNvPr id="23" name="iṥliďe">
              <a:extLst>
                <a:ext uri="{FF2B5EF4-FFF2-40B4-BE49-F238E27FC236}">
                  <a16:creationId xmlns:a16="http://schemas.microsoft.com/office/drawing/2014/main" id="{02FED06C-4939-6737-9573-ED6EC8DE5AF9}"/>
                </a:ext>
              </a:extLst>
            </p:cNvPr>
            <p:cNvSpPr/>
            <p:nvPr/>
          </p:nvSpPr>
          <p:spPr>
            <a:xfrm>
              <a:off x="3443720" y="2870076"/>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grpFill/>
            <a:ln w="25400" cap="flat">
              <a:noFill/>
              <a:prstDash val="solid"/>
              <a:miter lim="400000"/>
            </a:ln>
            <a:effectLst/>
          </p:spPr>
          <p:txBody>
            <a:bodyPr anchor="ctr"/>
            <a:lstStyle/>
            <a:p>
              <a:pPr algn="ctr"/>
              <a:endParaRPr/>
            </a:p>
          </p:txBody>
        </p:sp>
        <p:sp>
          <p:nvSpPr>
            <p:cNvPr id="24" name="î$ļídé">
              <a:extLst>
                <a:ext uri="{FF2B5EF4-FFF2-40B4-BE49-F238E27FC236}">
                  <a16:creationId xmlns:a16="http://schemas.microsoft.com/office/drawing/2014/main" id="{D396FDDD-7078-1F2E-65F6-2F2ACEB44312}"/>
                </a:ext>
              </a:extLst>
            </p:cNvPr>
            <p:cNvSpPr/>
            <p:nvPr/>
          </p:nvSpPr>
          <p:spPr>
            <a:xfrm>
              <a:off x="2721842" y="3238975"/>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grpFill/>
            <a:ln w="25400" cap="flat">
              <a:noFill/>
              <a:prstDash val="solid"/>
              <a:miter lim="400000"/>
            </a:ln>
            <a:effectLst/>
          </p:spPr>
          <p:txBody>
            <a:bodyPr anchor="ctr"/>
            <a:lstStyle/>
            <a:p>
              <a:pPr algn="ctr"/>
              <a:endParaRPr/>
            </a:p>
          </p:txBody>
        </p:sp>
        <p:sp>
          <p:nvSpPr>
            <p:cNvPr id="25" name="ïşļíḍé">
              <a:extLst>
                <a:ext uri="{FF2B5EF4-FFF2-40B4-BE49-F238E27FC236}">
                  <a16:creationId xmlns:a16="http://schemas.microsoft.com/office/drawing/2014/main" id="{4BC2E356-ED9C-D9E8-4415-D12A3F0F6EDB}"/>
                </a:ext>
              </a:extLst>
            </p:cNvPr>
            <p:cNvSpPr/>
            <p:nvPr/>
          </p:nvSpPr>
          <p:spPr>
            <a:xfrm>
              <a:off x="3014633" y="3360630"/>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grpFill/>
            <a:ln w="25400" cap="flat">
              <a:noFill/>
              <a:prstDash val="solid"/>
              <a:miter lim="400000"/>
            </a:ln>
            <a:effectLst/>
          </p:spPr>
          <p:txBody>
            <a:bodyPr anchor="ctr"/>
            <a:lstStyle/>
            <a:p>
              <a:pPr algn="ctr"/>
              <a:endParaRPr/>
            </a:p>
          </p:txBody>
        </p:sp>
        <p:sp>
          <p:nvSpPr>
            <p:cNvPr id="26" name="î$líḋè">
              <a:extLst>
                <a:ext uri="{FF2B5EF4-FFF2-40B4-BE49-F238E27FC236}">
                  <a16:creationId xmlns:a16="http://schemas.microsoft.com/office/drawing/2014/main" id="{1331E5F0-9978-B1B1-DE9C-5DC6E958608D}"/>
                </a:ext>
              </a:extLst>
            </p:cNvPr>
            <p:cNvSpPr/>
            <p:nvPr/>
          </p:nvSpPr>
          <p:spPr>
            <a:xfrm>
              <a:off x="2895033" y="3401778"/>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grpFill/>
            <a:ln w="25400" cap="flat">
              <a:noFill/>
              <a:prstDash val="solid"/>
              <a:miter lim="400000"/>
            </a:ln>
            <a:effectLst/>
          </p:spPr>
          <p:txBody>
            <a:bodyPr anchor="ctr"/>
            <a:lstStyle/>
            <a:p>
              <a:pPr algn="ctr"/>
              <a:endParaRPr/>
            </a:p>
          </p:txBody>
        </p:sp>
        <p:sp>
          <p:nvSpPr>
            <p:cNvPr id="27" name="ï$1îḑe">
              <a:extLst>
                <a:ext uri="{FF2B5EF4-FFF2-40B4-BE49-F238E27FC236}">
                  <a16:creationId xmlns:a16="http://schemas.microsoft.com/office/drawing/2014/main" id="{63FA3BC2-802E-AF6D-9989-4266369819DF}"/>
                </a:ext>
              </a:extLst>
            </p:cNvPr>
            <p:cNvSpPr/>
            <p:nvPr/>
          </p:nvSpPr>
          <p:spPr>
            <a:xfrm>
              <a:off x="3271035" y="3400703"/>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grpFill/>
            <a:ln w="25400" cap="flat">
              <a:noFill/>
              <a:prstDash val="solid"/>
              <a:miter lim="400000"/>
            </a:ln>
            <a:effectLst/>
          </p:spPr>
          <p:txBody>
            <a:bodyPr anchor="ctr"/>
            <a:lstStyle/>
            <a:p>
              <a:pPr algn="ctr"/>
              <a:endParaRPr/>
            </a:p>
          </p:txBody>
        </p:sp>
        <p:sp>
          <p:nvSpPr>
            <p:cNvPr id="28" name="iṥḻíḋè">
              <a:extLst>
                <a:ext uri="{FF2B5EF4-FFF2-40B4-BE49-F238E27FC236}">
                  <a16:creationId xmlns:a16="http://schemas.microsoft.com/office/drawing/2014/main" id="{3A54A771-F253-88AE-5398-6A3F709693FF}"/>
                </a:ext>
              </a:extLst>
            </p:cNvPr>
            <p:cNvSpPr/>
            <p:nvPr/>
          </p:nvSpPr>
          <p:spPr>
            <a:xfrm>
              <a:off x="3099915" y="3243765"/>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grpFill/>
            <a:ln w="25400" cap="flat">
              <a:noFill/>
              <a:prstDash val="solid"/>
              <a:miter lim="400000"/>
            </a:ln>
            <a:effectLst/>
          </p:spPr>
          <p:txBody>
            <a:bodyPr anchor="ctr"/>
            <a:lstStyle/>
            <a:p>
              <a:pPr algn="ctr"/>
              <a:endParaRPr/>
            </a:p>
          </p:txBody>
        </p:sp>
        <p:sp>
          <p:nvSpPr>
            <p:cNvPr id="29" name="ïš1íde">
              <a:extLst>
                <a:ext uri="{FF2B5EF4-FFF2-40B4-BE49-F238E27FC236}">
                  <a16:creationId xmlns:a16="http://schemas.microsoft.com/office/drawing/2014/main" id="{51893DE4-1031-6083-7625-EB66B5DE9AB8}"/>
                </a:ext>
              </a:extLst>
            </p:cNvPr>
            <p:cNvSpPr/>
            <p:nvPr/>
          </p:nvSpPr>
          <p:spPr>
            <a:xfrm>
              <a:off x="3040202" y="3273501"/>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grpFill/>
            <a:ln w="25400" cap="flat">
              <a:noFill/>
              <a:prstDash val="solid"/>
              <a:miter lim="400000"/>
            </a:ln>
            <a:effectLst/>
          </p:spPr>
          <p:txBody>
            <a:bodyPr anchor="ctr"/>
            <a:lstStyle/>
            <a:p>
              <a:pPr algn="ctr"/>
              <a:endParaRPr/>
            </a:p>
          </p:txBody>
        </p:sp>
        <p:sp>
          <p:nvSpPr>
            <p:cNvPr id="30" name="isliḋê">
              <a:extLst>
                <a:ext uri="{FF2B5EF4-FFF2-40B4-BE49-F238E27FC236}">
                  <a16:creationId xmlns:a16="http://schemas.microsoft.com/office/drawing/2014/main" id="{4C282F15-ACB2-DF70-55DD-DEA960DDC809}"/>
                </a:ext>
              </a:extLst>
            </p:cNvPr>
            <p:cNvSpPr/>
            <p:nvPr/>
          </p:nvSpPr>
          <p:spPr>
            <a:xfrm>
              <a:off x="2935381" y="3141153"/>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grpFill/>
            <a:ln w="25400" cap="flat">
              <a:noFill/>
              <a:prstDash val="solid"/>
              <a:miter lim="400000"/>
            </a:ln>
            <a:effectLst/>
          </p:spPr>
          <p:txBody>
            <a:bodyPr anchor="ctr"/>
            <a:lstStyle/>
            <a:p>
              <a:pPr algn="ctr"/>
              <a:endParaRPr/>
            </a:p>
          </p:txBody>
        </p:sp>
        <p:sp>
          <p:nvSpPr>
            <p:cNvPr id="31" name="îs1iḍè">
              <a:extLst>
                <a:ext uri="{FF2B5EF4-FFF2-40B4-BE49-F238E27FC236}">
                  <a16:creationId xmlns:a16="http://schemas.microsoft.com/office/drawing/2014/main" id="{CDD996AB-4CA2-1474-55A6-9D17D9CB4D2A}"/>
                </a:ext>
              </a:extLst>
            </p:cNvPr>
            <p:cNvSpPr/>
            <p:nvPr/>
          </p:nvSpPr>
          <p:spPr>
            <a:xfrm>
              <a:off x="2937717" y="3092070"/>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grpFill/>
            <a:ln w="25400" cap="flat">
              <a:noFill/>
              <a:prstDash val="solid"/>
              <a:miter lim="400000"/>
            </a:ln>
            <a:effectLst/>
          </p:spPr>
          <p:txBody>
            <a:bodyPr anchor="ctr"/>
            <a:lstStyle/>
            <a:p>
              <a:pPr algn="ctr"/>
              <a:endParaRPr/>
            </a:p>
          </p:txBody>
        </p:sp>
        <p:sp>
          <p:nvSpPr>
            <p:cNvPr id="32" name="iṧlïḍé">
              <a:extLst>
                <a:ext uri="{FF2B5EF4-FFF2-40B4-BE49-F238E27FC236}">
                  <a16:creationId xmlns:a16="http://schemas.microsoft.com/office/drawing/2014/main" id="{9F96BB2B-2466-A9A0-5A22-A2CBDE7034E2}"/>
                </a:ext>
              </a:extLst>
            </p:cNvPr>
            <p:cNvSpPr/>
            <p:nvPr/>
          </p:nvSpPr>
          <p:spPr>
            <a:xfrm>
              <a:off x="2983567" y="3093648"/>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grpFill/>
            <a:ln w="25400" cap="flat">
              <a:noFill/>
              <a:prstDash val="solid"/>
              <a:miter lim="400000"/>
            </a:ln>
            <a:effectLst/>
          </p:spPr>
          <p:txBody>
            <a:bodyPr anchor="ctr"/>
            <a:lstStyle/>
            <a:p>
              <a:pPr algn="ctr"/>
              <a:endParaRPr/>
            </a:p>
          </p:txBody>
        </p:sp>
        <p:sp>
          <p:nvSpPr>
            <p:cNvPr id="33" name="iSļîḋé">
              <a:extLst>
                <a:ext uri="{FF2B5EF4-FFF2-40B4-BE49-F238E27FC236}">
                  <a16:creationId xmlns:a16="http://schemas.microsoft.com/office/drawing/2014/main" id="{035F6C90-CFF7-A6C3-D2D1-E2164A8E36B2}"/>
                </a:ext>
              </a:extLst>
            </p:cNvPr>
            <p:cNvSpPr/>
            <p:nvPr/>
          </p:nvSpPr>
          <p:spPr>
            <a:xfrm>
              <a:off x="2959952" y="3134535"/>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grpFill/>
            <a:ln w="25400" cap="flat">
              <a:noFill/>
              <a:prstDash val="solid"/>
              <a:miter lim="400000"/>
            </a:ln>
            <a:effectLst/>
          </p:spPr>
          <p:txBody>
            <a:bodyPr anchor="ctr"/>
            <a:lstStyle/>
            <a:p>
              <a:pPr algn="ctr"/>
              <a:endParaRPr/>
            </a:p>
          </p:txBody>
        </p:sp>
        <p:sp>
          <p:nvSpPr>
            <p:cNvPr id="34" name="îṥḷíḑé">
              <a:extLst>
                <a:ext uri="{FF2B5EF4-FFF2-40B4-BE49-F238E27FC236}">
                  <a16:creationId xmlns:a16="http://schemas.microsoft.com/office/drawing/2014/main" id="{1490337D-76B0-65B9-5AD6-5B72786AB75C}"/>
                </a:ext>
              </a:extLst>
            </p:cNvPr>
            <p:cNvSpPr/>
            <p:nvPr/>
          </p:nvSpPr>
          <p:spPr>
            <a:xfrm>
              <a:off x="3029817" y="3184357"/>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grpFill/>
            <a:ln w="25400" cap="flat">
              <a:noFill/>
              <a:prstDash val="solid"/>
              <a:miter lim="400000"/>
            </a:ln>
            <a:effectLst/>
          </p:spPr>
          <p:txBody>
            <a:bodyPr anchor="ctr"/>
            <a:lstStyle/>
            <a:p>
              <a:pPr algn="ctr"/>
              <a:endParaRPr/>
            </a:p>
          </p:txBody>
        </p:sp>
        <p:sp>
          <p:nvSpPr>
            <p:cNvPr id="35" name="íṡ1ide">
              <a:extLst>
                <a:ext uri="{FF2B5EF4-FFF2-40B4-BE49-F238E27FC236}">
                  <a16:creationId xmlns:a16="http://schemas.microsoft.com/office/drawing/2014/main" id="{48386ED3-74B4-8219-BC0C-BE6995E075EE}"/>
                </a:ext>
              </a:extLst>
            </p:cNvPr>
            <p:cNvSpPr/>
            <p:nvPr/>
          </p:nvSpPr>
          <p:spPr>
            <a:xfrm>
              <a:off x="3034154" y="3223970"/>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grpFill/>
            <a:ln w="25400" cap="flat">
              <a:noFill/>
              <a:prstDash val="solid"/>
              <a:miter lim="400000"/>
            </a:ln>
            <a:effectLst/>
          </p:spPr>
          <p:txBody>
            <a:bodyPr anchor="ctr"/>
            <a:lstStyle/>
            <a:p>
              <a:pPr algn="ctr"/>
              <a:endParaRPr/>
            </a:p>
          </p:txBody>
        </p:sp>
        <p:sp>
          <p:nvSpPr>
            <p:cNvPr id="36" name="iŝḻíḓé">
              <a:extLst>
                <a:ext uri="{FF2B5EF4-FFF2-40B4-BE49-F238E27FC236}">
                  <a16:creationId xmlns:a16="http://schemas.microsoft.com/office/drawing/2014/main" id="{2B0AD888-DA67-A439-26DF-4C5FED9EE364}"/>
                </a:ext>
              </a:extLst>
            </p:cNvPr>
            <p:cNvSpPr/>
            <p:nvPr/>
          </p:nvSpPr>
          <p:spPr>
            <a:xfrm>
              <a:off x="2785378" y="3359199"/>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grpFill/>
            <a:ln w="25400" cap="flat">
              <a:noFill/>
              <a:prstDash val="solid"/>
              <a:miter lim="400000"/>
            </a:ln>
            <a:effectLst/>
          </p:spPr>
          <p:txBody>
            <a:bodyPr anchor="ctr"/>
            <a:lstStyle/>
            <a:p>
              <a:pPr algn="ctr"/>
              <a:endParaRPr/>
            </a:p>
          </p:txBody>
        </p:sp>
        <p:sp>
          <p:nvSpPr>
            <p:cNvPr id="37" name="ïS1íḋè">
              <a:extLst>
                <a:ext uri="{FF2B5EF4-FFF2-40B4-BE49-F238E27FC236}">
                  <a16:creationId xmlns:a16="http://schemas.microsoft.com/office/drawing/2014/main" id="{1C24884D-DABF-3DD6-4392-64C866205CAB}"/>
                </a:ext>
              </a:extLst>
            </p:cNvPr>
            <p:cNvSpPr/>
            <p:nvPr/>
          </p:nvSpPr>
          <p:spPr>
            <a:xfrm>
              <a:off x="3344267" y="3394292"/>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grpFill/>
            <a:ln w="25400" cap="flat">
              <a:noFill/>
              <a:prstDash val="solid"/>
              <a:miter lim="400000"/>
            </a:ln>
            <a:effectLst/>
          </p:spPr>
          <p:txBody>
            <a:bodyPr anchor="ctr"/>
            <a:lstStyle/>
            <a:p>
              <a:pPr algn="ctr"/>
              <a:endParaRPr/>
            </a:p>
          </p:txBody>
        </p:sp>
        <p:sp>
          <p:nvSpPr>
            <p:cNvPr id="38" name="işļíḋê">
              <a:extLst>
                <a:ext uri="{FF2B5EF4-FFF2-40B4-BE49-F238E27FC236}">
                  <a16:creationId xmlns:a16="http://schemas.microsoft.com/office/drawing/2014/main" id="{428D52A7-E3CC-5F87-943D-E11829E49843}"/>
                </a:ext>
              </a:extLst>
            </p:cNvPr>
            <p:cNvSpPr/>
            <p:nvPr/>
          </p:nvSpPr>
          <p:spPr>
            <a:xfrm>
              <a:off x="3331641" y="3425859"/>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grpFill/>
            <a:ln w="25400" cap="flat">
              <a:noFill/>
              <a:prstDash val="solid"/>
              <a:miter lim="400000"/>
            </a:ln>
            <a:effectLst/>
          </p:spPr>
          <p:txBody>
            <a:bodyPr anchor="ctr"/>
            <a:lstStyle/>
            <a:p>
              <a:pPr algn="ctr"/>
              <a:endParaRPr/>
            </a:p>
          </p:txBody>
        </p:sp>
        <p:sp>
          <p:nvSpPr>
            <p:cNvPr id="39" name="îṥḻîḍê">
              <a:extLst>
                <a:ext uri="{FF2B5EF4-FFF2-40B4-BE49-F238E27FC236}">
                  <a16:creationId xmlns:a16="http://schemas.microsoft.com/office/drawing/2014/main" id="{A6EC55CE-F616-E92F-EB10-247073253516}"/>
                </a:ext>
              </a:extLst>
            </p:cNvPr>
            <p:cNvSpPr/>
            <p:nvPr/>
          </p:nvSpPr>
          <p:spPr>
            <a:xfrm>
              <a:off x="3393321" y="3447981"/>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grpFill/>
            <a:ln w="25400" cap="flat">
              <a:noFill/>
              <a:prstDash val="solid"/>
              <a:miter lim="400000"/>
            </a:ln>
            <a:effectLst/>
          </p:spPr>
          <p:txBody>
            <a:bodyPr anchor="ctr"/>
            <a:lstStyle/>
            <a:p>
              <a:pPr algn="ctr"/>
              <a:endParaRPr/>
            </a:p>
          </p:txBody>
        </p:sp>
        <p:sp>
          <p:nvSpPr>
            <p:cNvPr id="40" name="iṩļíḓe">
              <a:extLst>
                <a:ext uri="{FF2B5EF4-FFF2-40B4-BE49-F238E27FC236}">
                  <a16:creationId xmlns:a16="http://schemas.microsoft.com/office/drawing/2014/main" id="{56ACF66A-FE36-C929-FAAB-FA747ABDCD90}"/>
                </a:ext>
              </a:extLst>
            </p:cNvPr>
            <p:cNvSpPr/>
            <p:nvPr/>
          </p:nvSpPr>
          <p:spPr>
            <a:xfrm>
              <a:off x="3434240" y="3430336"/>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grpFill/>
            <a:ln w="25400" cap="flat">
              <a:noFill/>
              <a:prstDash val="solid"/>
              <a:miter lim="400000"/>
            </a:ln>
            <a:effectLst/>
          </p:spPr>
          <p:txBody>
            <a:bodyPr anchor="ctr"/>
            <a:lstStyle/>
            <a:p>
              <a:pPr algn="ctr"/>
              <a:endParaRPr/>
            </a:p>
          </p:txBody>
        </p:sp>
        <p:sp>
          <p:nvSpPr>
            <p:cNvPr id="41" name="íşḷiḓé">
              <a:extLst>
                <a:ext uri="{FF2B5EF4-FFF2-40B4-BE49-F238E27FC236}">
                  <a16:creationId xmlns:a16="http://schemas.microsoft.com/office/drawing/2014/main" id="{B38450E8-352B-BE51-3501-CBC9D97DA678}"/>
                </a:ext>
              </a:extLst>
            </p:cNvPr>
            <p:cNvSpPr/>
            <p:nvPr/>
          </p:nvSpPr>
          <p:spPr>
            <a:xfrm>
              <a:off x="3386807" y="340124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grpFill/>
            <a:ln w="25400" cap="flat">
              <a:noFill/>
              <a:prstDash val="solid"/>
              <a:miter lim="400000"/>
            </a:ln>
            <a:effectLst/>
          </p:spPr>
          <p:txBody>
            <a:bodyPr anchor="ctr"/>
            <a:lstStyle/>
            <a:p>
              <a:pPr algn="ctr"/>
              <a:endParaRPr/>
            </a:p>
          </p:txBody>
        </p:sp>
        <p:sp>
          <p:nvSpPr>
            <p:cNvPr id="42" name="ïŝliḑe">
              <a:extLst>
                <a:ext uri="{FF2B5EF4-FFF2-40B4-BE49-F238E27FC236}">
                  <a16:creationId xmlns:a16="http://schemas.microsoft.com/office/drawing/2014/main" id="{C2625C4C-FF59-176F-F9EA-8911E0371AF0}"/>
                </a:ext>
              </a:extLst>
            </p:cNvPr>
            <p:cNvSpPr/>
            <p:nvPr/>
          </p:nvSpPr>
          <p:spPr>
            <a:xfrm>
              <a:off x="3471329" y="3432447"/>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grpFill/>
            <a:ln w="25400" cap="flat">
              <a:noFill/>
              <a:prstDash val="solid"/>
              <a:miter lim="400000"/>
            </a:ln>
            <a:effectLst/>
          </p:spPr>
          <p:txBody>
            <a:bodyPr anchor="ctr"/>
            <a:lstStyle/>
            <a:p>
              <a:pPr algn="ctr"/>
              <a:endParaRPr/>
            </a:p>
          </p:txBody>
        </p:sp>
        <p:sp>
          <p:nvSpPr>
            <p:cNvPr id="43" name="îṡlídé">
              <a:extLst>
                <a:ext uri="{FF2B5EF4-FFF2-40B4-BE49-F238E27FC236}">
                  <a16:creationId xmlns:a16="http://schemas.microsoft.com/office/drawing/2014/main" id="{9025408E-9CF6-4692-8AC3-74834A1C3D04}"/>
                </a:ext>
              </a:extLst>
            </p:cNvPr>
            <p:cNvSpPr/>
            <p:nvPr/>
          </p:nvSpPr>
          <p:spPr>
            <a:xfrm>
              <a:off x="3444546" y="347094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grpFill/>
            <a:ln w="25400" cap="flat">
              <a:noFill/>
              <a:prstDash val="solid"/>
              <a:miter lim="400000"/>
            </a:ln>
            <a:effectLst/>
          </p:spPr>
          <p:txBody>
            <a:bodyPr anchor="ctr"/>
            <a:lstStyle/>
            <a:p>
              <a:pPr algn="ctr"/>
              <a:endParaRPr/>
            </a:p>
          </p:txBody>
        </p:sp>
        <p:sp>
          <p:nvSpPr>
            <p:cNvPr id="44" name="iS1iḓé">
              <a:extLst>
                <a:ext uri="{FF2B5EF4-FFF2-40B4-BE49-F238E27FC236}">
                  <a16:creationId xmlns:a16="http://schemas.microsoft.com/office/drawing/2014/main" id="{1779EC3F-EFCE-642C-C466-BCDC4CAC1317}"/>
                </a:ext>
              </a:extLst>
            </p:cNvPr>
            <p:cNvSpPr/>
            <p:nvPr/>
          </p:nvSpPr>
          <p:spPr>
            <a:xfrm>
              <a:off x="3474836" y="3472701"/>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grpFill/>
            <a:ln w="25400" cap="flat">
              <a:noFill/>
              <a:prstDash val="solid"/>
              <a:miter lim="400000"/>
            </a:ln>
            <a:effectLst/>
          </p:spPr>
          <p:txBody>
            <a:bodyPr anchor="ctr"/>
            <a:lstStyle/>
            <a:p>
              <a:pPr algn="ctr"/>
              <a:endParaRPr/>
            </a:p>
          </p:txBody>
        </p:sp>
        <p:sp>
          <p:nvSpPr>
            <p:cNvPr id="45" name="iṥlidè">
              <a:extLst>
                <a:ext uri="{FF2B5EF4-FFF2-40B4-BE49-F238E27FC236}">
                  <a16:creationId xmlns:a16="http://schemas.microsoft.com/office/drawing/2014/main" id="{B7BE6575-CA56-61D0-8143-4DC91E30DF76}"/>
                </a:ext>
              </a:extLst>
            </p:cNvPr>
            <p:cNvSpPr/>
            <p:nvPr/>
          </p:nvSpPr>
          <p:spPr>
            <a:xfrm>
              <a:off x="3486460" y="3511833"/>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grpFill/>
            <a:ln w="25400" cap="flat">
              <a:noFill/>
              <a:prstDash val="solid"/>
              <a:miter lim="400000"/>
            </a:ln>
            <a:effectLst/>
          </p:spPr>
          <p:txBody>
            <a:bodyPr anchor="ctr"/>
            <a:lstStyle/>
            <a:p>
              <a:pPr algn="ctr"/>
              <a:endParaRPr/>
            </a:p>
          </p:txBody>
        </p:sp>
        <p:sp>
          <p:nvSpPr>
            <p:cNvPr id="46" name="ïṥlïdè">
              <a:extLst>
                <a:ext uri="{FF2B5EF4-FFF2-40B4-BE49-F238E27FC236}">
                  <a16:creationId xmlns:a16="http://schemas.microsoft.com/office/drawing/2014/main" id="{6A291A6C-A80F-31AB-D939-C58745CDC8D5}"/>
                </a:ext>
              </a:extLst>
            </p:cNvPr>
            <p:cNvSpPr/>
            <p:nvPr/>
          </p:nvSpPr>
          <p:spPr>
            <a:xfrm>
              <a:off x="3201743" y="3611230"/>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grpFill/>
            <a:ln w="25400" cap="flat">
              <a:noFill/>
              <a:prstDash val="solid"/>
              <a:miter lim="400000"/>
            </a:ln>
            <a:effectLst/>
          </p:spPr>
          <p:txBody>
            <a:bodyPr anchor="ctr"/>
            <a:lstStyle/>
            <a:p>
              <a:pPr algn="ctr"/>
              <a:endParaRPr/>
            </a:p>
          </p:txBody>
        </p:sp>
        <p:sp>
          <p:nvSpPr>
            <p:cNvPr id="47" name="ïşlïḓé">
              <a:extLst>
                <a:ext uri="{FF2B5EF4-FFF2-40B4-BE49-F238E27FC236}">
                  <a16:creationId xmlns:a16="http://schemas.microsoft.com/office/drawing/2014/main" id="{CA28498F-927E-E598-64A6-4B618C24EDF3}"/>
                </a:ext>
              </a:extLst>
            </p:cNvPr>
            <p:cNvSpPr/>
            <p:nvPr/>
          </p:nvSpPr>
          <p:spPr>
            <a:xfrm>
              <a:off x="3163762" y="3609243"/>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grpFill/>
            <a:ln w="25400" cap="flat">
              <a:noFill/>
              <a:prstDash val="solid"/>
              <a:miter lim="400000"/>
            </a:ln>
            <a:effectLst/>
          </p:spPr>
          <p:txBody>
            <a:bodyPr anchor="ctr"/>
            <a:lstStyle/>
            <a:p>
              <a:pPr algn="ctr"/>
              <a:endParaRPr/>
            </a:p>
          </p:txBody>
        </p:sp>
        <p:sp>
          <p:nvSpPr>
            <p:cNvPr id="48" name="ïṥḻïde">
              <a:extLst>
                <a:ext uri="{FF2B5EF4-FFF2-40B4-BE49-F238E27FC236}">
                  <a16:creationId xmlns:a16="http://schemas.microsoft.com/office/drawing/2014/main" id="{503F1A21-7805-43A2-085B-73F29E7B3D1D}"/>
                </a:ext>
              </a:extLst>
            </p:cNvPr>
            <p:cNvSpPr/>
            <p:nvPr/>
          </p:nvSpPr>
          <p:spPr>
            <a:xfrm>
              <a:off x="3499270" y="3543405"/>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grpFill/>
            <a:ln w="25400" cap="flat">
              <a:noFill/>
              <a:prstDash val="solid"/>
              <a:miter lim="400000"/>
            </a:ln>
            <a:effectLst/>
          </p:spPr>
          <p:txBody>
            <a:bodyPr anchor="ctr"/>
            <a:lstStyle/>
            <a:p>
              <a:pPr algn="ctr"/>
              <a:endParaRPr/>
            </a:p>
          </p:txBody>
        </p:sp>
        <p:sp>
          <p:nvSpPr>
            <p:cNvPr id="49" name="íšľiḍé">
              <a:extLst>
                <a:ext uri="{FF2B5EF4-FFF2-40B4-BE49-F238E27FC236}">
                  <a16:creationId xmlns:a16="http://schemas.microsoft.com/office/drawing/2014/main" id="{A309207F-5FD6-2E69-F2A1-62DA91A8EAD5}"/>
                </a:ext>
              </a:extLst>
            </p:cNvPr>
            <p:cNvSpPr/>
            <p:nvPr/>
          </p:nvSpPr>
          <p:spPr>
            <a:xfrm>
              <a:off x="3477190" y="3573359"/>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grpFill/>
            <a:ln w="25400" cap="flat">
              <a:noFill/>
              <a:prstDash val="solid"/>
              <a:miter lim="400000"/>
            </a:ln>
            <a:effectLst/>
          </p:spPr>
          <p:txBody>
            <a:bodyPr anchor="ctr"/>
            <a:lstStyle/>
            <a:p>
              <a:pPr algn="ctr"/>
              <a:endParaRPr/>
            </a:p>
          </p:txBody>
        </p:sp>
        <p:sp>
          <p:nvSpPr>
            <p:cNvPr id="50" name="i$liďe">
              <a:extLst>
                <a:ext uri="{FF2B5EF4-FFF2-40B4-BE49-F238E27FC236}">
                  <a16:creationId xmlns:a16="http://schemas.microsoft.com/office/drawing/2014/main" id="{ABA463EC-4F84-3245-6316-9FF7846FB39D}"/>
                </a:ext>
              </a:extLst>
            </p:cNvPr>
            <p:cNvSpPr/>
            <p:nvPr/>
          </p:nvSpPr>
          <p:spPr>
            <a:xfrm>
              <a:off x="3463227" y="3603633"/>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grpFill/>
            <a:ln w="25400" cap="flat">
              <a:noFill/>
              <a:prstDash val="solid"/>
              <a:miter lim="400000"/>
            </a:ln>
            <a:effectLst/>
          </p:spPr>
          <p:txBody>
            <a:bodyPr anchor="ctr"/>
            <a:lstStyle/>
            <a:p>
              <a:pPr algn="ctr"/>
              <a:endParaRPr/>
            </a:p>
          </p:txBody>
        </p:sp>
        <p:sp>
          <p:nvSpPr>
            <p:cNvPr id="51" name="íṣļïde">
              <a:extLst>
                <a:ext uri="{FF2B5EF4-FFF2-40B4-BE49-F238E27FC236}">
                  <a16:creationId xmlns:a16="http://schemas.microsoft.com/office/drawing/2014/main" id="{822C6EA3-C681-19E2-9815-644C37987BAE}"/>
                </a:ext>
              </a:extLst>
            </p:cNvPr>
            <p:cNvSpPr/>
            <p:nvPr/>
          </p:nvSpPr>
          <p:spPr>
            <a:xfrm>
              <a:off x="3443086" y="3638761"/>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grpFill/>
            <a:ln w="25400" cap="flat">
              <a:noFill/>
              <a:prstDash val="solid"/>
              <a:miter lim="400000"/>
            </a:ln>
            <a:effectLst/>
          </p:spPr>
          <p:txBody>
            <a:bodyPr anchor="ctr"/>
            <a:lstStyle/>
            <a:p>
              <a:pPr algn="ctr"/>
              <a:endParaRPr/>
            </a:p>
          </p:txBody>
        </p:sp>
        <p:sp>
          <p:nvSpPr>
            <p:cNvPr id="52" name="ïŝlïḍe">
              <a:extLst>
                <a:ext uri="{FF2B5EF4-FFF2-40B4-BE49-F238E27FC236}">
                  <a16:creationId xmlns:a16="http://schemas.microsoft.com/office/drawing/2014/main" id="{55C69BE5-FFDA-05DE-E233-1256FC20DE08}"/>
                </a:ext>
              </a:extLst>
            </p:cNvPr>
            <p:cNvSpPr/>
            <p:nvPr/>
          </p:nvSpPr>
          <p:spPr>
            <a:xfrm>
              <a:off x="3429659" y="3689387"/>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grpFill/>
            <a:ln w="25400" cap="flat">
              <a:noFill/>
              <a:prstDash val="solid"/>
              <a:miter lim="400000"/>
            </a:ln>
            <a:effectLst/>
          </p:spPr>
          <p:txBody>
            <a:bodyPr anchor="ctr"/>
            <a:lstStyle/>
            <a:p>
              <a:pPr algn="ctr"/>
              <a:endParaRPr/>
            </a:p>
          </p:txBody>
        </p:sp>
        <p:sp>
          <p:nvSpPr>
            <p:cNvPr id="53" name="íśľíḍe">
              <a:extLst>
                <a:ext uri="{FF2B5EF4-FFF2-40B4-BE49-F238E27FC236}">
                  <a16:creationId xmlns:a16="http://schemas.microsoft.com/office/drawing/2014/main" id="{1F106E34-0D43-1FE0-3162-8B6F43A4166E}"/>
                </a:ext>
              </a:extLst>
            </p:cNvPr>
            <p:cNvSpPr/>
            <p:nvPr/>
          </p:nvSpPr>
          <p:spPr>
            <a:xfrm>
              <a:off x="3541688" y="3591732"/>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grpFill/>
            <a:ln w="25400" cap="flat">
              <a:noFill/>
              <a:prstDash val="solid"/>
              <a:miter lim="400000"/>
            </a:ln>
            <a:effectLst/>
          </p:spPr>
          <p:txBody>
            <a:bodyPr anchor="ctr"/>
            <a:lstStyle/>
            <a:p>
              <a:pPr algn="ctr"/>
              <a:endParaRPr/>
            </a:p>
          </p:txBody>
        </p:sp>
        <p:sp>
          <p:nvSpPr>
            <p:cNvPr id="54" name="îṡļiḑè">
              <a:extLst>
                <a:ext uri="{FF2B5EF4-FFF2-40B4-BE49-F238E27FC236}">
                  <a16:creationId xmlns:a16="http://schemas.microsoft.com/office/drawing/2014/main" id="{521CC87D-BD15-DE9F-4954-1514135156A9}"/>
                </a:ext>
              </a:extLst>
            </p:cNvPr>
            <p:cNvSpPr/>
            <p:nvPr/>
          </p:nvSpPr>
          <p:spPr>
            <a:xfrm>
              <a:off x="3470588" y="3663018"/>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grpFill/>
            <a:ln w="25400" cap="flat">
              <a:noFill/>
              <a:prstDash val="solid"/>
              <a:miter lim="400000"/>
            </a:ln>
            <a:effectLst/>
          </p:spPr>
          <p:txBody>
            <a:bodyPr anchor="ctr"/>
            <a:lstStyle/>
            <a:p>
              <a:pPr algn="ctr"/>
              <a:endParaRPr/>
            </a:p>
          </p:txBody>
        </p:sp>
        <p:sp>
          <p:nvSpPr>
            <p:cNvPr id="55" name="iş1îďê">
              <a:extLst>
                <a:ext uri="{FF2B5EF4-FFF2-40B4-BE49-F238E27FC236}">
                  <a16:creationId xmlns:a16="http://schemas.microsoft.com/office/drawing/2014/main" id="{DCBD5318-4994-A032-0D40-754FFB018FD6}"/>
                </a:ext>
              </a:extLst>
            </p:cNvPr>
            <p:cNvSpPr/>
            <p:nvPr/>
          </p:nvSpPr>
          <p:spPr>
            <a:xfrm>
              <a:off x="1825926" y="2244407"/>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grpFill/>
            <a:ln w="25400" cap="flat">
              <a:noFill/>
              <a:prstDash val="solid"/>
              <a:miter lim="400000"/>
            </a:ln>
            <a:effectLst/>
          </p:spPr>
          <p:txBody>
            <a:bodyPr anchor="ctr"/>
            <a:lstStyle/>
            <a:p>
              <a:pPr algn="ctr"/>
              <a:endParaRPr/>
            </a:p>
          </p:txBody>
        </p:sp>
        <p:sp>
          <p:nvSpPr>
            <p:cNvPr id="56" name="iṣḻïḍe">
              <a:extLst>
                <a:ext uri="{FF2B5EF4-FFF2-40B4-BE49-F238E27FC236}">
                  <a16:creationId xmlns:a16="http://schemas.microsoft.com/office/drawing/2014/main" id="{C6D0BAAD-3FD7-18A5-5660-BE26FAE2CA1C}"/>
                </a:ext>
              </a:extLst>
            </p:cNvPr>
            <p:cNvSpPr/>
            <p:nvPr/>
          </p:nvSpPr>
          <p:spPr>
            <a:xfrm>
              <a:off x="1823323" y="2056804"/>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grpFill/>
            <a:ln w="25400" cap="flat">
              <a:noFill/>
              <a:prstDash val="solid"/>
              <a:miter lim="400000"/>
            </a:ln>
            <a:effectLst/>
          </p:spPr>
          <p:txBody>
            <a:bodyPr anchor="ctr"/>
            <a:lstStyle/>
            <a:p>
              <a:pPr algn="ctr"/>
              <a:endParaRPr/>
            </a:p>
          </p:txBody>
        </p:sp>
        <p:sp>
          <p:nvSpPr>
            <p:cNvPr id="57" name="išľïďè">
              <a:extLst>
                <a:ext uri="{FF2B5EF4-FFF2-40B4-BE49-F238E27FC236}">
                  <a16:creationId xmlns:a16="http://schemas.microsoft.com/office/drawing/2014/main" id="{AEE6CF29-994F-7158-0CF0-D1FF43947F16}"/>
                </a:ext>
              </a:extLst>
            </p:cNvPr>
            <p:cNvSpPr/>
            <p:nvPr/>
          </p:nvSpPr>
          <p:spPr>
            <a:xfrm>
              <a:off x="1819244" y="2000935"/>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grpFill/>
            <a:ln w="25400" cap="flat">
              <a:noFill/>
              <a:prstDash val="solid"/>
              <a:miter lim="400000"/>
            </a:ln>
            <a:effectLst/>
          </p:spPr>
          <p:txBody>
            <a:bodyPr anchor="ctr"/>
            <a:lstStyle/>
            <a:p>
              <a:pPr algn="ctr"/>
              <a:endParaRPr/>
            </a:p>
          </p:txBody>
        </p:sp>
        <p:sp>
          <p:nvSpPr>
            <p:cNvPr id="58" name="îṥľiḑe">
              <a:extLst>
                <a:ext uri="{FF2B5EF4-FFF2-40B4-BE49-F238E27FC236}">
                  <a16:creationId xmlns:a16="http://schemas.microsoft.com/office/drawing/2014/main" id="{DBA5185A-64CA-CC8A-D51D-C33C9D5C8580}"/>
                </a:ext>
              </a:extLst>
            </p:cNvPr>
            <p:cNvSpPr/>
            <p:nvPr/>
          </p:nvSpPr>
          <p:spPr>
            <a:xfrm>
              <a:off x="1856174" y="2020886"/>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grpFill/>
            <a:ln w="25400" cap="flat">
              <a:noFill/>
              <a:prstDash val="solid"/>
              <a:miter lim="400000"/>
            </a:ln>
            <a:effectLst/>
          </p:spPr>
          <p:txBody>
            <a:bodyPr anchor="ctr"/>
            <a:lstStyle/>
            <a:p>
              <a:pPr algn="ctr"/>
              <a:endParaRPr/>
            </a:p>
          </p:txBody>
        </p:sp>
        <p:sp>
          <p:nvSpPr>
            <p:cNvPr id="59" name="íṥḷiḑé">
              <a:extLst>
                <a:ext uri="{FF2B5EF4-FFF2-40B4-BE49-F238E27FC236}">
                  <a16:creationId xmlns:a16="http://schemas.microsoft.com/office/drawing/2014/main" id="{8B17E644-91F3-05F6-5914-2E0F97186D59}"/>
                </a:ext>
              </a:extLst>
            </p:cNvPr>
            <p:cNvSpPr/>
            <p:nvPr/>
          </p:nvSpPr>
          <p:spPr>
            <a:xfrm>
              <a:off x="1296107" y="1987859"/>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grpFill/>
            <a:ln w="25400" cap="flat">
              <a:noFill/>
              <a:prstDash val="solid"/>
              <a:miter lim="400000"/>
            </a:ln>
            <a:effectLst/>
          </p:spPr>
          <p:txBody>
            <a:bodyPr anchor="ctr"/>
            <a:lstStyle/>
            <a:p>
              <a:pPr algn="ctr"/>
              <a:endParaRPr/>
            </a:p>
          </p:txBody>
        </p:sp>
        <p:sp>
          <p:nvSpPr>
            <p:cNvPr id="60" name="î$1íďe">
              <a:extLst>
                <a:ext uri="{FF2B5EF4-FFF2-40B4-BE49-F238E27FC236}">
                  <a16:creationId xmlns:a16="http://schemas.microsoft.com/office/drawing/2014/main" id="{D058F955-00F6-EDBF-3F10-CD2F1456B493}"/>
                </a:ext>
              </a:extLst>
            </p:cNvPr>
            <p:cNvSpPr/>
            <p:nvPr/>
          </p:nvSpPr>
          <p:spPr>
            <a:xfrm>
              <a:off x="2777576" y="3634434"/>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grpFill/>
            <a:ln w="25400" cap="flat">
              <a:noFill/>
              <a:prstDash val="solid"/>
              <a:miter lim="400000"/>
            </a:ln>
            <a:effectLst/>
          </p:spPr>
          <p:txBody>
            <a:bodyPr anchor="ctr"/>
            <a:lstStyle/>
            <a:p>
              <a:pPr algn="ctr"/>
              <a:endParaRPr/>
            </a:p>
          </p:txBody>
        </p:sp>
        <p:sp>
          <p:nvSpPr>
            <p:cNvPr id="61" name="i$ḷíḓê">
              <a:extLst>
                <a:ext uri="{FF2B5EF4-FFF2-40B4-BE49-F238E27FC236}">
                  <a16:creationId xmlns:a16="http://schemas.microsoft.com/office/drawing/2014/main" id="{67177A83-C67B-2829-4A9C-46F59A968C74}"/>
                </a:ext>
              </a:extLst>
            </p:cNvPr>
            <p:cNvSpPr/>
            <p:nvPr/>
          </p:nvSpPr>
          <p:spPr>
            <a:xfrm>
              <a:off x="3559421" y="5995142"/>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grpFill/>
            <a:ln w="25400" cap="flat">
              <a:noFill/>
              <a:prstDash val="solid"/>
              <a:miter lim="400000"/>
            </a:ln>
            <a:effectLst/>
          </p:spPr>
          <p:txBody>
            <a:bodyPr anchor="ctr"/>
            <a:lstStyle/>
            <a:p>
              <a:pPr algn="ctr"/>
              <a:endParaRPr/>
            </a:p>
          </p:txBody>
        </p:sp>
        <p:sp>
          <p:nvSpPr>
            <p:cNvPr id="62" name="iṡḻíḍè">
              <a:extLst>
                <a:ext uri="{FF2B5EF4-FFF2-40B4-BE49-F238E27FC236}">
                  <a16:creationId xmlns:a16="http://schemas.microsoft.com/office/drawing/2014/main" id="{5D766D77-47F1-2016-8B9E-47502D412EBB}"/>
                </a:ext>
              </a:extLst>
            </p:cNvPr>
            <p:cNvSpPr/>
            <p:nvPr/>
          </p:nvSpPr>
          <p:spPr>
            <a:xfrm>
              <a:off x="3768642" y="5937250"/>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grpFill/>
            <a:ln w="25400" cap="flat">
              <a:noFill/>
              <a:prstDash val="solid"/>
              <a:miter lim="400000"/>
            </a:ln>
            <a:effectLst/>
          </p:spPr>
          <p:txBody>
            <a:bodyPr anchor="ctr"/>
            <a:lstStyle/>
            <a:p>
              <a:pPr algn="ctr"/>
              <a:endParaRPr/>
            </a:p>
          </p:txBody>
        </p:sp>
        <p:sp>
          <p:nvSpPr>
            <p:cNvPr id="63" name="îŝľiḑe">
              <a:extLst>
                <a:ext uri="{FF2B5EF4-FFF2-40B4-BE49-F238E27FC236}">
                  <a16:creationId xmlns:a16="http://schemas.microsoft.com/office/drawing/2014/main" id="{1C20B27C-032F-7B60-3B48-6BA315AB4D02}"/>
                </a:ext>
              </a:extLst>
            </p:cNvPr>
            <p:cNvSpPr/>
            <p:nvPr/>
          </p:nvSpPr>
          <p:spPr>
            <a:xfrm>
              <a:off x="4951705" y="2729160"/>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grpFill/>
            <a:ln w="25400" cap="flat">
              <a:noFill/>
              <a:prstDash val="solid"/>
              <a:miter lim="400000"/>
            </a:ln>
            <a:effectLst/>
          </p:spPr>
          <p:txBody>
            <a:bodyPr anchor="ctr"/>
            <a:lstStyle/>
            <a:p>
              <a:pPr algn="ctr"/>
              <a:endParaRPr/>
            </a:p>
          </p:txBody>
        </p:sp>
        <p:sp>
          <p:nvSpPr>
            <p:cNvPr id="64" name="ïṧľïḍè">
              <a:extLst>
                <a:ext uri="{FF2B5EF4-FFF2-40B4-BE49-F238E27FC236}">
                  <a16:creationId xmlns:a16="http://schemas.microsoft.com/office/drawing/2014/main" id="{521F74E7-FA5C-B7F8-8303-6EB57457C353}"/>
                </a:ext>
              </a:extLst>
            </p:cNvPr>
            <p:cNvSpPr/>
            <p:nvPr/>
          </p:nvSpPr>
          <p:spPr>
            <a:xfrm>
              <a:off x="7392962" y="4263491"/>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grpFill/>
            <a:ln w="25400" cap="flat">
              <a:noFill/>
              <a:prstDash val="solid"/>
              <a:miter lim="400000"/>
            </a:ln>
            <a:effectLst/>
          </p:spPr>
          <p:txBody>
            <a:bodyPr anchor="ctr"/>
            <a:lstStyle/>
            <a:p>
              <a:pPr algn="ctr"/>
              <a:endParaRPr/>
            </a:p>
          </p:txBody>
        </p:sp>
        <p:sp>
          <p:nvSpPr>
            <p:cNvPr id="65" name="is1íḋe">
              <a:extLst>
                <a:ext uri="{FF2B5EF4-FFF2-40B4-BE49-F238E27FC236}">
                  <a16:creationId xmlns:a16="http://schemas.microsoft.com/office/drawing/2014/main" id="{16C02FFF-925E-ECAC-6A82-FD7EAA49A9FD}"/>
                </a:ext>
              </a:extLst>
            </p:cNvPr>
            <p:cNvSpPr/>
            <p:nvPr/>
          </p:nvSpPr>
          <p:spPr>
            <a:xfrm>
              <a:off x="6950702" y="4538501"/>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grpFill/>
            <a:ln w="25400" cap="flat">
              <a:noFill/>
              <a:prstDash val="solid"/>
              <a:miter lim="400000"/>
            </a:ln>
            <a:effectLst/>
          </p:spPr>
          <p:txBody>
            <a:bodyPr anchor="ctr"/>
            <a:lstStyle/>
            <a:p>
              <a:pPr algn="ctr"/>
              <a:endParaRPr/>
            </a:p>
          </p:txBody>
        </p:sp>
        <p:sp>
          <p:nvSpPr>
            <p:cNvPr id="66" name="ïṧ1íḓé">
              <a:extLst>
                <a:ext uri="{FF2B5EF4-FFF2-40B4-BE49-F238E27FC236}">
                  <a16:creationId xmlns:a16="http://schemas.microsoft.com/office/drawing/2014/main" id="{8383BC16-421D-3976-04FC-B3B9DFD33635}"/>
                </a:ext>
              </a:extLst>
            </p:cNvPr>
            <p:cNvSpPr/>
            <p:nvPr/>
          </p:nvSpPr>
          <p:spPr>
            <a:xfrm>
              <a:off x="7015877" y="4582107"/>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grpFill/>
            <a:ln w="25400" cap="flat">
              <a:noFill/>
              <a:prstDash val="solid"/>
              <a:miter lim="400000"/>
            </a:ln>
            <a:effectLst/>
          </p:spPr>
          <p:txBody>
            <a:bodyPr anchor="ctr"/>
            <a:lstStyle/>
            <a:p>
              <a:pPr algn="ctr"/>
              <a:endParaRPr/>
            </a:p>
          </p:txBody>
        </p:sp>
        <p:sp>
          <p:nvSpPr>
            <p:cNvPr id="67" name="î$ḷîde">
              <a:extLst>
                <a:ext uri="{FF2B5EF4-FFF2-40B4-BE49-F238E27FC236}">
                  <a16:creationId xmlns:a16="http://schemas.microsoft.com/office/drawing/2014/main" id="{E6B83168-228F-086D-0F87-F71232BE1EA4}"/>
                </a:ext>
              </a:extLst>
            </p:cNvPr>
            <p:cNvSpPr/>
            <p:nvPr/>
          </p:nvSpPr>
          <p:spPr>
            <a:xfrm>
              <a:off x="6990181" y="4542570"/>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grpFill/>
            <a:ln w="25400" cap="flat">
              <a:noFill/>
              <a:prstDash val="solid"/>
              <a:miter lim="400000"/>
            </a:ln>
            <a:effectLst/>
          </p:spPr>
          <p:txBody>
            <a:bodyPr anchor="ctr"/>
            <a:lstStyle/>
            <a:p>
              <a:pPr algn="ctr"/>
              <a:endParaRPr/>
            </a:p>
          </p:txBody>
        </p:sp>
        <p:sp>
          <p:nvSpPr>
            <p:cNvPr id="68" name="íš1íḋê">
              <a:extLst>
                <a:ext uri="{FF2B5EF4-FFF2-40B4-BE49-F238E27FC236}">
                  <a16:creationId xmlns:a16="http://schemas.microsoft.com/office/drawing/2014/main" id="{512BC0E2-E6CB-3FF2-4FAB-F19CDED58285}"/>
                </a:ext>
              </a:extLst>
            </p:cNvPr>
            <p:cNvSpPr/>
            <p:nvPr/>
          </p:nvSpPr>
          <p:spPr>
            <a:xfrm>
              <a:off x="6964606" y="4555580"/>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grpFill/>
            <a:ln w="25400" cap="flat">
              <a:noFill/>
              <a:prstDash val="solid"/>
              <a:miter lim="400000"/>
            </a:ln>
            <a:effectLst/>
          </p:spPr>
          <p:txBody>
            <a:bodyPr anchor="ctr"/>
            <a:lstStyle/>
            <a:p>
              <a:pPr algn="ctr"/>
              <a:endParaRPr/>
            </a:p>
          </p:txBody>
        </p:sp>
        <p:sp>
          <p:nvSpPr>
            <p:cNvPr id="69" name="iṩļïḍe">
              <a:extLst>
                <a:ext uri="{FF2B5EF4-FFF2-40B4-BE49-F238E27FC236}">
                  <a16:creationId xmlns:a16="http://schemas.microsoft.com/office/drawing/2014/main" id="{928AC018-520F-2768-30DC-3BB6C57AACA0}"/>
                </a:ext>
              </a:extLst>
            </p:cNvPr>
            <p:cNvSpPr/>
            <p:nvPr/>
          </p:nvSpPr>
          <p:spPr>
            <a:xfrm>
              <a:off x="6946134" y="4515244"/>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grpFill/>
            <a:ln w="25400" cap="flat">
              <a:noFill/>
              <a:prstDash val="solid"/>
              <a:miter lim="400000"/>
            </a:ln>
            <a:effectLst/>
          </p:spPr>
          <p:txBody>
            <a:bodyPr anchor="ctr"/>
            <a:lstStyle/>
            <a:p>
              <a:pPr algn="ctr"/>
              <a:endParaRPr/>
            </a:p>
          </p:txBody>
        </p:sp>
        <p:sp>
          <p:nvSpPr>
            <p:cNvPr id="70" name="îSḻîḍé">
              <a:extLst>
                <a:ext uri="{FF2B5EF4-FFF2-40B4-BE49-F238E27FC236}">
                  <a16:creationId xmlns:a16="http://schemas.microsoft.com/office/drawing/2014/main" id="{A80C5419-039A-8A79-FD91-B91242F81035}"/>
                </a:ext>
              </a:extLst>
            </p:cNvPr>
            <p:cNvSpPr/>
            <p:nvPr/>
          </p:nvSpPr>
          <p:spPr>
            <a:xfrm>
              <a:off x="7355849" y="4831107"/>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grpFill/>
            <a:ln w="25400" cap="flat">
              <a:noFill/>
              <a:prstDash val="solid"/>
              <a:miter lim="400000"/>
            </a:ln>
            <a:effectLst/>
          </p:spPr>
          <p:txBody>
            <a:bodyPr anchor="ctr"/>
            <a:lstStyle/>
            <a:p>
              <a:pPr algn="ctr"/>
              <a:endParaRPr/>
            </a:p>
          </p:txBody>
        </p:sp>
        <p:sp>
          <p:nvSpPr>
            <p:cNvPr id="71" name="ïṧ1îḍé">
              <a:extLst>
                <a:ext uri="{FF2B5EF4-FFF2-40B4-BE49-F238E27FC236}">
                  <a16:creationId xmlns:a16="http://schemas.microsoft.com/office/drawing/2014/main" id="{18EEDB40-60C0-A199-BD14-9B258487B1DF}"/>
                </a:ext>
              </a:extLst>
            </p:cNvPr>
            <p:cNvSpPr/>
            <p:nvPr/>
          </p:nvSpPr>
          <p:spPr>
            <a:xfrm>
              <a:off x="7418815" y="4803555"/>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grpFill/>
            <a:ln w="25400" cap="flat">
              <a:noFill/>
              <a:prstDash val="solid"/>
              <a:miter lim="400000"/>
            </a:ln>
            <a:effectLst/>
          </p:spPr>
          <p:txBody>
            <a:bodyPr anchor="ctr"/>
            <a:lstStyle/>
            <a:p>
              <a:pPr algn="ctr"/>
              <a:endParaRPr/>
            </a:p>
          </p:txBody>
        </p:sp>
        <p:sp>
          <p:nvSpPr>
            <p:cNvPr id="72" name="íśḻîḓè">
              <a:extLst>
                <a:ext uri="{FF2B5EF4-FFF2-40B4-BE49-F238E27FC236}">
                  <a16:creationId xmlns:a16="http://schemas.microsoft.com/office/drawing/2014/main" id="{F33774E9-059B-F40B-E9AC-587DBAE38B18}"/>
                </a:ext>
              </a:extLst>
            </p:cNvPr>
            <p:cNvSpPr/>
            <p:nvPr/>
          </p:nvSpPr>
          <p:spPr>
            <a:xfrm>
              <a:off x="5322768" y="4656828"/>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grpFill/>
            <a:ln w="25400" cap="flat">
              <a:noFill/>
              <a:prstDash val="solid"/>
              <a:miter lim="400000"/>
            </a:ln>
            <a:effectLst/>
          </p:spPr>
          <p:txBody>
            <a:bodyPr anchor="ctr"/>
            <a:lstStyle/>
            <a:p>
              <a:pPr algn="ctr"/>
              <a:endParaRPr/>
            </a:p>
          </p:txBody>
        </p:sp>
        <p:sp>
          <p:nvSpPr>
            <p:cNvPr id="73" name="íṡḷiḓè">
              <a:extLst>
                <a:ext uri="{FF2B5EF4-FFF2-40B4-BE49-F238E27FC236}">
                  <a16:creationId xmlns:a16="http://schemas.microsoft.com/office/drawing/2014/main" id="{3A14D0A5-DBB5-FF4F-1BD3-41A6BB7E67CC}"/>
                </a:ext>
              </a:extLst>
            </p:cNvPr>
            <p:cNvSpPr/>
            <p:nvPr/>
          </p:nvSpPr>
          <p:spPr>
            <a:xfrm>
              <a:off x="5724659" y="4042992"/>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grpFill/>
            <a:ln w="25400" cap="flat">
              <a:noFill/>
              <a:prstDash val="solid"/>
              <a:miter lim="400000"/>
            </a:ln>
            <a:effectLst/>
          </p:spPr>
          <p:txBody>
            <a:bodyPr anchor="ctr"/>
            <a:lstStyle/>
            <a:p>
              <a:pPr algn="ctr"/>
              <a:endParaRPr/>
            </a:p>
          </p:txBody>
        </p:sp>
        <p:sp>
          <p:nvSpPr>
            <p:cNvPr id="74" name="iṧḷídê">
              <a:extLst>
                <a:ext uri="{FF2B5EF4-FFF2-40B4-BE49-F238E27FC236}">
                  <a16:creationId xmlns:a16="http://schemas.microsoft.com/office/drawing/2014/main" id="{6CAB95C2-DEA9-1673-4DC3-1205455631DB}"/>
                </a:ext>
              </a:extLst>
            </p:cNvPr>
            <p:cNvSpPr/>
            <p:nvPr/>
          </p:nvSpPr>
          <p:spPr>
            <a:xfrm>
              <a:off x="5797850" y="3949493"/>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grpFill/>
            <a:ln w="25400" cap="flat">
              <a:noFill/>
              <a:prstDash val="solid"/>
              <a:miter lim="400000"/>
            </a:ln>
            <a:effectLst/>
          </p:spPr>
          <p:txBody>
            <a:bodyPr anchor="ctr"/>
            <a:lstStyle/>
            <a:p>
              <a:pPr algn="ctr"/>
              <a:endParaRPr/>
            </a:p>
          </p:txBody>
        </p:sp>
        <p:sp>
          <p:nvSpPr>
            <p:cNvPr id="75" name="îSľiḓê">
              <a:extLst>
                <a:ext uri="{FF2B5EF4-FFF2-40B4-BE49-F238E27FC236}">
                  <a16:creationId xmlns:a16="http://schemas.microsoft.com/office/drawing/2014/main" id="{9FADAC69-03F8-6E1D-B1C5-38492D9EF2C2}"/>
                </a:ext>
              </a:extLst>
            </p:cNvPr>
            <p:cNvSpPr/>
            <p:nvPr/>
          </p:nvSpPr>
          <p:spPr>
            <a:xfrm>
              <a:off x="5771093" y="400730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grpFill/>
            <a:ln w="25400" cap="flat">
              <a:noFill/>
              <a:prstDash val="solid"/>
              <a:miter lim="400000"/>
            </a:ln>
            <a:effectLst/>
          </p:spPr>
          <p:txBody>
            <a:bodyPr anchor="ctr"/>
            <a:lstStyle/>
            <a:p>
              <a:pPr algn="ctr"/>
              <a:endParaRPr/>
            </a:p>
          </p:txBody>
        </p:sp>
        <p:sp>
          <p:nvSpPr>
            <p:cNvPr id="76" name="ïSḻiḓe">
              <a:extLst>
                <a:ext uri="{FF2B5EF4-FFF2-40B4-BE49-F238E27FC236}">
                  <a16:creationId xmlns:a16="http://schemas.microsoft.com/office/drawing/2014/main" id="{B565FA55-BD7E-18F5-8780-FD5092438742}"/>
                </a:ext>
              </a:extLst>
            </p:cNvPr>
            <p:cNvSpPr/>
            <p:nvPr/>
          </p:nvSpPr>
          <p:spPr>
            <a:xfrm>
              <a:off x="4744799" y="3515700"/>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grpFill/>
            <a:ln w="25400" cap="flat">
              <a:noFill/>
              <a:prstDash val="solid"/>
              <a:miter lim="400000"/>
            </a:ln>
            <a:effectLst/>
          </p:spPr>
          <p:txBody>
            <a:bodyPr anchor="ctr"/>
            <a:lstStyle/>
            <a:p>
              <a:pPr algn="ctr"/>
              <a:endParaRPr/>
            </a:p>
          </p:txBody>
        </p:sp>
        <p:sp>
          <p:nvSpPr>
            <p:cNvPr id="77" name="iṥļíďê">
              <a:extLst>
                <a:ext uri="{FF2B5EF4-FFF2-40B4-BE49-F238E27FC236}">
                  <a16:creationId xmlns:a16="http://schemas.microsoft.com/office/drawing/2014/main" id="{F471E214-D11E-97A6-F837-95FD0E2E39AD}"/>
                </a:ext>
              </a:extLst>
            </p:cNvPr>
            <p:cNvSpPr/>
            <p:nvPr/>
          </p:nvSpPr>
          <p:spPr>
            <a:xfrm>
              <a:off x="4718288" y="3519867"/>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grpFill/>
            <a:ln w="25400" cap="flat">
              <a:noFill/>
              <a:prstDash val="solid"/>
              <a:miter lim="400000"/>
            </a:ln>
            <a:effectLst/>
          </p:spPr>
          <p:txBody>
            <a:bodyPr anchor="ctr"/>
            <a:lstStyle/>
            <a:p>
              <a:pPr algn="ctr"/>
              <a:endParaRPr/>
            </a:p>
          </p:txBody>
        </p:sp>
        <p:sp>
          <p:nvSpPr>
            <p:cNvPr id="78" name="ïṥḷíḑê">
              <a:extLst>
                <a:ext uri="{FF2B5EF4-FFF2-40B4-BE49-F238E27FC236}">
                  <a16:creationId xmlns:a16="http://schemas.microsoft.com/office/drawing/2014/main" id="{9F2EC366-6EF0-1737-C6B7-2BB81760B90B}"/>
                </a:ext>
              </a:extLst>
            </p:cNvPr>
            <p:cNvSpPr/>
            <p:nvPr/>
          </p:nvSpPr>
          <p:spPr>
            <a:xfrm>
              <a:off x="4711539" y="347850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grpFill/>
            <a:ln w="25400" cap="flat">
              <a:noFill/>
              <a:prstDash val="solid"/>
              <a:miter lim="400000"/>
            </a:ln>
            <a:effectLst/>
          </p:spPr>
          <p:txBody>
            <a:bodyPr anchor="ctr"/>
            <a:lstStyle/>
            <a:p>
              <a:pPr algn="ctr"/>
              <a:endParaRPr/>
            </a:p>
          </p:txBody>
        </p:sp>
        <p:sp>
          <p:nvSpPr>
            <p:cNvPr id="79" name="iṥľíḋé">
              <a:extLst>
                <a:ext uri="{FF2B5EF4-FFF2-40B4-BE49-F238E27FC236}">
                  <a16:creationId xmlns:a16="http://schemas.microsoft.com/office/drawing/2014/main" id="{E29CB28F-62C1-184B-8812-4E0F2D73D6BD}"/>
                </a:ext>
              </a:extLst>
            </p:cNvPr>
            <p:cNvSpPr/>
            <p:nvPr/>
          </p:nvSpPr>
          <p:spPr>
            <a:xfrm>
              <a:off x="4753604" y="348042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grpFill/>
            <a:ln w="25400" cap="flat">
              <a:noFill/>
              <a:prstDash val="solid"/>
              <a:miter lim="400000"/>
            </a:ln>
            <a:effectLst/>
          </p:spPr>
          <p:txBody>
            <a:bodyPr anchor="ctr"/>
            <a:lstStyle/>
            <a:p>
              <a:pPr algn="ctr"/>
              <a:endParaRPr/>
            </a:p>
          </p:txBody>
        </p:sp>
        <p:sp>
          <p:nvSpPr>
            <p:cNvPr id="80" name="ïṩḷidè">
              <a:extLst>
                <a:ext uri="{FF2B5EF4-FFF2-40B4-BE49-F238E27FC236}">
                  <a16:creationId xmlns:a16="http://schemas.microsoft.com/office/drawing/2014/main" id="{9CFECFA7-67C2-8173-EB55-3AC90A25DF77}"/>
                </a:ext>
              </a:extLst>
            </p:cNvPr>
            <p:cNvSpPr/>
            <p:nvPr/>
          </p:nvSpPr>
          <p:spPr>
            <a:xfrm>
              <a:off x="4664619" y="3447009"/>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grpFill/>
            <a:ln w="25400" cap="flat">
              <a:noFill/>
              <a:prstDash val="solid"/>
              <a:miter lim="400000"/>
            </a:ln>
            <a:effectLst/>
          </p:spPr>
          <p:txBody>
            <a:bodyPr anchor="ctr"/>
            <a:lstStyle/>
            <a:p>
              <a:pPr algn="ctr"/>
              <a:endParaRPr/>
            </a:p>
          </p:txBody>
        </p:sp>
        <p:sp>
          <p:nvSpPr>
            <p:cNvPr id="81" name="iṡļiḓé">
              <a:extLst>
                <a:ext uri="{FF2B5EF4-FFF2-40B4-BE49-F238E27FC236}">
                  <a16:creationId xmlns:a16="http://schemas.microsoft.com/office/drawing/2014/main" id="{926AAE55-5A84-7972-1EDE-9748C71F386E}"/>
                </a:ext>
              </a:extLst>
            </p:cNvPr>
            <p:cNvSpPr/>
            <p:nvPr/>
          </p:nvSpPr>
          <p:spPr>
            <a:xfrm>
              <a:off x="6355015" y="1385657"/>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grpFill/>
            <a:ln w="25400" cap="flat">
              <a:noFill/>
              <a:prstDash val="solid"/>
              <a:miter lim="400000"/>
            </a:ln>
            <a:effectLst/>
          </p:spPr>
          <p:txBody>
            <a:bodyPr anchor="ctr"/>
            <a:lstStyle/>
            <a:p>
              <a:pPr algn="ctr"/>
              <a:endParaRPr dirty="0"/>
            </a:p>
          </p:txBody>
        </p:sp>
        <p:sp>
          <p:nvSpPr>
            <p:cNvPr id="82" name="íṡļîde">
              <a:extLst>
                <a:ext uri="{FF2B5EF4-FFF2-40B4-BE49-F238E27FC236}">
                  <a16:creationId xmlns:a16="http://schemas.microsoft.com/office/drawing/2014/main" id="{B52CA84B-F51F-3B2E-F968-E70D31919132}"/>
                </a:ext>
              </a:extLst>
            </p:cNvPr>
            <p:cNvSpPr/>
            <p:nvPr/>
          </p:nvSpPr>
          <p:spPr>
            <a:xfrm>
              <a:off x="7558388" y="1310558"/>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grpFill/>
            <a:ln w="25400" cap="flat">
              <a:noFill/>
              <a:prstDash val="solid"/>
              <a:miter lim="400000"/>
            </a:ln>
            <a:effectLst/>
          </p:spPr>
          <p:txBody>
            <a:bodyPr anchor="ctr"/>
            <a:lstStyle/>
            <a:p>
              <a:pPr algn="ctr"/>
              <a:endParaRPr/>
            </a:p>
          </p:txBody>
        </p:sp>
        <p:sp>
          <p:nvSpPr>
            <p:cNvPr id="83" name="ïṧḻïḍé">
              <a:extLst>
                <a:ext uri="{FF2B5EF4-FFF2-40B4-BE49-F238E27FC236}">
                  <a16:creationId xmlns:a16="http://schemas.microsoft.com/office/drawing/2014/main" id="{D1432D1D-3221-85AE-4FCC-9CD6675B4391}"/>
                </a:ext>
              </a:extLst>
            </p:cNvPr>
            <p:cNvSpPr/>
            <p:nvPr/>
          </p:nvSpPr>
          <p:spPr>
            <a:xfrm>
              <a:off x="9628653" y="2148074"/>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grpFill/>
            <a:ln w="25400" cap="flat">
              <a:noFill/>
              <a:prstDash val="solid"/>
              <a:miter lim="400000"/>
            </a:ln>
            <a:effectLst/>
          </p:spPr>
          <p:txBody>
            <a:bodyPr anchor="ctr"/>
            <a:lstStyle/>
            <a:p>
              <a:pPr algn="ctr"/>
              <a:endParaRPr/>
            </a:p>
          </p:txBody>
        </p:sp>
        <p:sp>
          <p:nvSpPr>
            <p:cNvPr id="84" name="i$ľîḓe">
              <a:extLst>
                <a:ext uri="{FF2B5EF4-FFF2-40B4-BE49-F238E27FC236}">
                  <a16:creationId xmlns:a16="http://schemas.microsoft.com/office/drawing/2014/main" id="{025B3055-26B8-B117-740C-E55A6695C9FD}"/>
                </a:ext>
              </a:extLst>
            </p:cNvPr>
            <p:cNvSpPr/>
            <p:nvPr/>
          </p:nvSpPr>
          <p:spPr>
            <a:xfrm>
              <a:off x="9834882" y="2436351"/>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grpFill/>
            <a:ln w="25400" cap="flat">
              <a:noFill/>
              <a:prstDash val="solid"/>
              <a:miter lim="400000"/>
            </a:ln>
            <a:effectLst/>
          </p:spPr>
          <p:txBody>
            <a:bodyPr anchor="ctr"/>
            <a:lstStyle/>
            <a:p>
              <a:pPr algn="ctr"/>
              <a:endParaRPr/>
            </a:p>
          </p:txBody>
        </p:sp>
        <p:sp>
          <p:nvSpPr>
            <p:cNvPr id="85" name="íṩḷidè">
              <a:extLst>
                <a:ext uri="{FF2B5EF4-FFF2-40B4-BE49-F238E27FC236}">
                  <a16:creationId xmlns:a16="http://schemas.microsoft.com/office/drawing/2014/main" id="{A335F20B-2ED1-88BF-3AB9-DF18D940617B}"/>
                </a:ext>
              </a:extLst>
            </p:cNvPr>
            <p:cNvSpPr/>
            <p:nvPr/>
          </p:nvSpPr>
          <p:spPr>
            <a:xfrm>
              <a:off x="9716338" y="2591817"/>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grpFill/>
            <a:ln w="25400" cap="flat">
              <a:noFill/>
              <a:prstDash val="solid"/>
              <a:miter lim="400000"/>
            </a:ln>
            <a:effectLst/>
          </p:spPr>
          <p:txBody>
            <a:bodyPr anchor="ctr"/>
            <a:lstStyle/>
            <a:p>
              <a:pPr algn="ctr"/>
              <a:endParaRPr/>
            </a:p>
          </p:txBody>
        </p:sp>
        <p:sp>
          <p:nvSpPr>
            <p:cNvPr id="86" name="îşľiḋé">
              <a:extLst>
                <a:ext uri="{FF2B5EF4-FFF2-40B4-BE49-F238E27FC236}">
                  <a16:creationId xmlns:a16="http://schemas.microsoft.com/office/drawing/2014/main" id="{95A8D44B-5F32-177C-1629-ADB77527E332}"/>
                </a:ext>
              </a:extLst>
            </p:cNvPr>
            <p:cNvSpPr/>
            <p:nvPr/>
          </p:nvSpPr>
          <p:spPr>
            <a:xfrm>
              <a:off x="9773896" y="2850018"/>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grpFill/>
            <a:ln w="25400" cap="flat">
              <a:noFill/>
              <a:prstDash val="solid"/>
              <a:miter lim="400000"/>
            </a:ln>
            <a:effectLst/>
          </p:spPr>
          <p:txBody>
            <a:bodyPr anchor="ctr"/>
            <a:lstStyle/>
            <a:p>
              <a:pPr algn="ctr"/>
              <a:endParaRPr/>
            </a:p>
          </p:txBody>
        </p:sp>
        <p:sp>
          <p:nvSpPr>
            <p:cNvPr id="87" name="íṧḷiďe">
              <a:extLst>
                <a:ext uri="{FF2B5EF4-FFF2-40B4-BE49-F238E27FC236}">
                  <a16:creationId xmlns:a16="http://schemas.microsoft.com/office/drawing/2014/main" id="{B837377C-BA27-199C-556D-BA645226745F}"/>
                </a:ext>
              </a:extLst>
            </p:cNvPr>
            <p:cNvSpPr/>
            <p:nvPr/>
          </p:nvSpPr>
          <p:spPr>
            <a:xfrm>
              <a:off x="9703522" y="2858648"/>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grpFill/>
            <a:ln w="25400" cap="flat">
              <a:noFill/>
              <a:prstDash val="solid"/>
              <a:miter lim="400000"/>
            </a:ln>
            <a:effectLst/>
          </p:spPr>
          <p:txBody>
            <a:bodyPr anchor="ctr"/>
            <a:lstStyle/>
            <a:p>
              <a:pPr algn="ctr"/>
              <a:endParaRPr/>
            </a:p>
          </p:txBody>
        </p:sp>
        <p:sp>
          <p:nvSpPr>
            <p:cNvPr id="88" name="íṣļíḍé">
              <a:extLst>
                <a:ext uri="{FF2B5EF4-FFF2-40B4-BE49-F238E27FC236}">
                  <a16:creationId xmlns:a16="http://schemas.microsoft.com/office/drawing/2014/main" id="{BAA83C81-0FE8-8225-28B0-62B9514FBF12}"/>
                </a:ext>
              </a:extLst>
            </p:cNvPr>
            <p:cNvSpPr/>
            <p:nvPr/>
          </p:nvSpPr>
          <p:spPr>
            <a:xfrm>
              <a:off x="9478424" y="3163043"/>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grpFill/>
            <a:ln w="25400" cap="flat">
              <a:noFill/>
              <a:prstDash val="solid"/>
              <a:miter lim="400000"/>
            </a:ln>
            <a:effectLst/>
          </p:spPr>
          <p:txBody>
            <a:bodyPr anchor="ctr"/>
            <a:lstStyle/>
            <a:p>
              <a:pPr algn="ctr"/>
              <a:endParaRPr/>
            </a:p>
          </p:txBody>
        </p:sp>
        <p:sp>
          <p:nvSpPr>
            <p:cNvPr id="89" name="ïS1idê">
              <a:extLst>
                <a:ext uri="{FF2B5EF4-FFF2-40B4-BE49-F238E27FC236}">
                  <a16:creationId xmlns:a16="http://schemas.microsoft.com/office/drawing/2014/main" id="{166B388B-4FA1-A19C-7649-2BB80D0F5945}"/>
                </a:ext>
              </a:extLst>
            </p:cNvPr>
            <p:cNvSpPr/>
            <p:nvPr/>
          </p:nvSpPr>
          <p:spPr>
            <a:xfrm>
              <a:off x="9135285" y="3359667"/>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grpFill/>
            <a:ln w="25400" cap="flat">
              <a:noFill/>
              <a:prstDash val="solid"/>
              <a:miter lim="400000"/>
            </a:ln>
            <a:effectLst/>
          </p:spPr>
          <p:txBody>
            <a:bodyPr anchor="ctr"/>
            <a:lstStyle/>
            <a:p>
              <a:pPr algn="ctr"/>
              <a:endParaRPr/>
            </a:p>
          </p:txBody>
        </p:sp>
        <p:sp>
          <p:nvSpPr>
            <p:cNvPr id="90" name="ïŝļîḓè">
              <a:extLst>
                <a:ext uri="{FF2B5EF4-FFF2-40B4-BE49-F238E27FC236}">
                  <a16:creationId xmlns:a16="http://schemas.microsoft.com/office/drawing/2014/main" id="{3D6339AD-F459-9707-6A4D-800F04785433}"/>
                </a:ext>
              </a:extLst>
            </p:cNvPr>
            <p:cNvSpPr/>
            <p:nvPr/>
          </p:nvSpPr>
          <p:spPr>
            <a:xfrm>
              <a:off x="9517257" y="3403769"/>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grpFill/>
            <a:ln w="25400" cap="flat">
              <a:noFill/>
              <a:prstDash val="solid"/>
              <a:miter lim="400000"/>
            </a:ln>
            <a:effectLst/>
          </p:spPr>
          <p:txBody>
            <a:bodyPr anchor="ctr"/>
            <a:lstStyle/>
            <a:p>
              <a:pPr algn="ctr"/>
              <a:endParaRPr/>
            </a:p>
          </p:txBody>
        </p:sp>
        <p:sp>
          <p:nvSpPr>
            <p:cNvPr id="91" name="ï$líde">
              <a:extLst>
                <a:ext uri="{FF2B5EF4-FFF2-40B4-BE49-F238E27FC236}">
                  <a16:creationId xmlns:a16="http://schemas.microsoft.com/office/drawing/2014/main" id="{77E26884-274F-686C-648F-459359BB9601}"/>
                </a:ext>
              </a:extLst>
            </p:cNvPr>
            <p:cNvSpPr/>
            <p:nvPr/>
          </p:nvSpPr>
          <p:spPr>
            <a:xfrm>
              <a:off x="9453604" y="3685864"/>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grpFill/>
            <a:ln w="25400" cap="flat">
              <a:noFill/>
              <a:prstDash val="solid"/>
              <a:miter lim="400000"/>
            </a:ln>
            <a:effectLst/>
          </p:spPr>
          <p:txBody>
            <a:bodyPr anchor="ctr"/>
            <a:lstStyle/>
            <a:p>
              <a:pPr algn="ctr"/>
              <a:endParaRPr/>
            </a:p>
          </p:txBody>
        </p:sp>
        <p:sp>
          <p:nvSpPr>
            <p:cNvPr id="92" name="îŝļíḑé">
              <a:extLst>
                <a:ext uri="{FF2B5EF4-FFF2-40B4-BE49-F238E27FC236}">
                  <a16:creationId xmlns:a16="http://schemas.microsoft.com/office/drawing/2014/main" id="{299D3407-CC3A-7996-8565-B4C6D061B406}"/>
                </a:ext>
              </a:extLst>
            </p:cNvPr>
            <p:cNvSpPr/>
            <p:nvPr/>
          </p:nvSpPr>
          <p:spPr>
            <a:xfrm>
              <a:off x="9553899" y="3604386"/>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grpFill/>
            <a:ln w="25400" cap="flat">
              <a:noFill/>
              <a:prstDash val="solid"/>
              <a:miter lim="400000"/>
            </a:ln>
            <a:effectLst/>
          </p:spPr>
          <p:txBody>
            <a:bodyPr anchor="ctr"/>
            <a:lstStyle/>
            <a:p>
              <a:pPr algn="ctr"/>
              <a:endParaRPr/>
            </a:p>
          </p:txBody>
        </p:sp>
        <p:sp>
          <p:nvSpPr>
            <p:cNvPr id="93" name="ïsliḋe">
              <a:extLst>
                <a:ext uri="{FF2B5EF4-FFF2-40B4-BE49-F238E27FC236}">
                  <a16:creationId xmlns:a16="http://schemas.microsoft.com/office/drawing/2014/main" id="{6C5B68D4-6004-E6B9-E040-76DB123469E0}"/>
                </a:ext>
              </a:extLst>
            </p:cNvPr>
            <p:cNvSpPr/>
            <p:nvPr/>
          </p:nvSpPr>
          <p:spPr>
            <a:xfrm>
              <a:off x="9690104" y="3635830"/>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grpFill/>
            <a:ln w="25400" cap="flat">
              <a:noFill/>
              <a:prstDash val="solid"/>
              <a:miter lim="400000"/>
            </a:ln>
            <a:effectLst/>
          </p:spPr>
          <p:txBody>
            <a:bodyPr anchor="ctr"/>
            <a:lstStyle/>
            <a:p>
              <a:pPr algn="ctr"/>
              <a:endParaRPr/>
            </a:p>
          </p:txBody>
        </p:sp>
        <p:sp>
          <p:nvSpPr>
            <p:cNvPr id="94" name="îsḻiḍe">
              <a:extLst>
                <a:ext uri="{FF2B5EF4-FFF2-40B4-BE49-F238E27FC236}">
                  <a16:creationId xmlns:a16="http://schemas.microsoft.com/office/drawing/2014/main" id="{2416D891-33F9-5D93-31A0-3DDD609518B6}"/>
                </a:ext>
              </a:extLst>
            </p:cNvPr>
            <p:cNvSpPr/>
            <p:nvPr/>
          </p:nvSpPr>
          <p:spPr>
            <a:xfrm>
              <a:off x="9646111" y="3565738"/>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grpFill/>
            <a:ln w="25400" cap="flat">
              <a:noFill/>
              <a:prstDash val="solid"/>
              <a:miter lim="400000"/>
            </a:ln>
            <a:effectLst/>
          </p:spPr>
          <p:txBody>
            <a:bodyPr anchor="ctr"/>
            <a:lstStyle/>
            <a:p>
              <a:pPr algn="ctr"/>
              <a:endParaRPr/>
            </a:p>
          </p:txBody>
        </p:sp>
        <p:sp>
          <p:nvSpPr>
            <p:cNvPr id="95" name="iṩḻíḍè">
              <a:extLst>
                <a:ext uri="{FF2B5EF4-FFF2-40B4-BE49-F238E27FC236}">
                  <a16:creationId xmlns:a16="http://schemas.microsoft.com/office/drawing/2014/main" id="{CD73C67A-4B0D-D1E4-63DF-0BF7E2FBFF5A}"/>
                </a:ext>
              </a:extLst>
            </p:cNvPr>
            <p:cNvSpPr/>
            <p:nvPr/>
          </p:nvSpPr>
          <p:spPr>
            <a:xfrm>
              <a:off x="9594891" y="3654803"/>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grpFill/>
            <a:ln w="25400" cap="flat">
              <a:noFill/>
              <a:prstDash val="solid"/>
              <a:miter lim="400000"/>
            </a:ln>
            <a:effectLst/>
          </p:spPr>
          <p:txBody>
            <a:bodyPr anchor="ctr"/>
            <a:lstStyle/>
            <a:p>
              <a:pPr algn="ctr"/>
              <a:endParaRPr/>
            </a:p>
          </p:txBody>
        </p:sp>
        <p:sp>
          <p:nvSpPr>
            <p:cNvPr id="96" name="ïṧḻídé">
              <a:extLst>
                <a:ext uri="{FF2B5EF4-FFF2-40B4-BE49-F238E27FC236}">
                  <a16:creationId xmlns:a16="http://schemas.microsoft.com/office/drawing/2014/main" id="{CEF77EEF-45A9-03E5-D58A-9F22B0AD43ED}"/>
                </a:ext>
              </a:extLst>
            </p:cNvPr>
            <p:cNvSpPr/>
            <p:nvPr/>
          </p:nvSpPr>
          <p:spPr>
            <a:xfrm>
              <a:off x="9632393" y="3706816"/>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grpFill/>
            <a:ln w="25400" cap="flat">
              <a:noFill/>
              <a:prstDash val="solid"/>
              <a:miter lim="400000"/>
            </a:ln>
            <a:effectLst/>
          </p:spPr>
          <p:txBody>
            <a:bodyPr anchor="ctr"/>
            <a:lstStyle/>
            <a:p>
              <a:pPr algn="ctr"/>
              <a:endParaRPr/>
            </a:p>
          </p:txBody>
        </p:sp>
        <p:sp>
          <p:nvSpPr>
            <p:cNvPr id="97" name="ïşļîḑê">
              <a:extLst>
                <a:ext uri="{FF2B5EF4-FFF2-40B4-BE49-F238E27FC236}">
                  <a16:creationId xmlns:a16="http://schemas.microsoft.com/office/drawing/2014/main" id="{BED43927-75ED-EA6A-8110-FD2C86E63154}"/>
                </a:ext>
              </a:extLst>
            </p:cNvPr>
            <p:cNvSpPr/>
            <p:nvPr/>
          </p:nvSpPr>
          <p:spPr>
            <a:xfrm>
              <a:off x="9681665" y="3678031"/>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grpFill/>
            <a:ln w="25400" cap="flat">
              <a:noFill/>
              <a:prstDash val="solid"/>
              <a:miter lim="400000"/>
            </a:ln>
            <a:effectLst/>
          </p:spPr>
          <p:txBody>
            <a:bodyPr anchor="ctr"/>
            <a:lstStyle/>
            <a:p>
              <a:pPr algn="ctr"/>
              <a:endParaRPr/>
            </a:p>
          </p:txBody>
        </p:sp>
        <p:sp>
          <p:nvSpPr>
            <p:cNvPr id="98" name="ïṡľîḋê">
              <a:extLst>
                <a:ext uri="{FF2B5EF4-FFF2-40B4-BE49-F238E27FC236}">
                  <a16:creationId xmlns:a16="http://schemas.microsoft.com/office/drawing/2014/main" id="{8DF6952F-ABDD-6CE0-C14D-70178BCF03A5}"/>
                </a:ext>
              </a:extLst>
            </p:cNvPr>
            <p:cNvSpPr/>
            <p:nvPr/>
          </p:nvSpPr>
          <p:spPr>
            <a:xfrm>
              <a:off x="9628583" y="3726518"/>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grpFill/>
            <a:ln w="25400" cap="flat">
              <a:noFill/>
              <a:prstDash val="solid"/>
              <a:miter lim="400000"/>
            </a:ln>
            <a:effectLst/>
          </p:spPr>
          <p:txBody>
            <a:bodyPr anchor="ctr"/>
            <a:lstStyle/>
            <a:p>
              <a:pPr algn="ctr"/>
              <a:endParaRPr/>
            </a:p>
          </p:txBody>
        </p:sp>
        <p:sp>
          <p:nvSpPr>
            <p:cNvPr id="99" name="îṣļíďé">
              <a:extLst>
                <a:ext uri="{FF2B5EF4-FFF2-40B4-BE49-F238E27FC236}">
                  <a16:creationId xmlns:a16="http://schemas.microsoft.com/office/drawing/2014/main" id="{240D4C79-7EA6-F374-505C-01577DDC70B4}"/>
                </a:ext>
              </a:extLst>
            </p:cNvPr>
            <p:cNvSpPr/>
            <p:nvPr/>
          </p:nvSpPr>
          <p:spPr>
            <a:xfrm>
              <a:off x="9187751" y="3843193"/>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grpFill/>
            <a:ln w="25400" cap="flat">
              <a:noFill/>
              <a:prstDash val="solid"/>
              <a:miter lim="400000"/>
            </a:ln>
            <a:effectLst/>
          </p:spPr>
          <p:txBody>
            <a:bodyPr anchor="ctr"/>
            <a:lstStyle/>
            <a:p>
              <a:pPr algn="ctr"/>
              <a:endParaRPr/>
            </a:p>
          </p:txBody>
        </p:sp>
        <p:sp>
          <p:nvSpPr>
            <p:cNvPr id="100" name="íṧḷiḋé">
              <a:extLst>
                <a:ext uri="{FF2B5EF4-FFF2-40B4-BE49-F238E27FC236}">
                  <a16:creationId xmlns:a16="http://schemas.microsoft.com/office/drawing/2014/main" id="{973A28F5-5350-82DD-C3ED-F78A6049DDC8}"/>
                </a:ext>
              </a:extLst>
            </p:cNvPr>
            <p:cNvSpPr/>
            <p:nvPr/>
          </p:nvSpPr>
          <p:spPr>
            <a:xfrm>
              <a:off x="9518950" y="4026819"/>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grpFill/>
            <a:ln w="25400" cap="flat">
              <a:noFill/>
              <a:prstDash val="solid"/>
              <a:miter lim="400000"/>
            </a:ln>
            <a:effectLst/>
          </p:spPr>
          <p:txBody>
            <a:bodyPr anchor="ctr"/>
            <a:lstStyle/>
            <a:p>
              <a:pPr algn="ctr"/>
              <a:endParaRPr/>
            </a:p>
          </p:txBody>
        </p:sp>
        <p:sp>
          <p:nvSpPr>
            <p:cNvPr id="101" name="i$ľiḍê">
              <a:extLst>
                <a:ext uri="{FF2B5EF4-FFF2-40B4-BE49-F238E27FC236}">
                  <a16:creationId xmlns:a16="http://schemas.microsoft.com/office/drawing/2014/main" id="{D960DAC1-A1A9-A6A5-4107-11CA5DA7FA04}"/>
                </a:ext>
              </a:extLst>
            </p:cNvPr>
            <p:cNvSpPr/>
            <p:nvPr/>
          </p:nvSpPr>
          <p:spPr>
            <a:xfrm>
              <a:off x="9816350" y="3993819"/>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grpFill/>
            <a:ln w="25400" cap="flat">
              <a:noFill/>
              <a:prstDash val="solid"/>
              <a:miter lim="400000"/>
            </a:ln>
            <a:effectLst/>
          </p:spPr>
          <p:txBody>
            <a:bodyPr anchor="ctr"/>
            <a:lstStyle/>
            <a:p>
              <a:pPr algn="ctr"/>
              <a:endParaRPr/>
            </a:p>
          </p:txBody>
        </p:sp>
        <p:sp>
          <p:nvSpPr>
            <p:cNvPr id="102" name="îṡ1îḋè">
              <a:extLst>
                <a:ext uri="{FF2B5EF4-FFF2-40B4-BE49-F238E27FC236}">
                  <a16:creationId xmlns:a16="http://schemas.microsoft.com/office/drawing/2014/main" id="{EA165D42-10E5-828D-4FFF-C391F7EDFB6A}"/>
                </a:ext>
              </a:extLst>
            </p:cNvPr>
            <p:cNvSpPr/>
            <p:nvPr/>
          </p:nvSpPr>
          <p:spPr>
            <a:xfrm>
              <a:off x="9834437" y="4184237"/>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grpFill/>
            <a:ln w="25400" cap="flat">
              <a:noFill/>
              <a:prstDash val="solid"/>
              <a:miter lim="400000"/>
            </a:ln>
            <a:effectLst/>
          </p:spPr>
          <p:txBody>
            <a:bodyPr anchor="ctr"/>
            <a:lstStyle/>
            <a:p>
              <a:pPr algn="ctr"/>
              <a:endParaRPr/>
            </a:p>
          </p:txBody>
        </p:sp>
        <p:sp>
          <p:nvSpPr>
            <p:cNvPr id="103" name="îSļiḋe">
              <a:extLst>
                <a:ext uri="{FF2B5EF4-FFF2-40B4-BE49-F238E27FC236}">
                  <a16:creationId xmlns:a16="http://schemas.microsoft.com/office/drawing/2014/main" id="{3C091C31-C2DD-5D98-6F32-51AE2245ACC6}"/>
                </a:ext>
              </a:extLst>
            </p:cNvPr>
            <p:cNvSpPr/>
            <p:nvPr/>
          </p:nvSpPr>
          <p:spPr>
            <a:xfrm>
              <a:off x="9664278" y="4387494"/>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grpFill/>
            <a:ln w="25400" cap="flat">
              <a:noFill/>
              <a:prstDash val="solid"/>
              <a:miter lim="400000"/>
            </a:ln>
            <a:effectLst/>
          </p:spPr>
          <p:txBody>
            <a:bodyPr anchor="ctr"/>
            <a:lstStyle/>
            <a:p>
              <a:pPr algn="ctr"/>
              <a:endParaRPr/>
            </a:p>
          </p:txBody>
        </p:sp>
        <p:sp>
          <p:nvSpPr>
            <p:cNvPr id="104" name="îṣlïḓé">
              <a:extLst>
                <a:ext uri="{FF2B5EF4-FFF2-40B4-BE49-F238E27FC236}">
                  <a16:creationId xmlns:a16="http://schemas.microsoft.com/office/drawing/2014/main" id="{8795D913-8305-1AB0-3930-E732E8080ECE}"/>
                </a:ext>
              </a:extLst>
            </p:cNvPr>
            <p:cNvSpPr/>
            <p:nvPr/>
          </p:nvSpPr>
          <p:spPr>
            <a:xfrm>
              <a:off x="9557284" y="4379124"/>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grpFill/>
            <a:ln w="25400" cap="flat">
              <a:noFill/>
              <a:prstDash val="solid"/>
              <a:miter lim="400000"/>
            </a:ln>
            <a:effectLst/>
          </p:spPr>
          <p:txBody>
            <a:bodyPr anchor="ctr"/>
            <a:lstStyle/>
            <a:p>
              <a:pPr algn="ctr"/>
              <a:endParaRPr/>
            </a:p>
          </p:txBody>
        </p:sp>
        <p:sp>
          <p:nvSpPr>
            <p:cNvPr id="105" name="ïṥḷídè">
              <a:extLst>
                <a:ext uri="{FF2B5EF4-FFF2-40B4-BE49-F238E27FC236}">
                  <a16:creationId xmlns:a16="http://schemas.microsoft.com/office/drawing/2014/main" id="{19B780B0-69F9-03BB-F721-ADA6928F0452}"/>
                </a:ext>
              </a:extLst>
            </p:cNvPr>
            <p:cNvSpPr/>
            <p:nvPr/>
          </p:nvSpPr>
          <p:spPr>
            <a:xfrm>
              <a:off x="9429485" y="4387992"/>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grpFill/>
            <a:ln w="25400" cap="flat">
              <a:noFill/>
              <a:prstDash val="solid"/>
              <a:miter lim="400000"/>
            </a:ln>
            <a:effectLst/>
          </p:spPr>
          <p:txBody>
            <a:bodyPr anchor="ctr"/>
            <a:lstStyle/>
            <a:p>
              <a:pPr algn="ctr"/>
              <a:endParaRPr/>
            </a:p>
          </p:txBody>
        </p:sp>
        <p:sp>
          <p:nvSpPr>
            <p:cNvPr id="106" name="išḷïḍè">
              <a:extLst>
                <a:ext uri="{FF2B5EF4-FFF2-40B4-BE49-F238E27FC236}">
                  <a16:creationId xmlns:a16="http://schemas.microsoft.com/office/drawing/2014/main" id="{4355B504-3677-65A2-F7E3-5C855F251256}"/>
                </a:ext>
              </a:extLst>
            </p:cNvPr>
            <p:cNvSpPr/>
            <p:nvPr/>
          </p:nvSpPr>
          <p:spPr>
            <a:xfrm>
              <a:off x="9520068" y="4428015"/>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grpFill/>
            <a:ln w="25400" cap="flat">
              <a:noFill/>
              <a:prstDash val="solid"/>
              <a:miter lim="400000"/>
            </a:ln>
            <a:effectLst/>
          </p:spPr>
          <p:txBody>
            <a:bodyPr anchor="ctr"/>
            <a:lstStyle/>
            <a:p>
              <a:pPr algn="ctr"/>
              <a:endParaRPr/>
            </a:p>
          </p:txBody>
        </p:sp>
        <p:sp>
          <p:nvSpPr>
            <p:cNvPr id="107" name="íṧḻîďê">
              <a:extLst>
                <a:ext uri="{FF2B5EF4-FFF2-40B4-BE49-F238E27FC236}">
                  <a16:creationId xmlns:a16="http://schemas.microsoft.com/office/drawing/2014/main" id="{4209E0FB-6248-9C65-54B8-7A8A1CAC98D5}"/>
                </a:ext>
              </a:extLst>
            </p:cNvPr>
            <p:cNvSpPr/>
            <p:nvPr/>
          </p:nvSpPr>
          <p:spPr>
            <a:xfrm>
              <a:off x="9067733" y="4304888"/>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grpFill/>
            <a:ln w="25400" cap="flat">
              <a:noFill/>
              <a:prstDash val="solid"/>
              <a:miter lim="400000"/>
            </a:ln>
            <a:effectLst/>
          </p:spPr>
          <p:txBody>
            <a:bodyPr anchor="ctr"/>
            <a:lstStyle/>
            <a:p>
              <a:pPr algn="ctr"/>
              <a:endParaRPr/>
            </a:p>
          </p:txBody>
        </p:sp>
        <p:sp>
          <p:nvSpPr>
            <p:cNvPr id="108" name="ï$ľiḓê">
              <a:extLst>
                <a:ext uri="{FF2B5EF4-FFF2-40B4-BE49-F238E27FC236}">
                  <a16:creationId xmlns:a16="http://schemas.microsoft.com/office/drawing/2014/main" id="{71EF8699-EDAF-6E32-A60D-5FF277F2AC5D}"/>
                </a:ext>
              </a:extLst>
            </p:cNvPr>
            <p:cNvSpPr/>
            <p:nvPr/>
          </p:nvSpPr>
          <p:spPr>
            <a:xfrm>
              <a:off x="8739813" y="3881623"/>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grpFill/>
            <a:ln w="25400" cap="flat">
              <a:noFill/>
              <a:prstDash val="solid"/>
              <a:miter lim="400000"/>
            </a:ln>
            <a:effectLst/>
          </p:spPr>
          <p:txBody>
            <a:bodyPr anchor="ctr"/>
            <a:lstStyle/>
            <a:p>
              <a:pPr algn="ctr"/>
              <a:endParaRPr/>
            </a:p>
          </p:txBody>
        </p:sp>
        <p:sp>
          <p:nvSpPr>
            <p:cNvPr id="109" name="isļîḍé">
              <a:extLst>
                <a:ext uri="{FF2B5EF4-FFF2-40B4-BE49-F238E27FC236}">
                  <a16:creationId xmlns:a16="http://schemas.microsoft.com/office/drawing/2014/main" id="{F5E7E7BA-EF4B-BE19-06A2-059F322D9EFA}"/>
                </a:ext>
              </a:extLst>
            </p:cNvPr>
            <p:cNvSpPr/>
            <p:nvPr/>
          </p:nvSpPr>
          <p:spPr>
            <a:xfrm>
              <a:off x="8199229" y="3742697"/>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grpFill/>
            <a:ln w="25400" cap="flat">
              <a:noFill/>
              <a:prstDash val="solid"/>
              <a:miter lim="400000"/>
            </a:ln>
            <a:effectLst/>
          </p:spPr>
          <p:txBody>
            <a:bodyPr anchor="ctr"/>
            <a:lstStyle/>
            <a:p>
              <a:pPr algn="ctr"/>
              <a:endParaRPr/>
            </a:p>
          </p:txBody>
        </p:sp>
        <p:sp>
          <p:nvSpPr>
            <p:cNvPr id="110" name="í$ľîḋê">
              <a:extLst>
                <a:ext uri="{FF2B5EF4-FFF2-40B4-BE49-F238E27FC236}">
                  <a16:creationId xmlns:a16="http://schemas.microsoft.com/office/drawing/2014/main" id="{7109AE9D-6DA6-4C1B-4E5B-3A810BE2E345}"/>
                </a:ext>
              </a:extLst>
            </p:cNvPr>
            <p:cNvSpPr/>
            <p:nvPr/>
          </p:nvSpPr>
          <p:spPr>
            <a:xfrm>
              <a:off x="7957224" y="3867942"/>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grpFill/>
            <a:ln w="25400" cap="flat">
              <a:noFill/>
              <a:prstDash val="solid"/>
              <a:miter lim="400000"/>
            </a:ln>
            <a:effectLst/>
          </p:spPr>
          <p:txBody>
            <a:bodyPr anchor="ctr"/>
            <a:lstStyle/>
            <a:p>
              <a:pPr algn="ctr"/>
              <a:endParaRPr/>
            </a:p>
          </p:txBody>
        </p:sp>
        <p:sp>
          <p:nvSpPr>
            <p:cNvPr id="111" name="ïślîḍè">
              <a:extLst>
                <a:ext uri="{FF2B5EF4-FFF2-40B4-BE49-F238E27FC236}">
                  <a16:creationId xmlns:a16="http://schemas.microsoft.com/office/drawing/2014/main" id="{9BEF7719-E7B5-9615-C760-A02D2339EAB6}"/>
                </a:ext>
              </a:extLst>
            </p:cNvPr>
            <p:cNvSpPr/>
            <p:nvPr/>
          </p:nvSpPr>
          <p:spPr>
            <a:xfrm>
              <a:off x="7953865" y="3917350"/>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grpFill/>
            <a:ln w="25400" cap="flat">
              <a:noFill/>
              <a:prstDash val="solid"/>
              <a:miter lim="400000"/>
            </a:ln>
            <a:effectLst/>
          </p:spPr>
          <p:txBody>
            <a:bodyPr anchor="ctr"/>
            <a:lstStyle/>
            <a:p>
              <a:pPr algn="ctr"/>
              <a:endParaRPr/>
            </a:p>
          </p:txBody>
        </p:sp>
        <p:sp>
          <p:nvSpPr>
            <p:cNvPr id="112" name="îṣḷiďè">
              <a:extLst>
                <a:ext uri="{FF2B5EF4-FFF2-40B4-BE49-F238E27FC236}">
                  <a16:creationId xmlns:a16="http://schemas.microsoft.com/office/drawing/2014/main" id="{51AE5F12-8474-0116-D109-5C13FDF684EE}"/>
                </a:ext>
              </a:extLst>
            </p:cNvPr>
            <p:cNvSpPr/>
            <p:nvPr/>
          </p:nvSpPr>
          <p:spPr>
            <a:xfrm>
              <a:off x="7931635" y="3837005"/>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grpFill/>
            <a:ln w="25400" cap="flat">
              <a:noFill/>
              <a:prstDash val="solid"/>
              <a:miter lim="400000"/>
            </a:ln>
            <a:effectLst/>
          </p:spPr>
          <p:txBody>
            <a:bodyPr anchor="ctr"/>
            <a:lstStyle/>
            <a:p>
              <a:pPr algn="ctr"/>
              <a:endParaRPr/>
            </a:p>
          </p:txBody>
        </p:sp>
        <p:sp>
          <p:nvSpPr>
            <p:cNvPr id="113" name="işḷídé">
              <a:extLst>
                <a:ext uri="{FF2B5EF4-FFF2-40B4-BE49-F238E27FC236}">
                  <a16:creationId xmlns:a16="http://schemas.microsoft.com/office/drawing/2014/main" id="{B55881CF-A52E-9C95-9063-FB600CB5EF43}"/>
                </a:ext>
              </a:extLst>
            </p:cNvPr>
            <p:cNvSpPr/>
            <p:nvPr/>
          </p:nvSpPr>
          <p:spPr>
            <a:xfrm>
              <a:off x="7171214" y="3107084"/>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grpFill/>
            <a:ln w="25400" cap="flat">
              <a:noFill/>
              <a:prstDash val="solid"/>
              <a:miter lim="400000"/>
            </a:ln>
            <a:effectLst/>
          </p:spPr>
          <p:txBody>
            <a:bodyPr anchor="ctr"/>
            <a:lstStyle/>
            <a:p>
              <a:pPr algn="ctr"/>
              <a:endParaRPr/>
            </a:p>
          </p:txBody>
        </p:sp>
        <p:sp>
          <p:nvSpPr>
            <p:cNvPr id="114" name="íŝḷïde">
              <a:extLst>
                <a:ext uri="{FF2B5EF4-FFF2-40B4-BE49-F238E27FC236}">
                  <a16:creationId xmlns:a16="http://schemas.microsoft.com/office/drawing/2014/main" id="{B8D21416-AEB3-6326-A674-E456B799074B}"/>
                </a:ext>
              </a:extLst>
            </p:cNvPr>
            <p:cNvSpPr/>
            <p:nvPr/>
          </p:nvSpPr>
          <p:spPr>
            <a:xfrm>
              <a:off x="6561284" y="2785626"/>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grpFill/>
            <a:ln w="25400" cap="flat">
              <a:noFill/>
              <a:prstDash val="solid"/>
              <a:miter lim="400000"/>
            </a:ln>
            <a:effectLst/>
          </p:spPr>
          <p:txBody>
            <a:bodyPr anchor="ctr"/>
            <a:lstStyle/>
            <a:p>
              <a:pPr algn="ctr"/>
              <a:endParaRPr/>
            </a:p>
          </p:txBody>
        </p:sp>
        <p:sp>
          <p:nvSpPr>
            <p:cNvPr id="115" name="îṡľiḑe">
              <a:extLst>
                <a:ext uri="{FF2B5EF4-FFF2-40B4-BE49-F238E27FC236}">
                  <a16:creationId xmlns:a16="http://schemas.microsoft.com/office/drawing/2014/main" id="{FB4E2581-E5D5-D788-1DA6-1D2196B6EF31}"/>
                </a:ext>
              </a:extLst>
            </p:cNvPr>
            <p:cNvSpPr/>
            <p:nvPr/>
          </p:nvSpPr>
          <p:spPr>
            <a:xfrm>
              <a:off x="5255087" y="1585911"/>
              <a:ext cx="2042366" cy="1189722"/>
            </a:xfrm>
            <a:custGeom>
              <a:avLst/>
              <a:gdLst/>
              <a:ahLst/>
              <a:cxnLst>
                <a:cxn ang="0">
                  <a:pos x="wd2" y="hd2"/>
                </a:cxn>
                <a:cxn ang="5400000">
                  <a:pos x="wd2" y="hd2"/>
                </a:cxn>
                <a:cxn ang="10800000">
                  <a:pos x="wd2" y="hd2"/>
                </a:cxn>
                <a:cxn ang="16200000">
                  <a:pos x="wd2" y="hd2"/>
                </a:cxn>
              </a:cxnLst>
              <a:rect l="0" t="0" r="r" b="b"/>
              <a:pathLst>
                <a:path w="21600" h="21600" extrusionOk="0">
                  <a:moveTo>
                    <a:pt x="20807" y="1150"/>
                  </a:moveTo>
                  <a:lnTo>
                    <a:pt x="20140" y="892"/>
                  </a:lnTo>
                  <a:lnTo>
                    <a:pt x="19827" y="747"/>
                  </a:lnTo>
                  <a:lnTo>
                    <a:pt x="19506" y="542"/>
                  </a:lnTo>
                  <a:lnTo>
                    <a:pt x="19194" y="459"/>
                  </a:lnTo>
                  <a:lnTo>
                    <a:pt x="18976" y="267"/>
                  </a:lnTo>
                  <a:lnTo>
                    <a:pt x="18803" y="212"/>
                  </a:lnTo>
                  <a:lnTo>
                    <a:pt x="18690" y="293"/>
                  </a:lnTo>
                  <a:lnTo>
                    <a:pt x="18482" y="457"/>
                  </a:lnTo>
                  <a:lnTo>
                    <a:pt x="18589" y="626"/>
                  </a:lnTo>
                  <a:lnTo>
                    <a:pt x="18799" y="626"/>
                  </a:lnTo>
                  <a:lnTo>
                    <a:pt x="18944" y="749"/>
                  </a:lnTo>
                  <a:lnTo>
                    <a:pt x="19057" y="799"/>
                  </a:lnTo>
                  <a:lnTo>
                    <a:pt x="19162" y="663"/>
                  </a:lnTo>
                  <a:lnTo>
                    <a:pt x="19282" y="649"/>
                  </a:lnTo>
                  <a:lnTo>
                    <a:pt x="19425" y="814"/>
                  </a:lnTo>
                  <a:lnTo>
                    <a:pt x="19336" y="1164"/>
                  </a:lnTo>
                  <a:lnTo>
                    <a:pt x="19232" y="1314"/>
                  </a:lnTo>
                  <a:lnTo>
                    <a:pt x="19042" y="1149"/>
                  </a:lnTo>
                  <a:lnTo>
                    <a:pt x="18875" y="1149"/>
                  </a:lnTo>
                  <a:lnTo>
                    <a:pt x="18733" y="1250"/>
                  </a:lnTo>
                  <a:lnTo>
                    <a:pt x="18426" y="1346"/>
                  </a:lnTo>
                  <a:lnTo>
                    <a:pt x="18234" y="1428"/>
                  </a:lnTo>
                  <a:lnTo>
                    <a:pt x="18001" y="1483"/>
                  </a:lnTo>
                  <a:lnTo>
                    <a:pt x="17885" y="1455"/>
                  </a:lnTo>
                  <a:lnTo>
                    <a:pt x="17764" y="1282"/>
                  </a:lnTo>
                  <a:lnTo>
                    <a:pt x="17591" y="1204"/>
                  </a:lnTo>
                  <a:lnTo>
                    <a:pt x="17472" y="1218"/>
                  </a:lnTo>
                  <a:lnTo>
                    <a:pt x="17205" y="1314"/>
                  </a:lnTo>
                  <a:lnTo>
                    <a:pt x="16942" y="1479"/>
                  </a:lnTo>
                  <a:lnTo>
                    <a:pt x="16671" y="1671"/>
                  </a:lnTo>
                  <a:lnTo>
                    <a:pt x="16451" y="1882"/>
                  </a:lnTo>
                  <a:lnTo>
                    <a:pt x="16191" y="2147"/>
                  </a:lnTo>
                  <a:lnTo>
                    <a:pt x="16038" y="2203"/>
                  </a:lnTo>
                  <a:lnTo>
                    <a:pt x="15932" y="2029"/>
                  </a:lnTo>
                  <a:lnTo>
                    <a:pt x="15829" y="1988"/>
                  </a:lnTo>
                  <a:lnTo>
                    <a:pt x="15732" y="1892"/>
                  </a:lnTo>
                  <a:lnTo>
                    <a:pt x="15762" y="1710"/>
                  </a:lnTo>
                  <a:lnTo>
                    <a:pt x="15657" y="1417"/>
                  </a:lnTo>
                  <a:lnTo>
                    <a:pt x="15517" y="1390"/>
                  </a:lnTo>
                  <a:lnTo>
                    <a:pt x="15378" y="1390"/>
                  </a:lnTo>
                  <a:lnTo>
                    <a:pt x="15253" y="1481"/>
                  </a:lnTo>
                  <a:lnTo>
                    <a:pt x="15278" y="1641"/>
                  </a:lnTo>
                  <a:lnTo>
                    <a:pt x="15392" y="1819"/>
                  </a:lnTo>
                  <a:lnTo>
                    <a:pt x="15384" y="1998"/>
                  </a:lnTo>
                  <a:lnTo>
                    <a:pt x="15457" y="2135"/>
                  </a:lnTo>
                  <a:lnTo>
                    <a:pt x="15449" y="2313"/>
                  </a:lnTo>
                  <a:lnTo>
                    <a:pt x="15372" y="2418"/>
                  </a:lnTo>
                  <a:lnTo>
                    <a:pt x="15165" y="2528"/>
                  </a:lnTo>
                  <a:lnTo>
                    <a:pt x="14864" y="2652"/>
                  </a:lnTo>
                  <a:lnTo>
                    <a:pt x="14558" y="2802"/>
                  </a:lnTo>
                  <a:lnTo>
                    <a:pt x="14501" y="2964"/>
                  </a:lnTo>
                  <a:lnTo>
                    <a:pt x="14580" y="3129"/>
                  </a:lnTo>
                  <a:lnTo>
                    <a:pt x="14535" y="3260"/>
                  </a:lnTo>
                  <a:lnTo>
                    <a:pt x="14301" y="3357"/>
                  </a:lnTo>
                  <a:lnTo>
                    <a:pt x="14167" y="3571"/>
                  </a:lnTo>
                  <a:lnTo>
                    <a:pt x="14002" y="3383"/>
                  </a:lnTo>
                  <a:lnTo>
                    <a:pt x="13882" y="3233"/>
                  </a:lnTo>
                  <a:lnTo>
                    <a:pt x="13736" y="3151"/>
                  </a:lnTo>
                  <a:lnTo>
                    <a:pt x="13601" y="3165"/>
                  </a:lnTo>
                  <a:lnTo>
                    <a:pt x="13544" y="3303"/>
                  </a:lnTo>
                  <a:lnTo>
                    <a:pt x="13684" y="3412"/>
                  </a:lnTo>
                  <a:lnTo>
                    <a:pt x="13810" y="3412"/>
                  </a:lnTo>
                  <a:lnTo>
                    <a:pt x="13898" y="3509"/>
                  </a:lnTo>
                  <a:lnTo>
                    <a:pt x="13968" y="3600"/>
                  </a:lnTo>
                  <a:lnTo>
                    <a:pt x="14044" y="3723"/>
                  </a:lnTo>
                  <a:lnTo>
                    <a:pt x="13921" y="3938"/>
                  </a:lnTo>
                  <a:lnTo>
                    <a:pt x="13743" y="3952"/>
                  </a:lnTo>
                  <a:lnTo>
                    <a:pt x="13682" y="4102"/>
                  </a:lnTo>
                  <a:lnTo>
                    <a:pt x="13545" y="4125"/>
                  </a:lnTo>
                  <a:lnTo>
                    <a:pt x="13425" y="3918"/>
                  </a:lnTo>
                  <a:lnTo>
                    <a:pt x="13296" y="3768"/>
                  </a:lnTo>
                  <a:lnTo>
                    <a:pt x="13175" y="3714"/>
                  </a:lnTo>
                  <a:lnTo>
                    <a:pt x="13055" y="3663"/>
                  </a:lnTo>
                  <a:lnTo>
                    <a:pt x="12975" y="3430"/>
                  </a:lnTo>
                  <a:lnTo>
                    <a:pt x="12892" y="3238"/>
                  </a:lnTo>
                  <a:lnTo>
                    <a:pt x="12851" y="3047"/>
                  </a:lnTo>
                  <a:lnTo>
                    <a:pt x="12766" y="2877"/>
                  </a:lnTo>
                  <a:lnTo>
                    <a:pt x="12599" y="2739"/>
                  </a:lnTo>
                  <a:lnTo>
                    <a:pt x="12494" y="2631"/>
                  </a:lnTo>
                  <a:lnTo>
                    <a:pt x="12368" y="2420"/>
                  </a:lnTo>
                  <a:lnTo>
                    <a:pt x="12304" y="2245"/>
                  </a:lnTo>
                  <a:lnTo>
                    <a:pt x="12377" y="2017"/>
                  </a:lnTo>
                  <a:lnTo>
                    <a:pt x="12699" y="2003"/>
                  </a:lnTo>
                  <a:cubicBezTo>
                    <a:pt x="12738" y="2035"/>
                    <a:pt x="12777" y="2063"/>
                    <a:pt x="12817" y="2090"/>
                  </a:cubicBezTo>
                  <a:cubicBezTo>
                    <a:pt x="12952" y="2178"/>
                    <a:pt x="13094" y="2236"/>
                    <a:pt x="13239" y="2259"/>
                  </a:cubicBezTo>
                  <a:lnTo>
                    <a:pt x="13399" y="2479"/>
                  </a:lnTo>
                  <a:lnTo>
                    <a:pt x="13603" y="2506"/>
                  </a:lnTo>
                  <a:lnTo>
                    <a:pt x="13797" y="2506"/>
                  </a:lnTo>
                  <a:cubicBezTo>
                    <a:pt x="13873" y="2506"/>
                    <a:pt x="13949" y="2506"/>
                    <a:pt x="14025" y="2506"/>
                  </a:cubicBezTo>
                  <a:cubicBezTo>
                    <a:pt x="14058" y="2506"/>
                    <a:pt x="14090" y="2506"/>
                    <a:pt x="14122" y="2506"/>
                  </a:cubicBezTo>
                  <a:lnTo>
                    <a:pt x="14251" y="2356"/>
                  </a:lnTo>
                  <a:lnTo>
                    <a:pt x="14347" y="2302"/>
                  </a:lnTo>
                  <a:lnTo>
                    <a:pt x="14484" y="2237"/>
                  </a:lnTo>
                  <a:lnTo>
                    <a:pt x="14616" y="2210"/>
                  </a:lnTo>
                  <a:lnTo>
                    <a:pt x="14613" y="2040"/>
                  </a:lnTo>
                  <a:lnTo>
                    <a:pt x="14460" y="1889"/>
                  </a:lnTo>
                  <a:lnTo>
                    <a:pt x="14355" y="1605"/>
                  </a:lnTo>
                  <a:cubicBezTo>
                    <a:pt x="14271" y="1573"/>
                    <a:pt x="14188" y="1533"/>
                    <a:pt x="14107" y="1486"/>
                  </a:cubicBezTo>
                  <a:cubicBezTo>
                    <a:pt x="14008" y="1428"/>
                    <a:pt x="13911" y="1359"/>
                    <a:pt x="13817" y="1279"/>
                  </a:cubicBezTo>
                  <a:lnTo>
                    <a:pt x="13451" y="1078"/>
                  </a:lnTo>
                  <a:lnTo>
                    <a:pt x="13212" y="945"/>
                  </a:lnTo>
                  <a:lnTo>
                    <a:pt x="12842" y="766"/>
                  </a:lnTo>
                  <a:lnTo>
                    <a:pt x="12603" y="849"/>
                  </a:lnTo>
                  <a:lnTo>
                    <a:pt x="12436" y="968"/>
                  </a:lnTo>
                  <a:lnTo>
                    <a:pt x="12291" y="899"/>
                  </a:lnTo>
                  <a:lnTo>
                    <a:pt x="12112" y="639"/>
                  </a:lnTo>
                  <a:lnTo>
                    <a:pt x="11879" y="402"/>
                  </a:lnTo>
                  <a:lnTo>
                    <a:pt x="11669" y="320"/>
                  </a:lnTo>
                  <a:lnTo>
                    <a:pt x="11486" y="252"/>
                  </a:lnTo>
                  <a:lnTo>
                    <a:pt x="11279" y="156"/>
                  </a:lnTo>
                  <a:lnTo>
                    <a:pt x="11086" y="73"/>
                  </a:lnTo>
                  <a:lnTo>
                    <a:pt x="10931" y="18"/>
                  </a:lnTo>
                  <a:lnTo>
                    <a:pt x="10715" y="114"/>
                  </a:lnTo>
                  <a:lnTo>
                    <a:pt x="10556" y="192"/>
                  </a:lnTo>
                  <a:lnTo>
                    <a:pt x="10395" y="137"/>
                  </a:lnTo>
                  <a:lnTo>
                    <a:pt x="10285" y="82"/>
                  </a:lnTo>
                  <a:lnTo>
                    <a:pt x="10146" y="27"/>
                  </a:lnTo>
                  <a:lnTo>
                    <a:pt x="10010" y="0"/>
                  </a:lnTo>
                  <a:lnTo>
                    <a:pt x="9706" y="83"/>
                  </a:lnTo>
                  <a:lnTo>
                    <a:pt x="9387" y="184"/>
                  </a:lnTo>
                  <a:lnTo>
                    <a:pt x="8981" y="564"/>
                  </a:lnTo>
                  <a:lnTo>
                    <a:pt x="8797" y="728"/>
                  </a:lnTo>
                  <a:lnTo>
                    <a:pt x="8584" y="783"/>
                  </a:lnTo>
                  <a:lnTo>
                    <a:pt x="8320" y="915"/>
                  </a:lnTo>
                  <a:lnTo>
                    <a:pt x="8160" y="996"/>
                  </a:lnTo>
                  <a:lnTo>
                    <a:pt x="7967" y="1147"/>
                  </a:lnTo>
                  <a:lnTo>
                    <a:pt x="7886" y="1297"/>
                  </a:lnTo>
                  <a:lnTo>
                    <a:pt x="7888" y="1470"/>
                  </a:lnTo>
                  <a:lnTo>
                    <a:pt x="7855" y="1675"/>
                  </a:lnTo>
                  <a:lnTo>
                    <a:pt x="7776" y="1784"/>
                  </a:lnTo>
                  <a:lnTo>
                    <a:pt x="7655" y="1839"/>
                  </a:lnTo>
                  <a:lnTo>
                    <a:pt x="7530" y="1894"/>
                  </a:lnTo>
                  <a:lnTo>
                    <a:pt x="7376" y="2183"/>
                  </a:lnTo>
                  <a:lnTo>
                    <a:pt x="7276" y="2430"/>
                  </a:lnTo>
                  <a:lnTo>
                    <a:pt x="7123" y="2673"/>
                  </a:lnTo>
                  <a:lnTo>
                    <a:pt x="7099" y="2824"/>
                  </a:lnTo>
                  <a:lnTo>
                    <a:pt x="7051" y="3056"/>
                  </a:lnTo>
                  <a:lnTo>
                    <a:pt x="6924" y="3316"/>
                  </a:lnTo>
                  <a:lnTo>
                    <a:pt x="6795" y="3550"/>
                  </a:lnTo>
                  <a:lnTo>
                    <a:pt x="6610" y="3688"/>
                  </a:lnTo>
                  <a:lnTo>
                    <a:pt x="6375" y="3930"/>
                  </a:lnTo>
                  <a:lnTo>
                    <a:pt x="6295" y="4053"/>
                  </a:lnTo>
                  <a:lnTo>
                    <a:pt x="6207" y="4241"/>
                  </a:lnTo>
                  <a:lnTo>
                    <a:pt x="6072" y="4323"/>
                  </a:lnTo>
                  <a:lnTo>
                    <a:pt x="5796" y="4429"/>
                  </a:lnTo>
                  <a:lnTo>
                    <a:pt x="5615" y="4524"/>
                  </a:lnTo>
                  <a:lnTo>
                    <a:pt x="5511" y="4647"/>
                  </a:lnTo>
                  <a:lnTo>
                    <a:pt x="5386" y="4780"/>
                  </a:lnTo>
                  <a:lnTo>
                    <a:pt x="5249" y="4999"/>
                  </a:lnTo>
                  <a:lnTo>
                    <a:pt x="5158" y="5155"/>
                  </a:lnTo>
                  <a:lnTo>
                    <a:pt x="5088" y="5329"/>
                  </a:lnTo>
                  <a:lnTo>
                    <a:pt x="5065" y="5480"/>
                  </a:lnTo>
                  <a:lnTo>
                    <a:pt x="5065" y="5754"/>
                  </a:lnTo>
                  <a:lnTo>
                    <a:pt x="5089" y="5900"/>
                  </a:lnTo>
                  <a:lnTo>
                    <a:pt x="5118" y="6123"/>
                  </a:lnTo>
                  <a:lnTo>
                    <a:pt x="5094" y="6315"/>
                  </a:lnTo>
                  <a:lnTo>
                    <a:pt x="5118" y="6590"/>
                  </a:lnTo>
                  <a:lnTo>
                    <a:pt x="5312" y="6948"/>
                  </a:lnTo>
                  <a:lnTo>
                    <a:pt x="5497" y="7278"/>
                  </a:lnTo>
                  <a:lnTo>
                    <a:pt x="5698" y="7360"/>
                  </a:lnTo>
                  <a:lnTo>
                    <a:pt x="6010" y="7347"/>
                  </a:lnTo>
                  <a:lnTo>
                    <a:pt x="6179" y="7123"/>
                  </a:lnTo>
                  <a:lnTo>
                    <a:pt x="6421" y="6806"/>
                  </a:lnTo>
                  <a:lnTo>
                    <a:pt x="6673" y="6770"/>
                  </a:lnTo>
                  <a:lnTo>
                    <a:pt x="6722" y="7029"/>
                  </a:lnTo>
                  <a:lnTo>
                    <a:pt x="6859" y="7341"/>
                  </a:lnTo>
                  <a:lnTo>
                    <a:pt x="6923" y="7657"/>
                  </a:lnTo>
                  <a:lnTo>
                    <a:pt x="7026" y="7817"/>
                  </a:lnTo>
                  <a:lnTo>
                    <a:pt x="7026" y="8065"/>
                  </a:lnTo>
                  <a:lnTo>
                    <a:pt x="7034" y="8312"/>
                  </a:lnTo>
                  <a:lnTo>
                    <a:pt x="7120" y="8458"/>
                  </a:lnTo>
                  <a:lnTo>
                    <a:pt x="7192" y="8650"/>
                  </a:lnTo>
                  <a:lnTo>
                    <a:pt x="7493" y="8925"/>
                  </a:lnTo>
                  <a:lnTo>
                    <a:pt x="7581" y="8833"/>
                  </a:lnTo>
                  <a:lnTo>
                    <a:pt x="7850" y="8512"/>
                  </a:lnTo>
                  <a:lnTo>
                    <a:pt x="7962" y="8471"/>
                  </a:lnTo>
                  <a:lnTo>
                    <a:pt x="8086" y="8224"/>
                  </a:lnTo>
                  <a:lnTo>
                    <a:pt x="8142" y="7954"/>
                  </a:lnTo>
                  <a:lnTo>
                    <a:pt x="8118" y="7546"/>
                  </a:lnTo>
                  <a:lnTo>
                    <a:pt x="8183" y="7331"/>
                  </a:lnTo>
                  <a:lnTo>
                    <a:pt x="8408" y="7069"/>
                  </a:lnTo>
                  <a:lnTo>
                    <a:pt x="8596" y="6868"/>
                  </a:lnTo>
                  <a:lnTo>
                    <a:pt x="8782" y="6652"/>
                  </a:lnTo>
                  <a:lnTo>
                    <a:pt x="8870" y="6378"/>
                  </a:lnTo>
                  <a:lnTo>
                    <a:pt x="8870" y="6199"/>
                  </a:lnTo>
                  <a:lnTo>
                    <a:pt x="8675" y="6099"/>
                  </a:lnTo>
                  <a:lnTo>
                    <a:pt x="8400" y="5782"/>
                  </a:lnTo>
                  <a:cubicBezTo>
                    <a:pt x="8345" y="5725"/>
                    <a:pt x="8303" y="5638"/>
                    <a:pt x="8280" y="5535"/>
                  </a:cubicBezTo>
                  <a:cubicBezTo>
                    <a:pt x="8253" y="5415"/>
                    <a:pt x="8255" y="5284"/>
                    <a:pt x="8280" y="5163"/>
                  </a:cubicBezTo>
                  <a:cubicBezTo>
                    <a:pt x="8308" y="5024"/>
                    <a:pt x="8366" y="4907"/>
                    <a:pt x="8441" y="4834"/>
                  </a:cubicBezTo>
                  <a:cubicBezTo>
                    <a:pt x="8456" y="4723"/>
                    <a:pt x="8474" y="4613"/>
                    <a:pt x="8494" y="4505"/>
                  </a:cubicBezTo>
                  <a:cubicBezTo>
                    <a:pt x="8510" y="4424"/>
                    <a:pt x="8527" y="4342"/>
                    <a:pt x="8558" y="4276"/>
                  </a:cubicBezTo>
                  <a:cubicBezTo>
                    <a:pt x="8643" y="4100"/>
                    <a:pt x="8795" y="4075"/>
                    <a:pt x="8897" y="4221"/>
                  </a:cubicBezTo>
                  <a:cubicBezTo>
                    <a:pt x="8958" y="4155"/>
                    <a:pt x="9013" y="4077"/>
                    <a:pt x="9061" y="3987"/>
                  </a:cubicBezTo>
                  <a:cubicBezTo>
                    <a:pt x="9136" y="3848"/>
                    <a:pt x="9193" y="3684"/>
                    <a:pt x="9260" y="3534"/>
                  </a:cubicBezTo>
                  <a:cubicBezTo>
                    <a:pt x="9306" y="3430"/>
                    <a:pt x="9356" y="3332"/>
                    <a:pt x="9405" y="3232"/>
                  </a:cubicBezTo>
                  <a:cubicBezTo>
                    <a:pt x="9452" y="3137"/>
                    <a:pt x="9497" y="3041"/>
                    <a:pt x="9542" y="2943"/>
                  </a:cubicBezTo>
                  <a:lnTo>
                    <a:pt x="9832" y="2723"/>
                  </a:lnTo>
                  <a:lnTo>
                    <a:pt x="9993" y="2545"/>
                  </a:lnTo>
                  <a:lnTo>
                    <a:pt x="10111" y="2705"/>
                  </a:lnTo>
                  <a:lnTo>
                    <a:pt x="10183" y="2884"/>
                  </a:lnTo>
                  <a:lnTo>
                    <a:pt x="10183" y="3144"/>
                  </a:lnTo>
                  <a:lnTo>
                    <a:pt x="10098" y="3332"/>
                  </a:lnTo>
                  <a:lnTo>
                    <a:pt x="10098" y="3689"/>
                  </a:lnTo>
                  <a:lnTo>
                    <a:pt x="10082" y="3859"/>
                  </a:lnTo>
                  <a:lnTo>
                    <a:pt x="9930" y="3957"/>
                  </a:lnTo>
                  <a:lnTo>
                    <a:pt x="9906" y="4204"/>
                  </a:lnTo>
                  <a:lnTo>
                    <a:pt x="9849" y="4492"/>
                  </a:lnTo>
                  <a:lnTo>
                    <a:pt x="9683" y="4633"/>
                  </a:lnTo>
                  <a:lnTo>
                    <a:pt x="9586" y="4780"/>
                  </a:lnTo>
                  <a:lnTo>
                    <a:pt x="9482" y="5082"/>
                  </a:lnTo>
                  <a:lnTo>
                    <a:pt x="9514" y="5403"/>
                  </a:lnTo>
                  <a:lnTo>
                    <a:pt x="9716" y="5586"/>
                  </a:lnTo>
                  <a:cubicBezTo>
                    <a:pt x="9796" y="5549"/>
                    <a:pt x="9881" y="5586"/>
                    <a:pt x="9941" y="5682"/>
                  </a:cubicBezTo>
                  <a:cubicBezTo>
                    <a:pt x="9990" y="5760"/>
                    <a:pt x="10017" y="5871"/>
                    <a:pt x="10065" y="5951"/>
                  </a:cubicBezTo>
                  <a:cubicBezTo>
                    <a:pt x="10132" y="6062"/>
                    <a:pt x="10229" y="6103"/>
                    <a:pt x="10318" y="6056"/>
                  </a:cubicBezTo>
                  <a:lnTo>
                    <a:pt x="10508" y="6070"/>
                  </a:lnTo>
                  <a:lnTo>
                    <a:pt x="10731" y="6002"/>
                  </a:lnTo>
                  <a:lnTo>
                    <a:pt x="10946" y="5851"/>
                  </a:lnTo>
                  <a:lnTo>
                    <a:pt x="11105" y="5786"/>
                  </a:lnTo>
                  <a:lnTo>
                    <a:pt x="11391" y="5848"/>
                  </a:lnTo>
                  <a:lnTo>
                    <a:pt x="11503" y="6039"/>
                  </a:lnTo>
                  <a:lnTo>
                    <a:pt x="11785" y="6094"/>
                  </a:lnTo>
                  <a:lnTo>
                    <a:pt x="11854" y="6226"/>
                  </a:lnTo>
                  <a:lnTo>
                    <a:pt x="11801" y="6390"/>
                  </a:lnTo>
                  <a:lnTo>
                    <a:pt x="11600" y="6542"/>
                  </a:lnTo>
                  <a:lnTo>
                    <a:pt x="11427" y="6730"/>
                  </a:lnTo>
                  <a:lnTo>
                    <a:pt x="11242" y="6739"/>
                  </a:lnTo>
                  <a:lnTo>
                    <a:pt x="11084" y="6698"/>
                  </a:lnTo>
                  <a:lnTo>
                    <a:pt x="10942" y="6629"/>
                  </a:lnTo>
                  <a:lnTo>
                    <a:pt x="10752" y="6588"/>
                  </a:lnTo>
                  <a:lnTo>
                    <a:pt x="10578" y="6629"/>
                  </a:lnTo>
                  <a:lnTo>
                    <a:pt x="10435" y="6670"/>
                  </a:lnTo>
                  <a:lnTo>
                    <a:pt x="10291" y="6748"/>
                  </a:lnTo>
                  <a:lnTo>
                    <a:pt x="10218" y="6936"/>
                  </a:lnTo>
                  <a:lnTo>
                    <a:pt x="10315" y="7045"/>
                  </a:lnTo>
                  <a:lnTo>
                    <a:pt x="10580" y="7535"/>
                  </a:lnTo>
                  <a:lnTo>
                    <a:pt x="10580" y="7737"/>
                  </a:lnTo>
                  <a:lnTo>
                    <a:pt x="10500" y="7925"/>
                  </a:lnTo>
                  <a:lnTo>
                    <a:pt x="10333" y="8021"/>
                  </a:lnTo>
                  <a:lnTo>
                    <a:pt x="10285" y="8145"/>
                  </a:lnTo>
                  <a:lnTo>
                    <a:pt x="10181" y="8076"/>
                  </a:lnTo>
                  <a:lnTo>
                    <a:pt x="10133" y="7815"/>
                  </a:lnTo>
                  <a:lnTo>
                    <a:pt x="10012" y="7706"/>
                  </a:lnTo>
                  <a:lnTo>
                    <a:pt x="9771" y="7733"/>
                  </a:lnTo>
                  <a:lnTo>
                    <a:pt x="9701" y="7811"/>
                  </a:lnTo>
                  <a:lnTo>
                    <a:pt x="9701" y="8017"/>
                  </a:lnTo>
                  <a:lnTo>
                    <a:pt x="9581" y="8163"/>
                  </a:lnTo>
                  <a:lnTo>
                    <a:pt x="9597" y="8488"/>
                  </a:lnTo>
                  <a:lnTo>
                    <a:pt x="9637" y="8686"/>
                  </a:lnTo>
                  <a:lnTo>
                    <a:pt x="9693" y="8944"/>
                  </a:lnTo>
                  <a:lnTo>
                    <a:pt x="9588" y="9131"/>
                  </a:lnTo>
                  <a:lnTo>
                    <a:pt x="9435" y="9310"/>
                  </a:lnTo>
                  <a:lnTo>
                    <a:pt x="9298" y="9530"/>
                  </a:lnTo>
                  <a:lnTo>
                    <a:pt x="9180" y="9627"/>
                  </a:lnTo>
                  <a:lnTo>
                    <a:pt x="9092" y="9735"/>
                  </a:lnTo>
                  <a:lnTo>
                    <a:pt x="8983" y="9736"/>
                  </a:lnTo>
                  <a:cubicBezTo>
                    <a:pt x="8962" y="9703"/>
                    <a:pt x="8942" y="9671"/>
                    <a:pt x="8921" y="9640"/>
                  </a:cubicBezTo>
                  <a:cubicBezTo>
                    <a:pt x="8891" y="9595"/>
                    <a:pt x="8861" y="9551"/>
                    <a:pt x="8830" y="9508"/>
                  </a:cubicBezTo>
                  <a:lnTo>
                    <a:pt x="8564" y="9467"/>
                  </a:lnTo>
                  <a:lnTo>
                    <a:pt x="8300" y="9659"/>
                  </a:lnTo>
                  <a:lnTo>
                    <a:pt x="7986" y="9865"/>
                  </a:lnTo>
                  <a:lnTo>
                    <a:pt x="7905" y="9974"/>
                  </a:lnTo>
                  <a:lnTo>
                    <a:pt x="7739" y="10070"/>
                  </a:lnTo>
                  <a:lnTo>
                    <a:pt x="7634" y="10001"/>
                  </a:lnTo>
                  <a:lnTo>
                    <a:pt x="7465" y="9864"/>
                  </a:lnTo>
                  <a:lnTo>
                    <a:pt x="7314" y="9781"/>
                  </a:lnTo>
                  <a:lnTo>
                    <a:pt x="7226" y="9644"/>
                  </a:lnTo>
                  <a:lnTo>
                    <a:pt x="7149" y="9740"/>
                  </a:lnTo>
                  <a:lnTo>
                    <a:pt x="6975" y="9746"/>
                  </a:lnTo>
                  <a:lnTo>
                    <a:pt x="6769" y="9966"/>
                  </a:lnTo>
                  <a:lnTo>
                    <a:pt x="6586" y="9828"/>
                  </a:lnTo>
                  <a:lnTo>
                    <a:pt x="6498" y="9655"/>
                  </a:lnTo>
                  <a:lnTo>
                    <a:pt x="6359" y="9499"/>
                  </a:lnTo>
                  <a:lnTo>
                    <a:pt x="6246" y="9210"/>
                  </a:lnTo>
                  <a:lnTo>
                    <a:pt x="6332" y="9059"/>
                  </a:lnTo>
                  <a:lnTo>
                    <a:pt x="6468" y="9059"/>
                  </a:lnTo>
                  <a:lnTo>
                    <a:pt x="6436" y="9269"/>
                  </a:lnTo>
                  <a:lnTo>
                    <a:pt x="6594" y="9356"/>
                  </a:lnTo>
                  <a:lnTo>
                    <a:pt x="6642" y="9122"/>
                  </a:lnTo>
                  <a:lnTo>
                    <a:pt x="6779" y="9264"/>
                  </a:lnTo>
                  <a:lnTo>
                    <a:pt x="6939" y="9386"/>
                  </a:lnTo>
                  <a:lnTo>
                    <a:pt x="7020" y="9181"/>
                  </a:lnTo>
                  <a:lnTo>
                    <a:pt x="7095" y="8939"/>
                  </a:lnTo>
                  <a:lnTo>
                    <a:pt x="7009" y="8646"/>
                  </a:lnTo>
                  <a:lnTo>
                    <a:pt x="6883" y="8491"/>
                  </a:lnTo>
                  <a:lnTo>
                    <a:pt x="6741" y="8555"/>
                  </a:lnTo>
                  <a:lnTo>
                    <a:pt x="6645" y="8802"/>
                  </a:lnTo>
                  <a:lnTo>
                    <a:pt x="6668" y="8966"/>
                  </a:lnTo>
                  <a:lnTo>
                    <a:pt x="6572" y="8980"/>
                  </a:lnTo>
                  <a:lnTo>
                    <a:pt x="6524" y="8733"/>
                  </a:lnTo>
                  <a:lnTo>
                    <a:pt x="6425" y="8870"/>
                  </a:lnTo>
                  <a:lnTo>
                    <a:pt x="6282" y="8896"/>
                  </a:lnTo>
                  <a:lnTo>
                    <a:pt x="6298" y="8622"/>
                  </a:lnTo>
                  <a:lnTo>
                    <a:pt x="6338" y="8473"/>
                  </a:lnTo>
                  <a:lnTo>
                    <a:pt x="6394" y="8309"/>
                  </a:lnTo>
                  <a:lnTo>
                    <a:pt x="6394" y="7953"/>
                  </a:lnTo>
                  <a:lnTo>
                    <a:pt x="6380" y="7651"/>
                  </a:lnTo>
                  <a:lnTo>
                    <a:pt x="6254" y="7719"/>
                  </a:lnTo>
                  <a:lnTo>
                    <a:pt x="6189" y="7989"/>
                  </a:lnTo>
                  <a:lnTo>
                    <a:pt x="6096" y="8126"/>
                  </a:lnTo>
                  <a:lnTo>
                    <a:pt x="5932" y="8300"/>
                  </a:lnTo>
                  <a:lnTo>
                    <a:pt x="5836" y="8520"/>
                  </a:lnTo>
                  <a:lnTo>
                    <a:pt x="5819" y="8717"/>
                  </a:lnTo>
                  <a:lnTo>
                    <a:pt x="5921" y="8917"/>
                  </a:lnTo>
                  <a:lnTo>
                    <a:pt x="5974" y="9081"/>
                  </a:lnTo>
                  <a:lnTo>
                    <a:pt x="5934" y="9324"/>
                  </a:lnTo>
                  <a:lnTo>
                    <a:pt x="6004" y="9512"/>
                  </a:lnTo>
                  <a:lnTo>
                    <a:pt x="6235" y="9416"/>
                  </a:lnTo>
                  <a:lnTo>
                    <a:pt x="6253" y="9581"/>
                  </a:lnTo>
                  <a:lnTo>
                    <a:pt x="6088" y="9704"/>
                  </a:lnTo>
                  <a:lnTo>
                    <a:pt x="6016" y="9787"/>
                  </a:lnTo>
                  <a:lnTo>
                    <a:pt x="5983" y="10057"/>
                  </a:lnTo>
                  <a:lnTo>
                    <a:pt x="5865" y="10144"/>
                  </a:lnTo>
                  <a:lnTo>
                    <a:pt x="5664" y="10172"/>
                  </a:lnTo>
                  <a:lnTo>
                    <a:pt x="5506" y="10172"/>
                  </a:lnTo>
                  <a:lnTo>
                    <a:pt x="5370" y="10240"/>
                  </a:lnTo>
                  <a:lnTo>
                    <a:pt x="5273" y="10337"/>
                  </a:lnTo>
                  <a:lnTo>
                    <a:pt x="5101" y="10364"/>
                  </a:lnTo>
                  <a:lnTo>
                    <a:pt x="5002" y="10364"/>
                  </a:lnTo>
                  <a:lnTo>
                    <a:pt x="4982" y="10538"/>
                  </a:lnTo>
                  <a:lnTo>
                    <a:pt x="4867" y="10739"/>
                  </a:lnTo>
                  <a:lnTo>
                    <a:pt x="4738" y="10945"/>
                  </a:lnTo>
                  <a:lnTo>
                    <a:pt x="4563" y="11169"/>
                  </a:lnTo>
                  <a:lnTo>
                    <a:pt x="4385" y="11316"/>
                  </a:lnTo>
                  <a:lnTo>
                    <a:pt x="4328" y="11463"/>
                  </a:lnTo>
                  <a:lnTo>
                    <a:pt x="4152" y="11706"/>
                  </a:lnTo>
                  <a:lnTo>
                    <a:pt x="4065" y="11719"/>
                  </a:lnTo>
                  <a:lnTo>
                    <a:pt x="3934" y="11751"/>
                  </a:lnTo>
                  <a:lnTo>
                    <a:pt x="3849" y="11911"/>
                  </a:lnTo>
                  <a:lnTo>
                    <a:pt x="3781" y="12158"/>
                  </a:lnTo>
                  <a:lnTo>
                    <a:pt x="3725" y="12255"/>
                  </a:lnTo>
                  <a:lnTo>
                    <a:pt x="3603" y="12585"/>
                  </a:lnTo>
                  <a:lnTo>
                    <a:pt x="3316" y="12676"/>
                  </a:lnTo>
                  <a:lnTo>
                    <a:pt x="3265" y="12951"/>
                  </a:lnTo>
                  <a:lnTo>
                    <a:pt x="3134" y="12987"/>
                  </a:lnTo>
                  <a:lnTo>
                    <a:pt x="3035" y="12919"/>
                  </a:lnTo>
                  <a:lnTo>
                    <a:pt x="2939" y="12754"/>
                  </a:lnTo>
                  <a:cubicBezTo>
                    <a:pt x="2886" y="12812"/>
                    <a:pt x="2837" y="12876"/>
                    <a:pt x="2790" y="12947"/>
                  </a:cubicBezTo>
                  <a:cubicBezTo>
                    <a:pt x="2744" y="13015"/>
                    <a:pt x="2702" y="13088"/>
                    <a:pt x="2663" y="13166"/>
                  </a:cubicBezTo>
                  <a:lnTo>
                    <a:pt x="2511" y="13235"/>
                  </a:lnTo>
                  <a:lnTo>
                    <a:pt x="2334" y="13327"/>
                  </a:lnTo>
                  <a:lnTo>
                    <a:pt x="2256" y="13258"/>
                  </a:lnTo>
                  <a:lnTo>
                    <a:pt x="2079" y="13176"/>
                  </a:lnTo>
                  <a:lnTo>
                    <a:pt x="1886" y="13313"/>
                  </a:lnTo>
                  <a:lnTo>
                    <a:pt x="1701" y="13451"/>
                  </a:lnTo>
                  <a:lnTo>
                    <a:pt x="1776" y="13589"/>
                  </a:lnTo>
                  <a:lnTo>
                    <a:pt x="1890" y="13693"/>
                  </a:lnTo>
                  <a:lnTo>
                    <a:pt x="2105" y="13776"/>
                  </a:lnTo>
                  <a:lnTo>
                    <a:pt x="2379" y="13955"/>
                  </a:lnTo>
                  <a:lnTo>
                    <a:pt x="2554" y="14129"/>
                  </a:lnTo>
                  <a:lnTo>
                    <a:pt x="2659" y="14413"/>
                  </a:lnTo>
                  <a:lnTo>
                    <a:pt x="2704" y="14587"/>
                  </a:lnTo>
                  <a:lnTo>
                    <a:pt x="2768" y="14861"/>
                  </a:lnTo>
                  <a:lnTo>
                    <a:pt x="2792" y="15475"/>
                  </a:lnTo>
                  <a:lnTo>
                    <a:pt x="2771" y="15814"/>
                  </a:lnTo>
                  <a:cubicBezTo>
                    <a:pt x="2745" y="15996"/>
                    <a:pt x="2708" y="16172"/>
                    <a:pt x="2661" y="16341"/>
                  </a:cubicBezTo>
                  <a:cubicBezTo>
                    <a:pt x="2629" y="16460"/>
                    <a:pt x="2591" y="16574"/>
                    <a:pt x="2549" y="16684"/>
                  </a:cubicBezTo>
                  <a:lnTo>
                    <a:pt x="2342" y="16817"/>
                  </a:lnTo>
                  <a:lnTo>
                    <a:pt x="2030" y="16830"/>
                  </a:lnTo>
                  <a:lnTo>
                    <a:pt x="1856" y="16830"/>
                  </a:lnTo>
                  <a:lnTo>
                    <a:pt x="1549" y="16804"/>
                  </a:lnTo>
                  <a:lnTo>
                    <a:pt x="1329" y="16707"/>
                  </a:lnTo>
                  <a:lnTo>
                    <a:pt x="970" y="16537"/>
                  </a:lnTo>
                  <a:lnTo>
                    <a:pt x="739" y="16469"/>
                  </a:lnTo>
                  <a:lnTo>
                    <a:pt x="478" y="16547"/>
                  </a:lnTo>
                  <a:lnTo>
                    <a:pt x="293" y="16647"/>
                  </a:lnTo>
                  <a:lnTo>
                    <a:pt x="164" y="17042"/>
                  </a:lnTo>
                  <a:lnTo>
                    <a:pt x="199" y="17371"/>
                  </a:lnTo>
                  <a:lnTo>
                    <a:pt x="231" y="17765"/>
                  </a:lnTo>
                  <a:lnTo>
                    <a:pt x="199" y="18217"/>
                  </a:lnTo>
                  <a:lnTo>
                    <a:pt x="86" y="18602"/>
                  </a:lnTo>
                  <a:lnTo>
                    <a:pt x="24" y="19028"/>
                  </a:lnTo>
                  <a:lnTo>
                    <a:pt x="0" y="19390"/>
                  </a:lnTo>
                  <a:lnTo>
                    <a:pt x="32" y="19623"/>
                  </a:lnTo>
                  <a:lnTo>
                    <a:pt x="105" y="19880"/>
                  </a:lnTo>
                  <a:lnTo>
                    <a:pt x="97" y="20137"/>
                  </a:lnTo>
                  <a:lnTo>
                    <a:pt x="40" y="20343"/>
                  </a:lnTo>
                  <a:lnTo>
                    <a:pt x="81" y="20612"/>
                  </a:lnTo>
                  <a:lnTo>
                    <a:pt x="245" y="20708"/>
                  </a:lnTo>
                  <a:lnTo>
                    <a:pt x="417" y="20644"/>
                  </a:lnTo>
                  <a:lnTo>
                    <a:pt x="624" y="20794"/>
                  </a:lnTo>
                  <a:lnTo>
                    <a:pt x="693" y="20881"/>
                  </a:lnTo>
                  <a:lnTo>
                    <a:pt x="1007" y="21211"/>
                  </a:lnTo>
                  <a:lnTo>
                    <a:pt x="1064" y="21408"/>
                  </a:lnTo>
                  <a:lnTo>
                    <a:pt x="1160" y="21436"/>
                  </a:lnTo>
                  <a:lnTo>
                    <a:pt x="1241" y="21600"/>
                  </a:lnTo>
                  <a:lnTo>
                    <a:pt x="1286" y="21437"/>
                  </a:lnTo>
                  <a:lnTo>
                    <a:pt x="1286" y="21236"/>
                  </a:lnTo>
                  <a:lnTo>
                    <a:pt x="1358" y="21119"/>
                  </a:lnTo>
                  <a:lnTo>
                    <a:pt x="1562" y="21092"/>
                  </a:lnTo>
                  <a:lnTo>
                    <a:pt x="1667" y="21105"/>
                  </a:lnTo>
                  <a:cubicBezTo>
                    <a:pt x="1731" y="21119"/>
                    <a:pt x="1796" y="21128"/>
                    <a:pt x="1860" y="21133"/>
                  </a:cubicBezTo>
                  <a:cubicBezTo>
                    <a:pt x="1936" y="21139"/>
                    <a:pt x="2011" y="21139"/>
                    <a:pt x="2086" y="21133"/>
                  </a:cubicBezTo>
                  <a:lnTo>
                    <a:pt x="2247" y="21051"/>
                  </a:lnTo>
                  <a:lnTo>
                    <a:pt x="2333" y="20941"/>
                  </a:lnTo>
                  <a:lnTo>
                    <a:pt x="2422" y="20693"/>
                  </a:lnTo>
                  <a:lnTo>
                    <a:pt x="2519" y="20556"/>
                  </a:lnTo>
                  <a:lnTo>
                    <a:pt x="2655" y="20387"/>
                  </a:lnTo>
                  <a:lnTo>
                    <a:pt x="2784" y="20214"/>
                  </a:lnTo>
                  <a:lnTo>
                    <a:pt x="2897" y="20063"/>
                  </a:lnTo>
                  <a:lnTo>
                    <a:pt x="2921" y="19885"/>
                  </a:lnTo>
                  <a:lnTo>
                    <a:pt x="2921" y="19541"/>
                  </a:lnTo>
                  <a:lnTo>
                    <a:pt x="2969" y="19349"/>
                  </a:lnTo>
                  <a:lnTo>
                    <a:pt x="3039" y="19161"/>
                  </a:lnTo>
                  <a:lnTo>
                    <a:pt x="3241" y="18748"/>
                  </a:lnTo>
                  <a:lnTo>
                    <a:pt x="3257" y="18515"/>
                  </a:lnTo>
                  <a:cubicBezTo>
                    <a:pt x="3267" y="18464"/>
                    <a:pt x="3283" y="18417"/>
                    <a:pt x="3305" y="18379"/>
                  </a:cubicBezTo>
                  <a:cubicBezTo>
                    <a:pt x="3367" y="18269"/>
                    <a:pt x="3459" y="18240"/>
                    <a:pt x="3541" y="18187"/>
                  </a:cubicBezTo>
                  <a:cubicBezTo>
                    <a:pt x="3616" y="18139"/>
                    <a:pt x="3685" y="18071"/>
                    <a:pt x="3745" y="17985"/>
                  </a:cubicBezTo>
                  <a:lnTo>
                    <a:pt x="3923" y="17728"/>
                  </a:lnTo>
                  <a:lnTo>
                    <a:pt x="4081" y="17581"/>
                  </a:lnTo>
                  <a:lnTo>
                    <a:pt x="4167" y="17554"/>
                  </a:lnTo>
                  <a:lnTo>
                    <a:pt x="4059" y="17247"/>
                  </a:lnTo>
                  <a:lnTo>
                    <a:pt x="3955" y="17261"/>
                  </a:lnTo>
                  <a:lnTo>
                    <a:pt x="3938" y="16973"/>
                  </a:lnTo>
                  <a:lnTo>
                    <a:pt x="4118" y="16859"/>
                  </a:lnTo>
                  <a:lnTo>
                    <a:pt x="4354" y="16726"/>
                  </a:lnTo>
                  <a:lnTo>
                    <a:pt x="4432" y="16658"/>
                  </a:lnTo>
                  <a:lnTo>
                    <a:pt x="4620" y="16554"/>
                  </a:lnTo>
                  <a:lnTo>
                    <a:pt x="4738" y="16663"/>
                  </a:lnTo>
                  <a:lnTo>
                    <a:pt x="4945" y="16842"/>
                  </a:lnTo>
                  <a:lnTo>
                    <a:pt x="5057" y="16801"/>
                  </a:lnTo>
                  <a:lnTo>
                    <a:pt x="5270" y="16614"/>
                  </a:lnTo>
                  <a:cubicBezTo>
                    <a:pt x="5348" y="16588"/>
                    <a:pt x="5424" y="16547"/>
                    <a:pt x="5495" y="16490"/>
                  </a:cubicBezTo>
                  <a:cubicBezTo>
                    <a:pt x="5582" y="16422"/>
                    <a:pt x="5661" y="16332"/>
                    <a:pt x="5732" y="16224"/>
                  </a:cubicBezTo>
                  <a:lnTo>
                    <a:pt x="5896" y="16096"/>
                  </a:lnTo>
                  <a:lnTo>
                    <a:pt x="6009" y="16027"/>
                  </a:lnTo>
                  <a:lnTo>
                    <a:pt x="6185" y="15959"/>
                  </a:lnTo>
                  <a:lnTo>
                    <a:pt x="6336" y="16187"/>
                  </a:lnTo>
                  <a:lnTo>
                    <a:pt x="6513" y="16558"/>
                  </a:lnTo>
                  <a:lnTo>
                    <a:pt x="6478" y="16957"/>
                  </a:lnTo>
                  <a:lnTo>
                    <a:pt x="6566" y="17191"/>
                  </a:lnTo>
                  <a:cubicBezTo>
                    <a:pt x="6627" y="17266"/>
                    <a:pt x="6693" y="17327"/>
                    <a:pt x="6762" y="17374"/>
                  </a:cubicBezTo>
                  <a:cubicBezTo>
                    <a:pt x="6828" y="17418"/>
                    <a:pt x="6896" y="17449"/>
                    <a:pt x="6961" y="17493"/>
                  </a:cubicBezTo>
                  <a:cubicBezTo>
                    <a:pt x="7076" y="17571"/>
                    <a:pt x="7181" y="17688"/>
                    <a:pt x="7268" y="17837"/>
                  </a:cubicBezTo>
                  <a:lnTo>
                    <a:pt x="7381" y="17960"/>
                  </a:lnTo>
                  <a:lnTo>
                    <a:pt x="7502" y="18097"/>
                  </a:lnTo>
                  <a:lnTo>
                    <a:pt x="7652" y="18230"/>
                  </a:lnTo>
                  <a:lnTo>
                    <a:pt x="7765" y="18312"/>
                  </a:lnTo>
                  <a:lnTo>
                    <a:pt x="7950" y="18500"/>
                  </a:lnTo>
                  <a:lnTo>
                    <a:pt x="8004" y="18619"/>
                  </a:lnTo>
                  <a:lnTo>
                    <a:pt x="8122" y="18894"/>
                  </a:lnTo>
                  <a:lnTo>
                    <a:pt x="8273" y="19251"/>
                  </a:lnTo>
                  <a:lnTo>
                    <a:pt x="8399" y="19535"/>
                  </a:lnTo>
                  <a:lnTo>
                    <a:pt x="8203" y="19705"/>
                  </a:lnTo>
                  <a:lnTo>
                    <a:pt x="8232" y="19896"/>
                  </a:lnTo>
                  <a:lnTo>
                    <a:pt x="8184" y="20192"/>
                  </a:lnTo>
                  <a:lnTo>
                    <a:pt x="8313" y="20256"/>
                  </a:lnTo>
                  <a:lnTo>
                    <a:pt x="8369" y="20092"/>
                  </a:lnTo>
                  <a:lnTo>
                    <a:pt x="8471" y="19927"/>
                  </a:lnTo>
                  <a:lnTo>
                    <a:pt x="8584" y="19703"/>
                  </a:lnTo>
                  <a:lnTo>
                    <a:pt x="8621" y="19542"/>
                  </a:lnTo>
                  <a:lnTo>
                    <a:pt x="8570" y="19314"/>
                  </a:lnTo>
                  <a:lnTo>
                    <a:pt x="8522" y="19090"/>
                  </a:lnTo>
                  <a:lnTo>
                    <a:pt x="8493" y="18927"/>
                  </a:lnTo>
                  <a:lnTo>
                    <a:pt x="8573" y="18716"/>
                  </a:lnTo>
                  <a:lnTo>
                    <a:pt x="8735" y="18702"/>
                  </a:lnTo>
                  <a:lnTo>
                    <a:pt x="8831" y="18752"/>
                  </a:lnTo>
                  <a:lnTo>
                    <a:pt x="8888" y="18876"/>
                  </a:lnTo>
                  <a:lnTo>
                    <a:pt x="9070" y="18944"/>
                  </a:lnTo>
                  <a:lnTo>
                    <a:pt x="9159" y="18880"/>
                  </a:lnTo>
                  <a:lnTo>
                    <a:pt x="9054" y="18697"/>
                  </a:lnTo>
                  <a:lnTo>
                    <a:pt x="8898" y="18523"/>
                  </a:lnTo>
                  <a:lnTo>
                    <a:pt x="8594" y="18261"/>
                  </a:lnTo>
                  <a:lnTo>
                    <a:pt x="8368" y="18041"/>
                  </a:lnTo>
                  <a:lnTo>
                    <a:pt x="8097" y="17835"/>
                  </a:lnTo>
                  <a:lnTo>
                    <a:pt x="7917" y="17422"/>
                  </a:lnTo>
                  <a:lnTo>
                    <a:pt x="7716" y="17353"/>
                  </a:lnTo>
                  <a:lnTo>
                    <a:pt x="7485" y="16964"/>
                  </a:lnTo>
                  <a:lnTo>
                    <a:pt x="7541" y="16565"/>
                  </a:lnTo>
                  <a:lnTo>
                    <a:pt x="7398" y="16378"/>
                  </a:lnTo>
                  <a:lnTo>
                    <a:pt x="7222" y="16240"/>
                  </a:lnTo>
                  <a:lnTo>
                    <a:pt x="6975" y="15938"/>
                  </a:lnTo>
                  <a:lnTo>
                    <a:pt x="6974" y="15498"/>
                  </a:lnTo>
                  <a:lnTo>
                    <a:pt x="7213" y="15265"/>
                  </a:lnTo>
                  <a:lnTo>
                    <a:pt x="7388" y="15320"/>
                  </a:lnTo>
                  <a:lnTo>
                    <a:pt x="7527" y="15712"/>
                  </a:lnTo>
                  <a:lnTo>
                    <a:pt x="7790" y="15919"/>
                  </a:lnTo>
                  <a:cubicBezTo>
                    <a:pt x="7896" y="15936"/>
                    <a:pt x="7997" y="15992"/>
                    <a:pt x="8089" y="16084"/>
                  </a:cubicBezTo>
                  <a:cubicBezTo>
                    <a:pt x="8148" y="16143"/>
                    <a:pt x="8203" y="16217"/>
                    <a:pt x="8250" y="16304"/>
                  </a:cubicBezTo>
                  <a:lnTo>
                    <a:pt x="8390" y="16623"/>
                  </a:lnTo>
                  <a:lnTo>
                    <a:pt x="8497" y="16783"/>
                  </a:lnTo>
                  <a:lnTo>
                    <a:pt x="8659" y="16893"/>
                  </a:lnTo>
                  <a:cubicBezTo>
                    <a:pt x="8718" y="16911"/>
                    <a:pt x="8777" y="16939"/>
                    <a:pt x="8833" y="16975"/>
                  </a:cubicBezTo>
                  <a:cubicBezTo>
                    <a:pt x="8886" y="17009"/>
                    <a:pt x="8937" y="17050"/>
                    <a:pt x="8986" y="17098"/>
                  </a:cubicBezTo>
                  <a:lnTo>
                    <a:pt x="9201" y="17368"/>
                  </a:lnTo>
                  <a:lnTo>
                    <a:pt x="9367" y="17642"/>
                  </a:lnTo>
                  <a:lnTo>
                    <a:pt x="9448" y="18069"/>
                  </a:lnTo>
                  <a:lnTo>
                    <a:pt x="9472" y="18476"/>
                  </a:lnTo>
                  <a:lnTo>
                    <a:pt x="9480" y="18860"/>
                  </a:lnTo>
                  <a:lnTo>
                    <a:pt x="9606" y="19231"/>
                  </a:lnTo>
                  <a:lnTo>
                    <a:pt x="9708" y="19433"/>
                  </a:lnTo>
                  <a:lnTo>
                    <a:pt x="9931" y="19550"/>
                  </a:lnTo>
                  <a:lnTo>
                    <a:pt x="10097" y="19631"/>
                  </a:lnTo>
                  <a:lnTo>
                    <a:pt x="10223" y="19645"/>
                  </a:lnTo>
                  <a:lnTo>
                    <a:pt x="10379" y="19791"/>
                  </a:lnTo>
                  <a:lnTo>
                    <a:pt x="10473" y="19924"/>
                  </a:lnTo>
                  <a:lnTo>
                    <a:pt x="10384" y="20183"/>
                  </a:lnTo>
                  <a:lnTo>
                    <a:pt x="10159" y="20128"/>
                  </a:lnTo>
                  <a:lnTo>
                    <a:pt x="10073" y="20243"/>
                  </a:lnTo>
                  <a:lnTo>
                    <a:pt x="10193" y="20472"/>
                  </a:lnTo>
                  <a:lnTo>
                    <a:pt x="10266" y="20815"/>
                  </a:lnTo>
                  <a:cubicBezTo>
                    <a:pt x="10273" y="20912"/>
                    <a:pt x="10304" y="20999"/>
                    <a:pt x="10352" y="21053"/>
                  </a:cubicBezTo>
                  <a:cubicBezTo>
                    <a:pt x="10384" y="21090"/>
                    <a:pt x="10423" y="21109"/>
                    <a:pt x="10462" y="21108"/>
                  </a:cubicBezTo>
                  <a:lnTo>
                    <a:pt x="10696" y="20998"/>
                  </a:lnTo>
                  <a:lnTo>
                    <a:pt x="10712" y="20701"/>
                  </a:lnTo>
                  <a:cubicBezTo>
                    <a:pt x="10707" y="20596"/>
                    <a:pt x="10707" y="20491"/>
                    <a:pt x="10712" y="20387"/>
                  </a:cubicBezTo>
                  <a:cubicBezTo>
                    <a:pt x="10716" y="20296"/>
                    <a:pt x="10724" y="20206"/>
                    <a:pt x="10736" y="20117"/>
                  </a:cubicBezTo>
                  <a:cubicBezTo>
                    <a:pt x="10735" y="20034"/>
                    <a:pt x="10727" y="19953"/>
                    <a:pt x="10712" y="19874"/>
                  </a:cubicBezTo>
                  <a:cubicBezTo>
                    <a:pt x="10684" y="19724"/>
                    <a:pt x="10633" y="19589"/>
                    <a:pt x="10564" y="19484"/>
                  </a:cubicBezTo>
                  <a:lnTo>
                    <a:pt x="10443" y="19117"/>
                  </a:lnTo>
                  <a:cubicBezTo>
                    <a:pt x="10405" y="19035"/>
                    <a:pt x="10398" y="18922"/>
                    <a:pt x="10427" y="18829"/>
                  </a:cubicBezTo>
                  <a:cubicBezTo>
                    <a:pt x="10451" y="18751"/>
                    <a:pt x="10497" y="18700"/>
                    <a:pt x="10548" y="18692"/>
                  </a:cubicBezTo>
                  <a:lnTo>
                    <a:pt x="10680" y="18705"/>
                  </a:lnTo>
                  <a:lnTo>
                    <a:pt x="10811" y="18765"/>
                  </a:lnTo>
                  <a:lnTo>
                    <a:pt x="10929" y="18911"/>
                  </a:lnTo>
                  <a:lnTo>
                    <a:pt x="10953" y="18597"/>
                  </a:lnTo>
                  <a:lnTo>
                    <a:pt x="11025" y="18391"/>
                  </a:lnTo>
                  <a:lnTo>
                    <a:pt x="11310" y="18336"/>
                  </a:lnTo>
                  <a:lnTo>
                    <a:pt x="11533" y="18336"/>
                  </a:lnTo>
                  <a:lnTo>
                    <a:pt x="11766" y="18570"/>
                  </a:lnTo>
                  <a:lnTo>
                    <a:pt x="11991" y="18469"/>
                  </a:lnTo>
                  <a:lnTo>
                    <a:pt x="12104" y="18400"/>
                  </a:lnTo>
                  <a:lnTo>
                    <a:pt x="12392" y="18317"/>
                  </a:lnTo>
                  <a:lnTo>
                    <a:pt x="12469" y="18171"/>
                  </a:lnTo>
                  <a:cubicBezTo>
                    <a:pt x="12441" y="18118"/>
                    <a:pt x="12413" y="18066"/>
                    <a:pt x="12383" y="18015"/>
                  </a:cubicBezTo>
                  <a:cubicBezTo>
                    <a:pt x="12320" y="17907"/>
                    <a:pt x="12252" y="17806"/>
                    <a:pt x="12181" y="17713"/>
                  </a:cubicBezTo>
                  <a:cubicBezTo>
                    <a:pt x="12169" y="17590"/>
                    <a:pt x="12166" y="17465"/>
                    <a:pt x="12173" y="17342"/>
                  </a:cubicBezTo>
                  <a:cubicBezTo>
                    <a:pt x="12182" y="17201"/>
                    <a:pt x="12204" y="17063"/>
                    <a:pt x="12238" y="16934"/>
                  </a:cubicBezTo>
                  <a:lnTo>
                    <a:pt x="12262" y="16700"/>
                  </a:lnTo>
                  <a:lnTo>
                    <a:pt x="12383" y="16233"/>
                  </a:lnTo>
                  <a:lnTo>
                    <a:pt x="12447" y="15904"/>
                  </a:lnTo>
                  <a:lnTo>
                    <a:pt x="12552" y="15455"/>
                  </a:lnTo>
                  <a:lnTo>
                    <a:pt x="12671" y="15194"/>
                  </a:lnTo>
                  <a:lnTo>
                    <a:pt x="12888" y="14822"/>
                  </a:lnTo>
                  <a:lnTo>
                    <a:pt x="13179" y="14607"/>
                  </a:lnTo>
                  <a:lnTo>
                    <a:pt x="13407" y="14414"/>
                  </a:lnTo>
                  <a:lnTo>
                    <a:pt x="13485" y="14588"/>
                  </a:lnTo>
                  <a:lnTo>
                    <a:pt x="13485" y="14898"/>
                  </a:lnTo>
                  <a:lnTo>
                    <a:pt x="13692" y="14926"/>
                  </a:lnTo>
                  <a:lnTo>
                    <a:pt x="13794" y="15008"/>
                  </a:lnTo>
                  <a:lnTo>
                    <a:pt x="13842" y="15254"/>
                  </a:lnTo>
                  <a:lnTo>
                    <a:pt x="13659" y="15264"/>
                  </a:lnTo>
                  <a:lnTo>
                    <a:pt x="13643" y="15414"/>
                  </a:lnTo>
                  <a:lnTo>
                    <a:pt x="13845" y="15703"/>
                  </a:lnTo>
                  <a:lnTo>
                    <a:pt x="13960" y="15946"/>
                  </a:lnTo>
                  <a:lnTo>
                    <a:pt x="14162" y="15979"/>
                  </a:lnTo>
                  <a:lnTo>
                    <a:pt x="14250" y="15857"/>
                  </a:lnTo>
                  <a:lnTo>
                    <a:pt x="14403" y="15678"/>
                  </a:lnTo>
                  <a:lnTo>
                    <a:pt x="14752" y="15546"/>
                  </a:lnTo>
                  <a:lnTo>
                    <a:pt x="14728" y="15315"/>
                  </a:lnTo>
                  <a:lnTo>
                    <a:pt x="14639" y="15250"/>
                  </a:lnTo>
                  <a:lnTo>
                    <a:pt x="14489" y="15305"/>
                  </a:lnTo>
                  <a:cubicBezTo>
                    <a:pt x="14437" y="15251"/>
                    <a:pt x="14386" y="15193"/>
                    <a:pt x="14336" y="15132"/>
                  </a:cubicBezTo>
                  <a:cubicBezTo>
                    <a:pt x="14301" y="15088"/>
                    <a:pt x="14266" y="15042"/>
                    <a:pt x="14232" y="14994"/>
                  </a:cubicBezTo>
                  <a:lnTo>
                    <a:pt x="14288" y="14817"/>
                  </a:lnTo>
                  <a:lnTo>
                    <a:pt x="14447" y="14721"/>
                  </a:lnTo>
                  <a:lnTo>
                    <a:pt x="14613" y="14569"/>
                  </a:lnTo>
                  <a:lnTo>
                    <a:pt x="14824" y="14382"/>
                  </a:lnTo>
                  <a:lnTo>
                    <a:pt x="14966" y="14231"/>
                  </a:lnTo>
                  <a:lnTo>
                    <a:pt x="15155" y="14089"/>
                  </a:lnTo>
                  <a:lnTo>
                    <a:pt x="15299" y="14048"/>
                  </a:lnTo>
                  <a:lnTo>
                    <a:pt x="15474" y="14204"/>
                  </a:lnTo>
                  <a:lnTo>
                    <a:pt x="15391" y="14386"/>
                  </a:lnTo>
                  <a:lnTo>
                    <a:pt x="15273" y="14666"/>
                  </a:lnTo>
                  <a:lnTo>
                    <a:pt x="15265" y="14990"/>
                  </a:lnTo>
                  <a:lnTo>
                    <a:pt x="15230" y="15325"/>
                  </a:lnTo>
                  <a:lnTo>
                    <a:pt x="15118" y="15517"/>
                  </a:lnTo>
                  <a:lnTo>
                    <a:pt x="15096" y="15705"/>
                  </a:lnTo>
                  <a:lnTo>
                    <a:pt x="15233" y="15800"/>
                  </a:lnTo>
                  <a:cubicBezTo>
                    <a:pt x="15284" y="15813"/>
                    <a:pt x="15335" y="15836"/>
                    <a:pt x="15383" y="15869"/>
                  </a:cubicBezTo>
                  <a:cubicBezTo>
                    <a:pt x="15456" y="15919"/>
                    <a:pt x="15524" y="15992"/>
                    <a:pt x="15582" y="16084"/>
                  </a:cubicBezTo>
                  <a:lnTo>
                    <a:pt x="15792" y="16341"/>
                  </a:lnTo>
                  <a:lnTo>
                    <a:pt x="16009" y="16409"/>
                  </a:lnTo>
                  <a:lnTo>
                    <a:pt x="16163" y="16684"/>
                  </a:lnTo>
                  <a:lnTo>
                    <a:pt x="16364" y="16863"/>
                  </a:lnTo>
                  <a:lnTo>
                    <a:pt x="16519" y="17063"/>
                  </a:lnTo>
                  <a:lnTo>
                    <a:pt x="16602" y="17384"/>
                  </a:lnTo>
                  <a:lnTo>
                    <a:pt x="16900" y="17421"/>
                  </a:lnTo>
                  <a:lnTo>
                    <a:pt x="17231" y="17499"/>
                  </a:lnTo>
                  <a:lnTo>
                    <a:pt x="17545" y="17705"/>
                  </a:lnTo>
                  <a:lnTo>
                    <a:pt x="17840" y="17980"/>
                  </a:lnTo>
                  <a:lnTo>
                    <a:pt x="18090" y="18259"/>
                  </a:lnTo>
                  <a:lnTo>
                    <a:pt x="18475" y="18575"/>
                  </a:lnTo>
                  <a:lnTo>
                    <a:pt x="18792" y="18777"/>
                  </a:lnTo>
                  <a:lnTo>
                    <a:pt x="19129" y="19050"/>
                  </a:lnTo>
                  <a:lnTo>
                    <a:pt x="19351" y="19182"/>
                  </a:lnTo>
                  <a:lnTo>
                    <a:pt x="19359" y="18839"/>
                  </a:lnTo>
                  <a:lnTo>
                    <a:pt x="19201" y="18353"/>
                  </a:lnTo>
                  <a:lnTo>
                    <a:pt x="19056" y="17804"/>
                  </a:lnTo>
                  <a:lnTo>
                    <a:pt x="18836" y="17575"/>
                  </a:lnTo>
                  <a:lnTo>
                    <a:pt x="18691" y="17287"/>
                  </a:lnTo>
                  <a:lnTo>
                    <a:pt x="18580" y="17027"/>
                  </a:lnTo>
                  <a:lnTo>
                    <a:pt x="18437" y="16793"/>
                  </a:lnTo>
                  <a:lnTo>
                    <a:pt x="18437" y="16531"/>
                  </a:lnTo>
                  <a:lnTo>
                    <a:pt x="18220" y="16330"/>
                  </a:lnTo>
                  <a:lnTo>
                    <a:pt x="18064" y="15973"/>
                  </a:lnTo>
                  <a:lnTo>
                    <a:pt x="18247" y="15607"/>
                  </a:lnTo>
                  <a:lnTo>
                    <a:pt x="18424" y="15318"/>
                  </a:lnTo>
                  <a:lnTo>
                    <a:pt x="18655" y="15304"/>
                  </a:lnTo>
                  <a:lnTo>
                    <a:pt x="18759" y="15057"/>
                  </a:lnTo>
                  <a:cubicBezTo>
                    <a:pt x="18777" y="14995"/>
                    <a:pt x="18799" y="14935"/>
                    <a:pt x="18824" y="14880"/>
                  </a:cubicBezTo>
                  <a:cubicBezTo>
                    <a:pt x="18871" y="14776"/>
                    <a:pt x="18929" y="14689"/>
                    <a:pt x="18996" y="14623"/>
                  </a:cubicBezTo>
                  <a:lnTo>
                    <a:pt x="19321" y="14418"/>
                  </a:lnTo>
                  <a:lnTo>
                    <a:pt x="19622" y="14295"/>
                  </a:lnTo>
                  <a:lnTo>
                    <a:pt x="19459" y="13998"/>
                  </a:lnTo>
                  <a:lnTo>
                    <a:pt x="19352" y="13728"/>
                  </a:lnTo>
                  <a:lnTo>
                    <a:pt x="19263" y="13311"/>
                  </a:lnTo>
                  <a:lnTo>
                    <a:pt x="19263" y="12674"/>
                  </a:lnTo>
                  <a:lnTo>
                    <a:pt x="19094" y="12413"/>
                  </a:lnTo>
                  <a:lnTo>
                    <a:pt x="18905" y="12303"/>
                  </a:lnTo>
                  <a:lnTo>
                    <a:pt x="18825" y="11587"/>
                  </a:lnTo>
                  <a:lnTo>
                    <a:pt x="18825" y="11300"/>
                  </a:lnTo>
                  <a:lnTo>
                    <a:pt x="19026" y="11176"/>
                  </a:lnTo>
                  <a:lnTo>
                    <a:pt x="19153" y="11204"/>
                  </a:lnTo>
                  <a:lnTo>
                    <a:pt x="19685" y="11492"/>
                  </a:lnTo>
                  <a:lnTo>
                    <a:pt x="19916" y="11286"/>
                  </a:lnTo>
                  <a:lnTo>
                    <a:pt x="20085" y="11176"/>
                  </a:lnTo>
                  <a:lnTo>
                    <a:pt x="20330" y="11204"/>
                  </a:lnTo>
                  <a:lnTo>
                    <a:pt x="20504" y="11392"/>
                  </a:lnTo>
                  <a:lnTo>
                    <a:pt x="20892" y="11571"/>
                  </a:lnTo>
                  <a:lnTo>
                    <a:pt x="21279" y="11763"/>
                  </a:lnTo>
                  <a:lnTo>
                    <a:pt x="21416" y="11557"/>
                  </a:lnTo>
                  <a:lnTo>
                    <a:pt x="21488" y="11250"/>
                  </a:lnTo>
                  <a:lnTo>
                    <a:pt x="21480" y="10939"/>
                  </a:lnTo>
                  <a:lnTo>
                    <a:pt x="21585" y="10788"/>
                  </a:lnTo>
                  <a:lnTo>
                    <a:pt x="21472" y="10615"/>
                  </a:lnTo>
                  <a:lnTo>
                    <a:pt x="21445" y="10409"/>
                  </a:lnTo>
                  <a:lnTo>
                    <a:pt x="21539" y="10161"/>
                  </a:lnTo>
                  <a:lnTo>
                    <a:pt x="21600" y="9773"/>
                  </a:lnTo>
                  <a:lnTo>
                    <a:pt x="21449" y="9398"/>
                  </a:lnTo>
                  <a:lnTo>
                    <a:pt x="21248" y="9192"/>
                  </a:lnTo>
                  <a:lnTo>
                    <a:pt x="21117" y="9270"/>
                  </a:lnTo>
                  <a:lnTo>
                    <a:pt x="21077" y="9513"/>
                  </a:lnTo>
                  <a:lnTo>
                    <a:pt x="21021" y="9718"/>
                  </a:lnTo>
                  <a:lnTo>
                    <a:pt x="20909" y="9814"/>
                  </a:lnTo>
                  <a:lnTo>
                    <a:pt x="20756" y="9882"/>
                  </a:lnTo>
                  <a:lnTo>
                    <a:pt x="20592" y="9662"/>
                  </a:lnTo>
                  <a:lnTo>
                    <a:pt x="20385" y="9355"/>
                  </a:lnTo>
                  <a:lnTo>
                    <a:pt x="20422" y="9122"/>
                  </a:lnTo>
                  <a:lnTo>
                    <a:pt x="20264" y="8894"/>
                  </a:lnTo>
                  <a:lnTo>
                    <a:pt x="20434" y="8637"/>
                  </a:lnTo>
                  <a:lnTo>
                    <a:pt x="20710" y="8587"/>
                  </a:lnTo>
                  <a:lnTo>
                    <a:pt x="20858" y="8416"/>
                  </a:lnTo>
                  <a:lnTo>
                    <a:pt x="20898" y="8128"/>
                  </a:lnTo>
                  <a:lnTo>
                    <a:pt x="20858" y="7798"/>
                  </a:lnTo>
                  <a:lnTo>
                    <a:pt x="20732" y="7675"/>
                  </a:lnTo>
                  <a:lnTo>
                    <a:pt x="20644" y="7355"/>
                  </a:lnTo>
                  <a:lnTo>
                    <a:pt x="20491" y="7121"/>
                  </a:lnTo>
                  <a:lnTo>
                    <a:pt x="20507" y="6709"/>
                  </a:lnTo>
                  <a:lnTo>
                    <a:pt x="20499" y="6365"/>
                  </a:lnTo>
                  <a:lnTo>
                    <a:pt x="20459" y="5985"/>
                  </a:lnTo>
                  <a:lnTo>
                    <a:pt x="20451" y="5531"/>
                  </a:lnTo>
                  <a:lnTo>
                    <a:pt x="20370" y="5106"/>
                  </a:lnTo>
                  <a:lnTo>
                    <a:pt x="20231" y="4810"/>
                  </a:lnTo>
                  <a:lnTo>
                    <a:pt x="20145" y="4182"/>
                  </a:lnTo>
                  <a:lnTo>
                    <a:pt x="20065" y="3716"/>
                  </a:lnTo>
                  <a:lnTo>
                    <a:pt x="19979" y="3404"/>
                  </a:lnTo>
                  <a:lnTo>
                    <a:pt x="19963" y="3062"/>
                  </a:lnTo>
                  <a:lnTo>
                    <a:pt x="20091" y="2842"/>
                  </a:lnTo>
                  <a:lnTo>
                    <a:pt x="20317" y="2737"/>
                  </a:lnTo>
                  <a:lnTo>
                    <a:pt x="20570" y="2546"/>
                  </a:lnTo>
                  <a:lnTo>
                    <a:pt x="20683" y="2340"/>
                  </a:lnTo>
                  <a:lnTo>
                    <a:pt x="20965" y="2162"/>
                  </a:lnTo>
                  <a:lnTo>
                    <a:pt x="21059" y="2043"/>
                  </a:lnTo>
                  <a:lnTo>
                    <a:pt x="21076" y="1814"/>
                  </a:lnTo>
                  <a:lnTo>
                    <a:pt x="21092" y="1581"/>
                  </a:lnTo>
                  <a:lnTo>
                    <a:pt x="20928" y="1371"/>
                  </a:lnTo>
                  <a:lnTo>
                    <a:pt x="20807" y="1150"/>
                  </a:lnTo>
                  <a:close/>
                </a:path>
              </a:pathLst>
            </a:custGeom>
            <a:grpFill/>
            <a:ln w="25400" cap="flat">
              <a:noFill/>
              <a:prstDash val="solid"/>
              <a:miter lim="400000"/>
            </a:ln>
            <a:effectLst/>
          </p:spPr>
          <p:txBody>
            <a:bodyPr anchor="ctr"/>
            <a:lstStyle/>
            <a:p>
              <a:pPr algn="ctr"/>
              <a:endParaRPr/>
            </a:p>
          </p:txBody>
        </p:sp>
        <p:sp>
          <p:nvSpPr>
            <p:cNvPr id="116" name="ïŝļiḓé">
              <a:extLst>
                <a:ext uri="{FF2B5EF4-FFF2-40B4-BE49-F238E27FC236}">
                  <a16:creationId xmlns:a16="http://schemas.microsoft.com/office/drawing/2014/main" id="{18A35794-417C-E66F-BE7F-E53B7BA00198}"/>
                </a:ext>
              </a:extLst>
            </p:cNvPr>
            <p:cNvSpPr/>
            <p:nvPr/>
          </p:nvSpPr>
          <p:spPr>
            <a:xfrm>
              <a:off x="6872934" y="1426645"/>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grpFill/>
            <a:ln w="25400" cap="flat">
              <a:noFill/>
              <a:prstDash val="solid"/>
              <a:miter lim="400000"/>
            </a:ln>
            <a:effectLst/>
          </p:spPr>
          <p:txBody>
            <a:bodyPr anchor="ctr"/>
            <a:lstStyle/>
            <a:p>
              <a:pPr algn="ctr"/>
              <a:endParaRPr/>
            </a:p>
          </p:txBody>
        </p:sp>
        <p:sp>
          <p:nvSpPr>
            <p:cNvPr id="117" name="î$ḷïḓe">
              <a:extLst>
                <a:ext uri="{FF2B5EF4-FFF2-40B4-BE49-F238E27FC236}">
                  <a16:creationId xmlns:a16="http://schemas.microsoft.com/office/drawing/2014/main" id="{C068A19F-00A4-34EB-DA93-6865E50A3DB7}"/>
                </a:ext>
              </a:extLst>
            </p:cNvPr>
            <p:cNvSpPr/>
            <p:nvPr/>
          </p:nvSpPr>
          <p:spPr>
            <a:xfrm>
              <a:off x="5869377" y="1326101"/>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grpFill/>
            <a:ln w="25400" cap="flat">
              <a:noFill/>
              <a:prstDash val="solid"/>
              <a:miter lim="400000"/>
            </a:ln>
            <a:effectLst/>
          </p:spPr>
          <p:txBody>
            <a:bodyPr anchor="ctr"/>
            <a:lstStyle/>
            <a:p>
              <a:pPr algn="ctr"/>
              <a:endParaRPr/>
            </a:p>
          </p:txBody>
        </p:sp>
        <p:sp>
          <p:nvSpPr>
            <p:cNvPr id="118" name="íSliḍé">
              <a:extLst>
                <a:ext uri="{FF2B5EF4-FFF2-40B4-BE49-F238E27FC236}">
                  <a16:creationId xmlns:a16="http://schemas.microsoft.com/office/drawing/2014/main" id="{F898D326-0F92-B132-41BD-E0C557475E4B}"/>
                </a:ext>
              </a:extLst>
            </p:cNvPr>
            <p:cNvSpPr/>
            <p:nvPr/>
          </p:nvSpPr>
          <p:spPr>
            <a:xfrm>
              <a:off x="5016160" y="1729403"/>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grpFill/>
            <a:ln w="25400" cap="flat">
              <a:noFill/>
              <a:prstDash val="solid"/>
              <a:miter lim="400000"/>
            </a:ln>
            <a:effectLst/>
          </p:spPr>
          <p:txBody>
            <a:bodyPr anchor="ctr"/>
            <a:lstStyle/>
            <a:p>
              <a:pPr algn="ctr"/>
              <a:endParaRPr/>
            </a:p>
          </p:txBody>
        </p:sp>
        <p:sp>
          <p:nvSpPr>
            <p:cNvPr id="119" name="ïslïḋé">
              <a:extLst>
                <a:ext uri="{FF2B5EF4-FFF2-40B4-BE49-F238E27FC236}">
                  <a16:creationId xmlns:a16="http://schemas.microsoft.com/office/drawing/2014/main" id="{87B0EE0B-42D3-EE46-8E7B-0BDFBE5AF694}"/>
                </a:ext>
              </a:extLst>
            </p:cNvPr>
            <p:cNvSpPr/>
            <p:nvPr/>
          </p:nvSpPr>
          <p:spPr>
            <a:xfrm>
              <a:off x="5414902" y="1601282"/>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grpFill/>
            <a:ln w="25400" cap="flat">
              <a:noFill/>
              <a:prstDash val="solid"/>
              <a:miter lim="400000"/>
            </a:ln>
            <a:effectLst/>
          </p:spPr>
          <p:txBody>
            <a:bodyPr anchor="ctr"/>
            <a:lstStyle/>
            <a:p>
              <a:pPr algn="ctr"/>
              <a:endParaRPr/>
            </a:p>
          </p:txBody>
        </p:sp>
        <p:sp>
          <p:nvSpPr>
            <p:cNvPr id="120" name="is1ide">
              <a:extLst>
                <a:ext uri="{FF2B5EF4-FFF2-40B4-BE49-F238E27FC236}">
                  <a16:creationId xmlns:a16="http://schemas.microsoft.com/office/drawing/2014/main" id="{D4E5480F-0BA7-89FD-056D-E7DFA47E281D}"/>
                </a:ext>
              </a:extLst>
            </p:cNvPr>
            <p:cNvSpPr/>
            <p:nvPr/>
          </p:nvSpPr>
          <p:spPr>
            <a:xfrm>
              <a:off x="5426458" y="1837882"/>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grpFill/>
            <a:ln w="25400" cap="flat">
              <a:noFill/>
              <a:prstDash val="solid"/>
              <a:miter lim="400000"/>
            </a:ln>
            <a:effectLst/>
          </p:spPr>
          <p:txBody>
            <a:bodyPr anchor="ctr"/>
            <a:lstStyle/>
            <a:p>
              <a:pPr algn="ctr"/>
              <a:endParaRPr/>
            </a:p>
          </p:txBody>
        </p:sp>
        <p:sp>
          <p:nvSpPr>
            <p:cNvPr id="121" name="iṡ1îde">
              <a:extLst>
                <a:ext uri="{FF2B5EF4-FFF2-40B4-BE49-F238E27FC236}">
                  <a16:creationId xmlns:a16="http://schemas.microsoft.com/office/drawing/2014/main" id="{750AA839-BBF6-B476-C8BD-08DEFA6FD4ED}"/>
                </a:ext>
              </a:extLst>
            </p:cNvPr>
            <p:cNvSpPr/>
            <p:nvPr/>
          </p:nvSpPr>
          <p:spPr>
            <a:xfrm>
              <a:off x="5430421" y="1863360"/>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grpFill/>
            <a:ln w="25400" cap="flat">
              <a:noFill/>
              <a:prstDash val="solid"/>
              <a:miter lim="400000"/>
            </a:ln>
            <a:effectLst/>
          </p:spPr>
          <p:txBody>
            <a:bodyPr anchor="ctr"/>
            <a:lstStyle/>
            <a:p>
              <a:pPr algn="ctr"/>
              <a:endParaRPr/>
            </a:p>
          </p:txBody>
        </p:sp>
        <p:sp>
          <p:nvSpPr>
            <p:cNvPr id="122" name="ïSlïḑê">
              <a:extLst>
                <a:ext uri="{FF2B5EF4-FFF2-40B4-BE49-F238E27FC236}">
                  <a16:creationId xmlns:a16="http://schemas.microsoft.com/office/drawing/2014/main" id="{4C7B53E1-0143-5A47-1BAE-B64FB5D0FAD8}"/>
                </a:ext>
              </a:extLst>
            </p:cNvPr>
            <p:cNvSpPr/>
            <p:nvPr/>
          </p:nvSpPr>
          <p:spPr>
            <a:xfrm>
              <a:off x="5276566" y="2090226"/>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grpFill/>
            <a:ln w="25400" cap="flat">
              <a:noFill/>
              <a:prstDash val="solid"/>
              <a:miter lim="400000"/>
            </a:ln>
            <a:effectLst/>
          </p:spPr>
          <p:txBody>
            <a:bodyPr anchor="ctr"/>
            <a:lstStyle/>
            <a:p>
              <a:pPr algn="ctr"/>
              <a:endParaRPr/>
            </a:p>
          </p:txBody>
        </p:sp>
        <p:sp>
          <p:nvSpPr>
            <p:cNvPr id="123" name="ïṡḻîḑe">
              <a:extLst>
                <a:ext uri="{FF2B5EF4-FFF2-40B4-BE49-F238E27FC236}">
                  <a16:creationId xmlns:a16="http://schemas.microsoft.com/office/drawing/2014/main" id="{6804F452-543B-E5FE-449A-1EA9FBEAA9F1}"/>
                </a:ext>
              </a:extLst>
            </p:cNvPr>
            <p:cNvSpPr/>
            <p:nvPr/>
          </p:nvSpPr>
          <p:spPr>
            <a:xfrm>
              <a:off x="5407156" y="1993299"/>
              <a:ext cx="206900"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grpFill/>
            <a:ln w="25400" cap="flat">
              <a:noFill/>
              <a:prstDash val="solid"/>
              <a:miter lim="400000"/>
            </a:ln>
            <a:effectLst/>
          </p:spPr>
          <p:txBody>
            <a:bodyPr anchor="ctr"/>
            <a:lstStyle/>
            <a:p>
              <a:pPr algn="ctr"/>
              <a:endParaRPr/>
            </a:p>
          </p:txBody>
        </p:sp>
        <p:sp>
          <p:nvSpPr>
            <p:cNvPr id="124" name="ïṣḻïḋè">
              <a:extLst>
                <a:ext uri="{FF2B5EF4-FFF2-40B4-BE49-F238E27FC236}">
                  <a16:creationId xmlns:a16="http://schemas.microsoft.com/office/drawing/2014/main" id="{D9BE2863-E5FD-65DC-C7D3-B74DEFA02715}"/>
                </a:ext>
              </a:extLst>
            </p:cNvPr>
            <p:cNvSpPr/>
            <p:nvPr/>
          </p:nvSpPr>
          <p:spPr>
            <a:xfrm>
              <a:off x="5439609" y="2113104"/>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grpFill/>
            <a:ln w="25400" cap="flat">
              <a:noFill/>
              <a:prstDash val="solid"/>
              <a:miter lim="400000"/>
            </a:ln>
            <a:effectLst/>
          </p:spPr>
          <p:txBody>
            <a:bodyPr anchor="ctr"/>
            <a:lstStyle/>
            <a:p>
              <a:pPr algn="ctr"/>
              <a:endParaRPr/>
            </a:p>
          </p:txBody>
        </p:sp>
        <p:sp>
          <p:nvSpPr>
            <p:cNvPr id="125" name="ï$ľidé">
              <a:extLst>
                <a:ext uri="{FF2B5EF4-FFF2-40B4-BE49-F238E27FC236}">
                  <a16:creationId xmlns:a16="http://schemas.microsoft.com/office/drawing/2014/main" id="{ECD02947-2B5E-194C-0D6A-39B0D1730818}"/>
                </a:ext>
              </a:extLst>
            </p:cNvPr>
            <p:cNvSpPr/>
            <p:nvPr/>
          </p:nvSpPr>
          <p:spPr>
            <a:xfrm>
              <a:off x="5461229" y="2281207"/>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grpFill/>
            <a:ln w="25400" cap="flat">
              <a:noFill/>
              <a:prstDash val="solid"/>
              <a:miter lim="400000"/>
            </a:ln>
            <a:effectLst/>
          </p:spPr>
          <p:txBody>
            <a:bodyPr anchor="ctr"/>
            <a:lstStyle/>
            <a:p>
              <a:pPr algn="ctr"/>
              <a:endParaRPr/>
            </a:p>
          </p:txBody>
        </p:sp>
        <p:sp>
          <p:nvSpPr>
            <p:cNvPr id="126" name="îṥlîďè">
              <a:extLst>
                <a:ext uri="{FF2B5EF4-FFF2-40B4-BE49-F238E27FC236}">
                  <a16:creationId xmlns:a16="http://schemas.microsoft.com/office/drawing/2014/main" id="{C8D4BF1F-2241-AA3F-6B0C-20C9AEF4CDEC}"/>
                </a:ext>
              </a:extLst>
            </p:cNvPr>
            <p:cNvSpPr/>
            <p:nvPr/>
          </p:nvSpPr>
          <p:spPr>
            <a:xfrm>
              <a:off x="5486629" y="2286760"/>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grpFill/>
            <a:ln w="25400" cap="flat">
              <a:noFill/>
              <a:prstDash val="solid"/>
              <a:miter lim="400000"/>
            </a:ln>
            <a:effectLst/>
          </p:spPr>
          <p:txBody>
            <a:bodyPr anchor="ctr"/>
            <a:lstStyle/>
            <a:p>
              <a:pPr algn="ctr"/>
              <a:endParaRPr/>
            </a:p>
          </p:txBody>
        </p:sp>
        <p:sp>
          <p:nvSpPr>
            <p:cNvPr id="127" name="ïŝḻiḋè">
              <a:extLst>
                <a:ext uri="{FF2B5EF4-FFF2-40B4-BE49-F238E27FC236}">
                  <a16:creationId xmlns:a16="http://schemas.microsoft.com/office/drawing/2014/main" id="{78A53871-7B97-3981-6458-C226C8976FF1}"/>
                </a:ext>
              </a:extLst>
            </p:cNvPr>
            <p:cNvSpPr/>
            <p:nvPr/>
          </p:nvSpPr>
          <p:spPr>
            <a:xfrm>
              <a:off x="5605003" y="2617425"/>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grpFill/>
            <a:ln w="25400" cap="flat">
              <a:noFill/>
              <a:prstDash val="solid"/>
              <a:miter lim="400000"/>
            </a:ln>
            <a:effectLst/>
          </p:spPr>
          <p:txBody>
            <a:bodyPr anchor="ctr"/>
            <a:lstStyle/>
            <a:p>
              <a:pPr algn="ctr"/>
              <a:endParaRPr/>
            </a:p>
          </p:txBody>
        </p:sp>
        <p:sp>
          <p:nvSpPr>
            <p:cNvPr id="128" name="íşļíďê">
              <a:extLst>
                <a:ext uri="{FF2B5EF4-FFF2-40B4-BE49-F238E27FC236}">
                  <a16:creationId xmlns:a16="http://schemas.microsoft.com/office/drawing/2014/main" id="{B5CA3740-8480-ACC3-0A86-858A7366DB9D}"/>
                </a:ext>
              </a:extLst>
            </p:cNvPr>
            <p:cNvSpPr/>
            <p:nvPr/>
          </p:nvSpPr>
          <p:spPr>
            <a:xfrm>
              <a:off x="5813157" y="2519155"/>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grpFill/>
            <a:ln w="25400" cap="flat">
              <a:noFill/>
              <a:prstDash val="solid"/>
              <a:miter lim="400000"/>
            </a:ln>
            <a:effectLst/>
          </p:spPr>
          <p:txBody>
            <a:bodyPr anchor="ctr"/>
            <a:lstStyle/>
            <a:p>
              <a:pPr algn="ctr"/>
              <a:endParaRPr/>
            </a:p>
          </p:txBody>
        </p:sp>
        <p:sp>
          <p:nvSpPr>
            <p:cNvPr id="129" name="îśļïḍè">
              <a:extLst>
                <a:ext uri="{FF2B5EF4-FFF2-40B4-BE49-F238E27FC236}">
                  <a16:creationId xmlns:a16="http://schemas.microsoft.com/office/drawing/2014/main" id="{C04A8357-37AD-A412-5E4E-AFC0BA696CBE}"/>
                </a:ext>
              </a:extLst>
            </p:cNvPr>
            <p:cNvSpPr/>
            <p:nvPr/>
          </p:nvSpPr>
          <p:spPr>
            <a:xfrm>
              <a:off x="5800394" y="2590774"/>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grpFill/>
            <a:ln w="25400" cap="flat">
              <a:noFill/>
              <a:prstDash val="solid"/>
              <a:miter lim="400000"/>
            </a:ln>
            <a:effectLst/>
          </p:spPr>
          <p:txBody>
            <a:bodyPr anchor="ctr"/>
            <a:lstStyle/>
            <a:p>
              <a:pPr algn="ctr"/>
              <a:endParaRPr/>
            </a:p>
          </p:txBody>
        </p:sp>
        <p:sp>
          <p:nvSpPr>
            <p:cNvPr id="130" name="i$lîḑê">
              <a:extLst>
                <a:ext uri="{FF2B5EF4-FFF2-40B4-BE49-F238E27FC236}">
                  <a16:creationId xmlns:a16="http://schemas.microsoft.com/office/drawing/2014/main" id="{D5F13B0D-DEAB-E817-B935-1A88717D89C2}"/>
                </a:ext>
              </a:extLst>
            </p:cNvPr>
            <p:cNvSpPr/>
            <p:nvPr/>
          </p:nvSpPr>
          <p:spPr>
            <a:xfrm>
              <a:off x="5935621" y="2695122"/>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grpFill/>
            <a:ln w="25400" cap="flat">
              <a:noFill/>
              <a:prstDash val="solid"/>
              <a:miter lim="400000"/>
            </a:ln>
            <a:effectLst/>
          </p:spPr>
          <p:txBody>
            <a:bodyPr anchor="ctr"/>
            <a:lstStyle/>
            <a:p>
              <a:pPr algn="ctr"/>
              <a:endParaRPr/>
            </a:p>
          </p:txBody>
        </p:sp>
        <p:sp>
          <p:nvSpPr>
            <p:cNvPr id="131" name="îš1îḍe">
              <a:extLst>
                <a:ext uri="{FF2B5EF4-FFF2-40B4-BE49-F238E27FC236}">
                  <a16:creationId xmlns:a16="http://schemas.microsoft.com/office/drawing/2014/main" id="{C09426FB-37DA-E880-8DA4-5BD40BCF0DD4}"/>
                </a:ext>
              </a:extLst>
            </p:cNvPr>
            <p:cNvSpPr/>
            <p:nvPr/>
          </p:nvSpPr>
          <p:spPr>
            <a:xfrm>
              <a:off x="5977156" y="2768475"/>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grpFill/>
            <a:ln w="25400" cap="flat">
              <a:noFill/>
              <a:prstDash val="solid"/>
              <a:miter lim="400000"/>
            </a:ln>
            <a:effectLst/>
          </p:spPr>
          <p:txBody>
            <a:bodyPr anchor="ctr"/>
            <a:lstStyle/>
            <a:p>
              <a:pPr algn="ctr"/>
              <a:endParaRPr/>
            </a:p>
          </p:txBody>
        </p:sp>
        <p:sp>
          <p:nvSpPr>
            <p:cNvPr id="132" name="î$ľîḓê">
              <a:extLst>
                <a:ext uri="{FF2B5EF4-FFF2-40B4-BE49-F238E27FC236}">
                  <a16:creationId xmlns:a16="http://schemas.microsoft.com/office/drawing/2014/main" id="{7B419255-41D9-EF5B-5B31-8B8CA96D5BE8}"/>
                </a:ext>
              </a:extLst>
            </p:cNvPr>
            <p:cNvSpPr/>
            <p:nvPr/>
          </p:nvSpPr>
          <p:spPr>
            <a:xfrm>
              <a:off x="6277853" y="2784962"/>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grpFill/>
            <a:ln w="25400" cap="flat">
              <a:noFill/>
              <a:prstDash val="solid"/>
              <a:miter lim="400000"/>
            </a:ln>
            <a:effectLst/>
          </p:spPr>
          <p:txBody>
            <a:bodyPr anchor="ctr"/>
            <a:lstStyle/>
            <a:p>
              <a:pPr algn="ctr"/>
              <a:endParaRPr/>
            </a:p>
          </p:txBody>
        </p:sp>
        <p:sp>
          <p:nvSpPr>
            <p:cNvPr id="133" name="iŝľîḑè">
              <a:extLst>
                <a:ext uri="{FF2B5EF4-FFF2-40B4-BE49-F238E27FC236}">
                  <a16:creationId xmlns:a16="http://schemas.microsoft.com/office/drawing/2014/main" id="{D0210B92-956F-4948-C716-6BB85E6B0ADF}"/>
                </a:ext>
              </a:extLst>
            </p:cNvPr>
            <p:cNvSpPr/>
            <p:nvPr/>
          </p:nvSpPr>
          <p:spPr>
            <a:xfrm>
              <a:off x="6105633" y="1911267"/>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grpFill/>
            <a:ln w="25400" cap="flat">
              <a:noFill/>
              <a:prstDash val="solid"/>
              <a:miter lim="400000"/>
            </a:ln>
            <a:effectLst/>
          </p:spPr>
          <p:txBody>
            <a:bodyPr anchor="ctr"/>
            <a:lstStyle/>
            <a:p>
              <a:pPr algn="ctr"/>
              <a:endParaRPr/>
            </a:p>
          </p:txBody>
        </p:sp>
        <p:sp>
          <p:nvSpPr>
            <p:cNvPr id="135" name="ïṣ1ïḑê">
              <a:extLst>
                <a:ext uri="{FF2B5EF4-FFF2-40B4-BE49-F238E27FC236}">
                  <a16:creationId xmlns:a16="http://schemas.microsoft.com/office/drawing/2014/main" id="{5EAEACB6-BD17-57C0-2994-1ADD18B7242B}"/>
                </a:ext>
              </a:extLst>
            </p:cNvPr>
            <p:cNvSpPr/>
            <p:nvPr/>
          </p:nvSpPr>
          <p:spPr>
            <a:xfrm>
              <a:off x="10006023" y="5571304"/>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grpFill/>
            <a:ln w="25400" cap="flat">
              <a:noFill/>
              <a:prstDash val="solid"/>
              <a:miter lim="400000"/>
            </a:ln>
            <a:effectLst/>
          </p:spPr>
          <p:txBody>
            <a:bodyPr anchor="ctr"/>
            <a:lstStyle/>
            <a:p>
              <a:pPr algn="ctr"/>
              <a:endParaRPr/>
            </a:p>
          </p:txBody>
        </p:sp>
        <p:sp>
          <p:nvSpPr>
            <p:cNvPr id="136" name="iṡ1ïḍè">
              <a:extLst>
                <a:ext uri="{FF2B5EF4-FFF2-40B4-BE49-F238E27FC236}">
                  <a16:creationId xmlns:a16="http://schemas.microsoft.com/office/drawing/2014/main" id="{858F4F16-0BA2-8752-E5C3-308D187B9A6A}"/>
                </a:ext>
              </a:extLst>
            </p:cNvPr>
            <p:cNvSpPr/>
            <p:nvPr/>
          </p:nvSpPr>
          <p:spPr>
            <a:xfrm>
              <a:off x="10572355" y="5565246"/>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grpFill/>
            <a:ln w="25400" cap="flat">
              <a:noFill/>
              <a:prstDash val="solid"/>
              <a:miter lim="400000"/>
            </a:ln>
            <a:effectLst/>
          </p:spPr>
          <p:txBody>
            <a:bodyPr anchor="ctr"/>
            <a:lstStyle/>
            <a:p>
              <a:pPr algn="ctr"/>
              <a:endParaRPr/>
            </a:p>
          </p:txBody>
        </p:sp>
        <p:sp>
          <p:nvSpPr>
            <p:cNvPr id="137" name="íṣļíḓé">
              <a:extLst>
                <a:ext uri="{FF2B5EF4-FFF2-40B4-BE49-F238E27FC236}">
                  <a16:creationId xmlns:a16="http://schemas.microsoft.com/office/drawing/2014/main" id="{B3886855-E8FC-2748-EB67-4F4E1107BC57}"/>
                </a:ext>
              </a:extLst>
            </p:cNvPr>
            <p:cNvSpPr/>
            <p:nvPr/>
          </p:nvSpPr>
          <p:spPr>
            <a:xfrm>
              <a:off x="10955509" y="5355572"/>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grpFill/>
            <a:ln w="25400" cap="flat">
              <a:noFill/>
              <a:prstDash val="solid"/>
              <a:miter lim="400000"/>
            </a:ln>
            <a:effectLst/>
          </p:spPr>
          <p:txBody>
            <a:bodyPr anchor="ctr"/>
            <a:lstStyle/>
            <a:p>
              <a:pPr algn="ctr"/>
              <a:endParaRPr/>
            </a:p>
          </p:txBody>
        </p:sp>
        <p:sp>
          <p:nvSpPr>
            <p:cNvPr id="138" name="îšļïḓé">
              <a:extLst>
                <a:ext uri="{FF2B5EF4-FFF2-40B4-BE49-F238E27FC236}">
                  <a16:creationId xmlns:a16="http://schemas.microsoft.com/office/drawing/2014/main" id="{6D26760F-EFDD-D793-E233-758B5B8946F0}"/>
                </a:ext>
              </a:extLst>
            </p:cNvPr>
            <p:cNvSpPr/>
            <p:nvPr/>
          </p:nvSpPr>
          <p:spPr>
            <a:xfrm>
              <a:off x="10967412" y="5132660"/>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grpFill/>
            <a:ln w="25400" cap="flat">
              <a:noFill/>
              <a:prstDash val="solid"/>
              <a:miter lim="400000"/>
            </a:ln>
            <a:effectLst/>
          </p:spPr>
          <p:txBody>
            <a:bodyPr anchor="ctr"/>
            <a:lstStyle/>
            <a:p>
              <a:pPr algn="ctr"/>
              <a:endParaRPr/>
            </a:p>
          </p:txBody>
        </p:sp>
        <p:sp>
          <p:nvSpPr>
            <p:cNvPr id="139" name="ïṥļïḓe">
              <a:extLst>
                <a:ext uri="{FF2B5EF4-FFF2-40B4-BE49-F238E27FC236}">
                  <a16:creationId xmlns:a16="http://schemas.microsoft.com/office/drawing/2014/main" id="{561B6454-AD5B-D159-7470-25559A5E95B6}"/>
                </a:ext>
              </a:extLst>
            </p:cNvPr>
            <p:cNvSpPr/>
            <p:nvPr/>
          </p:nvSpPr>
          <p:spPr>
            <a:xfrm>
              <a:off x="10931870" y="4777460"/>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grpFill/>
            <a:ln w="25400" cap="flat">
              <a:noFill/>
              <a:prstDash val="solid"/>
              <a:miter lim="400000"/>
            </a:ln>
            <a:effectLst/>
          </p:spPr>
          <p:txBody>
            <a:bodyPr anchor="ctr"/>
            <a:lstStyle/>
            <a:p>
              <a:pPr algn="ctr"/>
              <a:endParaRPr/>
            </a:p>
          </p:txBody>
        </p:sp>
        <p:sp>
          <p:nvSpPr>
            <p:cNvPr id="140" name="îśľíḓê">
              <a:extLst>
                <a:ext uri="{FF2B5EF4-FFF2-40B4-BE49-F238E27FC236}">
                  <a16:creationId xmlns:a16="http://schemas.microsoft.com/office/drawing/2014/main" id="{FDEF9FBA-5DFF-6CEF-B419-CCA9F19FF13F}"/>
                </a:ext>
              </a:extLst>
            </p:cNvPr>
            <p:cNvSpPr/>
            <p:nvPr/>
          </p:nvSpPr>
          <p:spPr>
            <a:xfrm>
              <a:off x="11078753" y="4636331"/>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grpFill/>
            <a:ln w="25400" cap="flat">
              <a:noFill/>
              <a:prstDash val="solid"/>
              <a:miter lim="400000"/>
            </a:ln>
            <a:effectLst/>
          </p:spPr>
          <p:txBody>
            <a:bodyPr anchor="ctr"/>
            <a:lstStyle/>
            <a:p>
              <a:pPr algn="ctr"/>
              <a:endParaRPr/>
            </a:p>
          </p:txBody>
        </p:sp>
        <p:sp>
          <p:nvSpPr>
            <p:cNvPr id="141" name="ïšļîḑè">
              <a:extLst>
                <a:ext uri="{FF2B5EF4-FFF2-40B4-BE49-F238E27FC236}">
                  <a16:creationId xmlns:a16="http://schemas.microsoft.com/office/drawing/2014/main" id="{89F68FB3-C50B-ED3A-A826-1A76ECC0F415}"/>
                </a:ext>
              </a:extLst>
            </p:cNvPr>
            <p:cNvSpPr/>
            <p:nvPr/>
          </p:nvSpPr>
          <p:spPr>
            <a:xfrm>
              <a:off x="10694096" y="4283499"/>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grpFill/>
            <a:ln w="25400" cap="flat">
              <a:noFill/>
              <a:prstDash val="solid"/>
              <a:miter lim="400000"/>
            </a:ln>
            <a:effectLst/>
          </p:spPr>
          <p:txBody>
            <a:bodyPr anchor="ctr"/>
            <a:lstStyle/>
            <a:p>
              <a:pPr algn="ctr"/>
              <a:endParaRPr/>
            </a:p>
          </p:txBody>
        </p:sp>
        <p:sp>
          <p:nvSpPr>
            <p:cNvPr id="142" name="î$liḋê">
              <a:extLst>
                <a:ext uri="{FF2B5EF4-FFF2-40B4-BE49-F238E27FC236}">
                  <a16:creationId xmlns:a16="http://schemas.microsoft.com/office/drawing/2014/main" id="{E70217DE-7C60-25C2-F90B-85FF159CACDA}"/>
                </a:ext>
              </a:extLst>
            </p:cNvPr>
            <p:cNvSpPr/>
            <p:nvPr/>
          </p:nvSpPr>
          <p:spPr>
            <a:xfrm>
              <a:off x="10754669" y="4332994"/>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grpFill/>
            <a:ln w="25400" cap="flat">
              <a:noFill/>
              <a:prstDash val="solid"/>
              <a:miter lim="400000"/>
            </a:ln>
            <a:effectLst/>
          </p:spPr>
          <p:txBody>
            <a:bodyPr anchor="ctr"/>
            <a:lstStyle/>
            <a:p>
              <a:pPr algn="ctr"/>
              <a:endParaRPr/>
            </a:p>
          </p:txBody>
        </p:sp>
        <p:sp>
          <p:nvSpPr>
            <p:cNvPr id="143" name="îṡḷîḓé">
              <a:extLst>
                <a:ext uri="{FF2B5EF4-FFF2-40B4-BE49-F238E27FC236}">
                  <a16:creationId xmlns:a16="http://schemas.microsoft.com/office/drawing/2014/main" id="{AEED4426-DBBA-C803-416B-11719EFE1D0A}"/>
                </a:ext>
              </a:extLst>
            </p:cNvPr>
            <p:cNvSpPr/>
            <p:nvPr/>
          </p:nvSpPr>
          <p:spPr>
            <a:xfrm>
              <a:off x="10773772" y="4386273"/>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grpFill/>
            <a:ln w="25400" cap="flat">
              <a:noFill/>
              <a:prstDash val="solid"/>
              <a:miter lim="400000"/>
            </a:ln>
            <a:effectLst/>
          </p:spPr>
          <p:txBody>
            <a:bodyPr anchor="ctr"/>
            <a:lstStyle/>
            <a:p>
              <a:pPr algn="ctr"/>
              <a:endParaRPr/>
            </a:p>
          </p:txBody>
        </p:sp>
        <p:sp>
          <p:nvSpPr>
            <p:cNvPr id="144" name="i$ḻíḓe">
              <a:extLst>
                <a:ext uri="{FF2B5EF4-FFF2-40B4-BE49-F238E27FC236}">
                  <a16:creationId xmlns:a16="http://schemas.microsoft.com/office/drawing/2014/main" id="{28CC1E3A-6880-6558-33AE-F8C8B1538CBA}"/>
                </a:ext>
              </a:extLst>
            </p:cNvPr>
            <p:cNvSpPr/>
            <p:nvPr/>
          </p:nvSpPr>
          <p:spPr>
            <a:xfrm>
              <a:off x="10819989" y="4368723"/>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grpFill/>
            <a:ln w="25400" cap="flat">
              <a:noFill/>
              <a:prstDash val="solid"/>
              <a:miter lim="400000"/>
            </a:ln>
            <a:effectLst/>
          </p:spPr>
          <p:txBody>
            <a:bodyPr anchor="ctr"/>
            <a:lstStyle/>
            <a:p>
              <a:pPr algn="ctr"/>
              <a:endParaRPr/>
            </a:p>
          </p:txBody>
        </p:sp>
        <p:sp>
          <p:nvSpPr>
            <p:cNvPr id="145" name="isļïḍe">
              <a:extLst>
                <a:ext uri="{FF2B5EF4-FFF2-40B4-BE49-F238E27FC236}">
                  <a16:creationId xmlns:a16="http://schemas.microsoft.com/office/drawing/2014/main" id="{96FF68FC-113A-D65C-B3E8-7F892E2E058C}"/>
                </a:ext>
              </a:extLst>
            </p:cNvPr>
            <p:cNvSpPr/>
            <p:nvPr/>
          </p:nvSpPr>
          <p:spPr>
            <a:xfrm>
              <a:off x="10844148" y="4433313"/>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grpFill/>
            <a:ln w="25400" cap="flat">
              <a:noFill/>
              <a:prstDash val="solid"/>
              <a:miter lim="400000"/>
            </a:ln>
            <a:effectLst/>
          </p:spPr>
          <p:txBody>
            <a:bodyPr anchor="ctr"/>
            <a:lstStyle/>
            <a:p>
              <a:pPr algn="ctr"/>
              <a:endParaRPr/>
            </a:p>
          </p:txBody>
        </p:sp>
        <p:sp>
          <p:nvSpPr>
            <p:cNvPr id="146" name="ïSḻîḑê">
              <a:extLst>
                <a:ext uri="{FF2B5EF4-FFF2-40B4-BE49-F238E27FC236}">
                  <a16:creationId xmlns:a16="http://schemas.microsoft.com/office/drawing/2014/main" id="{B6AB3671-7957-5887-982A-D07A7475F9D0}"/>
                </a:ext>
              </a:extLst>
            </p:cNvPr>
            <p:cNvSpPr/>
            <p:nvPr/>
          </p:nvSpPr>
          <p:spPr>
            <a:xfrm>
              <a:off x="10888902" y="4398838"/>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grpFill/>
            <a:ln w="25400" cap="flat">
              <a:noFill/>
              <a:prstDash val="solid"/>
              <a:miter lim="400000"/>
            </a:ln>
            <a:effectLst/>
          </p:spPr>
          <p:txBody>
            <a:bodyPr anchor="ctr"/>
            <a:lstStyle/>
            <a:p>
              <a:pPr algn="ctr"/>
              <a:endParaRPr/>
            </a:p>
          </p:txBody>
        </p:sp>
        <p:sp>
          <p:nvSpPr>
            <p:cNvPr id="147" name="işlidè">
              <a:extLst>
                <a:ext uri="{FF2B5EF4-FFF2-40B4-BE49-F238E27FC236}">
                  <a16:creationId xmlns:a16="http://schemas.microsoft.com/office/drawing/2014/main" id="{516EBE1D-09A1-EF43-C832-D9C0E1FDE581}"/>
                </a:ext>
              </a:extLst>
            </p:cNvPr>
            <p:cNvSpPr/>
            <p:nvPr/>
          </p:nvSpPr>
          <p:spPr>
            <a:xfrm>
              <a:off x="10903842" y="4471308"/>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grpFill/>
            <a:ln w="25400" cap="flat">
              <a:noFill/>
              <a:prstDash val="solid"/>
              <a:miter lim="400000"/>
            </a:ln>
            <a:effectLst/>
          </p:spPr>
          <p:txBody>
            <a:bodyPr anchor="ctr"/>
            <a:lstStyle/>
            <a:p>
              <a:pPr algn="ctr"/>
              <a:endParaRPr/>
            </a:p>
          </p:txBody>
        </p:sp>
        <p:sp>
          <p:nvSpPr>
            <p:cNvPr id="148" name="íṧľîḋè">
              <a:extLst>
                <a:ext uri="{FF2B5EF4-FFF2-40B4-BE49-F238E27FC236}">
                  <a16:creationId xmlns:a16="http://schemas.microsoft.com/office/drawing/2014/main" id="{9AD14792-BED9-A754-7934-BE9BB2543A96}"/>
                </a:ext>
              </a:extLst>
            </p:cNvPr>
            <p:cNvSpPr/>
            <p:nvPr/>
          </p:nvSpPr>
          <p:spPr>
            <a:xfrm>
              <a:off x="10588123" y="4181404"/>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grpFill/>
            <a:ln w="25400" cap="flat">
              <a:noFill/>
              <a:prstDash val="solid"/>
              <a:miter lim="400000"/>
            </a:ln>
            <a:effectLst/>
          </p:spPr>
          <p:txBody>
            <a:bodyPr anchor="ctr"/>
            <a:lstStyle/>
            <a:p>
              <a:pPr algn="ctr"/>
              <a:endParaRPr/>
            </a:p>
          </p:txBody>
        </p:sp>
        <p:sp>
          <p:nvSpPr>
            <p:cNvPr id="149" name="íşľîdè">
              <a:extLst>
                <a:ext uri="{FF2B5EF4-FFF2-40B4-BE49-F238E27FC236}">
                  <a16:creationId xmlns:a16="http://schemas.microsoft.com/office/drawing/2014/main" id="{67D35823-80F6-8630-9655-95312E559847}"/>
                </a:ext>
              </a:extLst>
            </p:cNvPr>
            <p:cNvSpPr/>
            <p:nvPr/>
          </p:nvSpPr>
          <p:spPr>
            <a:xfrm>
              <a:off x="10528896" y="4237475"/>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grpFill/>
            <a:ln w="25400" cap="flat">
              <a:noFill/>
              <a:prstDash val="solid"/>
              <a:miter lim="400000"/>
            </a:ln>
            <a:effectLst/>
          </p:spPr>
          <p:txBody>
            <a:bodyPr anchor="ctr"/>
            <a:lstStyle/>
            <a:p>
              <a:pPr algn="ctr"/>
              <a:endParaRPr/>
            </a:p>
          </p:txBody>
        </p:sp>
        <p:sp>
          <p:nvSpPr>
            <p:cNvPr id="150" name="ïṩ1îḑè">
              <a:extLst>
                <a:ext uri="{FF2B5EF4-FFF2-40B4-BE49-F238E27FC236}">
                  <a16:creationId xmlns:a16="http://schemas.microsoft.com/office/drawing/2014/main" id="{D172B8F2-D07A-5E4B-3C33-7EA29ED2D367}"/>
                </a:ext>
              </a:extLst>
            </p:cNvPr>
            <p:cNvSpPr/>
            <p:nvPr/>
          </p:nvSpPr>
          <p:spPr>
            <a:xfrm>
              <a:off x="9937920" y="4105530"/>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grpFill/>
            <a:ln w="25400" cap="flat">
              <a:noFill/>
              <a:prstDash val="solid"/>
              <a:miter lim="400000"/>
            </a:ln>
            <a:effectLst/>
          </p:spPr>
          <p:txBody>
            <a:bodyPr anchor="ctr"/>
            <a:lstStyle/>
            <a:p>
              <a:pPr algn="ctr"/>
              <a:endParaRPr/>
            </a:p>
          </p:txBody>
        </p:sp>
        <p:sp>
          <p:nvSpPr>
            <p:cNvPr id="151" name="ïṧḻiḋe">
              <a:extLst>
                <a:ext uri="{FF2B5EF4-FFF2-40B4-BE49-F238E27FC236}">
                  <a16:creationId xmlns:a16="http://schemas.microsoft.com/office/drawing/2014/main" id="{A7C5B927-3FC1-71CD-2A9C-9E728798227A}"/>
                </a:ext>
              </a:extLst>
            </p:cNvPr>
            <p:cNvSpPr/>
            <p:nvPr/>
          </p:nvSpPr>
          <p:spPr>
            <a:xfrm>
              <a:off x="10030474" y="3790111"/>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grpFill/>
            <a:ln w="25400" cap="flat">
              <a:noFill/>
              <a:prstDash val="solid"/>
              <a:miter lim="400000"/>
            </a:ln>
            <a:effectLst/>
          </p:spPr>
          <p:txBody>
            <a:bodyPr anchor="ctr"/>
            <a:lstStyle/>
            <a:p>
              <a:pPr algn="ctr"/>
              <a:endParaRPr/>
            </a:p>
          </p:txBody>
        </p:sp>
        <p:sp>
          <p:nvSpPr>
            <p:cNvPr id="152" name="ïSḻîḑê">
              <a:extLst>
                <a:ext uri="{FF2B5EF4-FFF2-40B4-BE49-F238E27FC236}">
                  <a16:creationId xmlns:a16="http://schemas.microsoft.com/office/drawing/2014/main" id="{84572E91-69FC-A6FA-5F9B-392880CA823C}"/>
                </a:ext>
              </a:extLst>
            </p:cNvPr>
            <p:cNvSpPr/>
            <p:nvPr/>
          </p:nvSpPr>
          <p:spPr>
            <a:xfrm>
              <a:off x="10351793" y="3476789"/>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grpFill/>
            <a:ln w="25400" cap="flat">
              <a:noFill/>
              <a:prstDash val="solid"/>
              <a:miter lim="400000"/>
            </a:ln>
            <a:effectLst/>
          </p:spPr>
          <p:txBody>
            <a:bodyPr anchor="ctr"/>
            <a:lstStyle/>
            <a:p>
              <a:pPr algn="ctr"/>
              <a:endParaRPr/>
            </a:p>
          </p:txBody>
        </p:sp>
        <p:sp>
          <p:nvSpPr>
            <p:cNvPr id="153" name="íS1íde">
              <a:extLst>
                <a:ext uri="{FF2B5EF4-FFF2-40B4-BE49-F238E27FC236}">
                  <a16:creationId xmlns:a16="http://schemas.microsoft.com/office/drawing/2014/main" id="{4C39A6DD-1375-FCE7-A59C-17FF191BD8C0}"/>
                </a:ext>
              </a:extLst>
            </p:cNvPr>
            <p:cNvSpPr/>
            <p:nvPr/>
          </p:nvSpPr>
          <p:spPr>
            <a:xfrm>
              <a:off x="10325524" y="3553174"/>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grpFill/>
            <a:ln w="25400" cap="flat">
              <a:noFill/>
              <a:prstDash val="solid"/>
              <a:miter lim="400000"/>
            </a:ln>
            <a:effectLst/>
          </p:spPr>
          <p:txBody>
            <a:bodyPr anchor="ctr"/>
            <a:lstStyle/>
            <a:p>
              <a:pPr algn="ctr"/>
              <a:endParaRPr/>
            </a:p>
          </p:txBody>
        </p:sp>
        <p:sp>
          <p:nvSpPr>
            <p:cNvPr id="154" name="îṡḻíḍè">
              <a:extLst>
                <a:ext uri="{FF2B5EF4-FFF2-40B4-BE49-F238E27FC236}">
                  <a16:creationId xmlns:a16="http://schemas.microsoft.com/office/drawing/2014/main" id="{D9153085-BDEE-8143-42FA-8C0BDB0ED1E3}"/>
                </a:ext>
              </a:extLst>
            </p:cNvPr>
            <p:cNvSpPr/>
            <p:nvPr/>
          </p:nvSpPr>
          <p:spPr>
            <a:xfrm>
              <a:off x="10830737" y="3809410"/>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grpFill/>
            <a:ln w="25400" cap="flat">
              <a:noFill/>
              <a:prstDash val="solid"/>
              <a:miter lim="400000"/>
            </a:ln>
            <a:effectLst/>
          </p:spPr>
          <p:txBody>
            <a:bodyPr anchor="ctr"/>
            <a:lstStyle/>
            <a:p>
              <a:pPr algn="ctr"/>
              <a:endParaRPr/>
            </a:p>
          </p:txBody>
        </p:sp>
      </p:grpSp>
      <p:sp>
        <p:nvSpPr>
          <p:cNvPr id="155" name="î$ḻíḓe">
            <a:extLst>
              <a:ext uri="{FF2B5EF4-FFF2-40B4-BE49-F238E27FC236}">
                <a16:creationId xmlns:a16="http://schemas.microsoft.com/office/drawing/2014/main" id="{F9191769-0834-724D-8D95-A7C761C15AF1}"/>
              </a:ext>
            </a:extLst>
          </p:cNvPr>
          <p:cNvSpPr/>
          <p:nvPr/>
        </p:nvSpPr>
        <p:spPr>
          <a:xfrm>
            <a:off x="1133653" y="675456"/>
            <a:ext cx="3940936" cy="672121"/>
          </a:xfrm>
          <a:prstGeom prst="rect">
            <a:avLst/>
          </a:prstGeom>
        </p:spPr>
        <p:txBody>
          <a:bodyPr wrap="square" lIns="91440" tIns="45720" rIns="91440" bIns="45720">
            <a:normAutofit/>
          </a:bodyPr>
          <a:lstStyle/>
          <a:p>
            <a:r>
              <a:rPr lang="zh-CN" altLang="en-US" sz="3200" b="1" dirty="0">
                <a:solidFill>
                  <a:schemeClr val="accent1"/>
                </a:solidFill>
                <a:cs typeface="+mn-ea"/>
                <a:sym typeface="+mn-lt"/>
              </a:rPr>
              <a:t>结语</a:t>
            </a:r>
          </a:p>
        </p:txBody>
      </p:sp>
      <p:pic>
        <p:nvPicPr>
          <p:cNvPr id="196" name="ïsḻiḍe">
            <a:extLst>
              <a:ext uri="{FF2B5EF4-FFF2-40B4-BE49-F238E27FC236}">
                <a16:creationId xmlns:a16="http://schemas.microsoft.com/office/drawing/2014/main" id="{1E5B8551-7B2D-9863-A39E-DE8558F30B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88710" y="760254"/>
            <a:ext cx="1879390" cy="374335"/>
          </a:xfrm>
          <a:prstGeom prst="rect">
            <a:avLst/>
          </a:prstGeom>
        </p:spPr>
      </p:pic>
      <p:sp>
        <p:nvSpPr>
          <p:cNvPr id="4" name="文本框 3">
            <a:extLst>
              <a:ext uri="{FF2B5EF4-FFF2-40B4-BE49-F238E27FC236}">
                <a16:creationId xmlns:a16="http://schemas.microsoft.com/office/drawing/2014/main" id="{5DEC743E-1C23-BEE4-0CBF-15A1AB877330}"/>
              </a:ext>
            </a:extLst>
          </p:cNvPr>
          <p:cNvSpPr txBox="1"/>
          <p:nvPr/>
        </p:nvSpPr>
        <p:spPr>
          <a:xfrm>
            <a:off x="1121059" y="2161024"/>
            <a:ext cx="9937288" cy="3114122"/>
          </a:xfrm>
          <a:prstGeom prst="rect">
            <a:avLst/>
          </a:prstGeom>
          <a:noFill/>
        </p:spPr>
        <p:txBody>
          <a:bodyPr wrap="square" rtlCol="0">
            <a:spAutoFit/>
          </a:bodyPr>
          <a:lstStyle/>
          <a:p>
            <a:pPr indent="457200" algn="just">
              <a:lnSpc>
                <a:spcPct val="150000"/>
              </a:lnSpc>
            </a:pPr>
            <a:r>
              <a:rPr lang="zh-CN" altLang="en-US" dirty="0"/>
              <a:t>我将始终坚持以</a:t>
            </a:r>
            <a:r>
              <a:rPr lang="zh-CN" altLang="en-US" b="1" dirty="0"/>
              <a:t>高标准定位、系统性谋划</a:t>
            </a:r>
            <a:r>
              <a:rPr lang="zh-CN" altLang="en-US" dirty="0"/>
              <a:t>推进新闻中心各项工作。</a:t>
            </a:r>
            <a:endParaRPr lang="en-US" altLang="zh-CN" dirty="0"/>
          </a:p>
          <a:p>
            <a:pPr indent="457200" algn="just">
              <a:lnSpc>
                <a:spcPct val="150000"/>
              </a:lnSpc>
            </a:pPr>
            <a:r>
              <a:rPr lang="zh-CN" altLang="en-US" dirty="0"/>
              <a:t>牢固</a:t>
            </a:r>
            <a:r>
              <a:rPr lang="zh-CN" altLang="en-US"/>
              <a:t>树立“</a:t>
            </a:r>
            <a:r>
              <a:rPr lang="zh-CN" altLang="en-US" b="1"/>
              <a:t>守正创新、服务大局</a:t>
            </a:r>
            <a:r>
              <a:rPr lang="zh-CN" altLang="en-US"/>
              <a:t>”</a:t>
            </a:r>
            <a:r>
              <a:rPr lang="zh-CN" altLang="en-US" dirty="0"/>
              <a:t>的根本原则，将新闻宣传工作置于学院发展全局中审视和推动。与辅导员、主任团协同构建以</a:t>
            </a:r>
            <a:r>
              <a:rPr lang="zh-CN" altLang="en-US" b="1" dirty="0"/>
              <a:t>综合协调、采编发稿、视觉设计、对外宣发</a:t>
            </a:r>
            <a:r>
              <a:rPr lang="zh-CN" altLang="en-US" dirty="0"/>
              <a:t>为支柱的现代化运行机制，着力打通信息壁垒，优化资源配置，实现了从被动响应向主动策划、从单点发力向体系作战的深刻转变，确保学院党委行政的决策部署和学院学术发展的重要成果能得到及时、准确、全面的宣传报道，为学院高质量发展营造良好的舆论氛围。</a:t>
            </a:r>
            <a:endParaRPr lang="en-US" altLang="zh-CN" dirty="0"/>
          </a:p>
          <a:p>
            <a:pPr indent="457200" algn="ctr">
              <a:lnSpc>
                <a:spcPct val="150000"/>
              </a:lnSpc>
            </a:pPr>
            <a:r>
              <a:rPr lang="zh-CN" altLang="en-US" sz="2600" b="1" dirty="0">
                <a:solidFill>
                  <a:srgbClr val="A40000"/>
                </a:solidFill>
              </a:rPr>
              <a:t>守正创新，服务大局</a:t>
            </a:r>
            <a:endParaRPr lang="zh-CN" altLang="en-US" sz="2600" dirty="0">
              <a:solidFill>
                <a:srgbClr val="A40000"/>
              </a:solidFill>
            </a:endParaRPr>
          </a:p>
        </p:txBody>
      </p:sp>
    </p:spTree>
    <p:extLst>
      <p:ext uri="{BB962C8B-B14F-4D97-AF65-F5344CB8AC3E}">
        <p14:creationId xmlns:p14="http://schemas.microsoft.com/office/powerpoint/2010/main" val="3415652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ïşľîďe"/>
        <p:cNvGrpSpPr/>
        <p:nvPr/>
      </p:nvGrpSpPr>
      <p:grpSpPr>
        <a:xfrm>
          <a:off x="0" y="0"/>
          <a:ext cx="0" cy="0"/>
          <a:chOff x="0" y="0"/>
          <a:chExt cx="0" cy="0"/>
        </a:xfrm>
      </p:grpSpPr>
      <p:graphicFrame>
        <p:nvGraphicFramePr>
          <p:cNvPr id="3" name="íṧ1îḑê" hidden="1">
            <a:extLst>
              <a:ext uri="{FF2B5EF4-FFF2-40B4-BE49-F238E27FC236}">
                <a16:creationId xmlns:a16="http://schemas.microsoft.com/office/drawing/2014/main" id="{A6A819F1-33AF-45D7-8BF6-2B0A9769CAD4}"/>
              </a:ext>
            </a:extLst>
          </p:cNvPr>
          <p:cNvGraphicFramePr>
            <a:graphicFrameLocks noChangeAspect="1"/>
          </p:cNvGraphicFramePr>
          <p:nvPr>
            <p:custDataLst>
              <p:tags r:id="rId2"/>
            </p:custDataLst>
            <p:extLst>
              <p:ext uri="{D42A27DB-BD31-4B8C-83A1-F6EECF244321}">
                <p14:modId xmlns:p14="http://schemas.microsoft.com/office/powerpoint/2010/main" val="1096986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3" name="îṣļïďé" hidden="1">
                        <a:extLst>
                          <a:ext uri="{FF2B5EF4-FFF2-40B4-BE49-F238E27FC236}">
                            <a16:creationId xmlns:a16="http://schemas.microsoft.com/office/drawing/2014/main" id="{A6A819F1-33AF-45D7-8BF6-2B0A9769CAD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işľíḓê" hidden="1">
            <a:extLst>
              <a:ext uri="{FF2B5EF4-FFF2-40B4-BE49-F238E27FC236}">
                <a16:creationId xmlns:a16="http://schemas.microsoft.com/office/drawing/2014/main" id="{FF51F16D-1BAD-46EE-A6F4-B8B94C9DF628}"/>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 name="ïs1iďê"/>
          <p:cNvSpPr>
            <a:spLocks noGrp="1"/>
          </p:cNvSpPr>
          <p:nvPr>
            <p:ph type="ctrTitle"/>
          </p:nvPr>
        </p:nvSpPr>
        <p:spPr>
          <a:xfrm>
            <a:off x="673101" y="2618245"/>
            <a:ext cx="10845798" cy="1621509"/>
          </a:xfrm>
        </p:spPr>
        <p:txBody>
          <a:bodyPr>
            <a:normAutofit fontScale="90000"/>
          </a:bodyPr>
          <a:lstStyle/>
          <a:p>
            <a:pPr algn="ctr"/>
            <a:r>
              <a:rPr lang="en-US" altLang="zh-CN" sz="6000" dirty="0">
                <a:solidFill>
                  <a:schemeClr val="accent1"/>
                </a:solidFill>
              </a:rPr>
              <a:t>THANKS</a:t>
            </a:r>
            <a:br>
              <a:rPr lang="en-US" altLang="zh-CN" sz="6000" dirty="0">
                <a:solidFill>
                  <a:schemeClr val="accent1"/>
                </a:solidFill>
              </a:rPr>
            </a:br>
            <a:r>
              <a:rPr lang="zh-CN" altLang="en-US" sz="6000" dirty="0">
                <a:solidFill>
                  <a:schemeClr val="accent1"/>
                </a:solidFill>
              </a:rPr>
              <a:t>感谢</a:t>
            </a:r>
            <a:br>
              <a:rPr lang="en-US" altLang="zh-CN" sz="6000" dirty="0">
                <a:solidFill>
                  <a:schemeClr val="accent1"/>
                </a:solidFill>
              </a:rPr>
            </a:br>
            <a:endParaRPr lang="zh-CN" altLang="en-US" b="0" dirty="0"/>
          </a:p>
        </p:txBody>
      </p:sp>
    </p:spTree>
    <p:extLst>
      <p:ext uri="{BB962C8B-B14F-4D97-AF65-F5344CB8AC3E}">
        <p14:creationId xmlns:p14="http://schemas.microsoft.com/office/powerpoint/2010/main" val="12590430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225bf695-daa2-4759-97b7-6398e4bba18c"/>
  <p:tag name="THINKCELLUNDODONOTDELETE" val="0"/>
  <p:tag name="ISLIDE.TEMPLATE" val="5c129978-1ed4-4bff-bbf1-0348d1a75716"/>
</p:tagLst>
</file>

<file path=ppt/tags/tag2.xml><?xml version="1.0" encoding="utf-8"?>
<p:tagLst xmlns:a="http://schemas.openxmlformats.org/drawingml/2006/main" xmlns:r="http://schemas.openxmlformats.org/officeDocument/2006/relationships" xmlns:p="http://schemas.openxmlformats.org/presentationml/2006/main">
  <p:tag name="ISLIDE.VECTOR" val="#186220;#186256;#186220;#186256;"/>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5.xml><?xml version="1.0" encoding="utf-8"?>
<p:tagLst xmlns:a="http://schemas.openxmlformats.org/drawingml/2006/main" xmlns:r="http://schemas.openxmlformats.org/officeDocument/2006/relationships" xmlns:p="http://schemas.openxmlformats.org/presentationml/2006/main">
  <p:tag name="ISLIDE.VECTOR" val="dde2c2de-4721-42d5-ad7a-0e7cc1010371"/>
</p:tagLst>
</file>

<file path=ppt/tags/tag6.xml><?xml version="1.0" encoding="utf-8"?>
<p:tagLst xmlns:a="http://schemas.openxmlformats.org/drawingml/2006/main" xmlns:r="http://schemas.openxmlformats.org/officeDocument/2006/relationships" xmlns:p="http://schemas.openxmlformats.org/presentationml/2006/main">
  <p:tag name="ISLIDE.ICON" val="#438744;#438743;#438747;#438750;"/>
</p:tagLst>
</file>

<file path=ppt/tags/tag7.xml><?xml version="1.0" encoding="utf-8"?>
<p:tagLst xmlns:a="http://schemas.openxmlformats.org/drawingml/2006/main" xmlns:r="http://schemas.openxmlformats.org/officeDocument/2006/relationships" xmlns:p="http://schemas.openxmlformats.org/presentationml/2006/main">
  <p:tag name="ISLIDE.VECTOR" val="dde2c2de-4721-42d5-ad7a-0e7cc1010371"/>
</p:tagLst>
</file>

<file path=ppt/tags/tag8.xml><?xml version="1.0" encoding="utf-8"?>
<p:tagLst xmlns:a="http://schemas.openxmlformats.org/drawingml/2006/main" xmlns:r="http://schemas.openxmlformats.org/officeDocument/2006/relationships" xmlns:p="http://schemas.openxmlformats.org/presentationml/2006/main">
  <p:tag name="ISLIDE.VECTOR" val="dde2c2de-4721-42d5-ad7a-0e7cc1010371"/>
</p:tagLst>
</file>

<file path=ppt/tags/tag9.xml><?xml version="1.0" encoding="utf-8"?>
<p:tagLst xmlns:a="http://schemas.openxmlformats.org/drawingml/2006/main" xmlns:r="http://schemas.openxmlformats.org/officeDocument/2006/relationships" xmlns:p="http://schemas.openxmlformats.org/presentationml/2006/main">
  <p:tag name="ISLIDE.VECTOR" val="dde2c2de-4721-42d5-ad7a-0e7cc1010371"/>
</p:tagLst>
</file>

<file path=ppt/tags/tag10.xml><?xml version="1.0" encoding="utf-8"?>
<p:tagLst xmlns:a="http://schemas.openxmlformats.org/drawingml/2006/main" xmlns:r="http://schemas.openxmlformats.org/officeDocument/2006/relationships" xmlns:p="http://schemas.openxmlformats.org/presentationml/2006/main">
  <p:tag name="ISLIDE.VECTOR" val="dde2c2de-4721-42d5-ad7a-0e7cc1010371"/>
</p:tagLst>
</file>

<file path=ppt/tags/tag11.xml><?xml version="1.0" encoding="utf-8"?>
<p:tagLst xmlns:a="http://schemas.openxmlformats.org/drawingml/2006/main" xmlns:r="http://schemas.openxmlformats.org/officeDocument/2006/relationships" xmlns:p="http://schemas.openxmlformats.org/presentationml/2006/main">
  <p:tag name="ISLIDE.VECTOR" val="dde2c2de-4721-42d5-ad7a-0e7cc1010371"/>
</p:tagLst>
</file>

<file path=ppt/tags/tag12.xml><?xml version="1.0" encoding="utf-8"?>
<p:tagLst xmlns:a="http://schemas.openxmlformats.org/drawingml/2006/main" xmlns:r="http://schemas.openxmlformats.org/officeDocument/2006/relationships" xmlns:p="http://schemas.openxmlformats.org/presentationml/2006/main">
  <p:tag name="ISLIDE.VECTOR" val="dde2c2de-4721-42d5-ad7a-0e7cc1010371"/>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主题5">
  <a:themeElements>
    <a:clrScheme name="四月主题色">
      <a:dk1>
        <a:srgbClr val="000000"/>
      </a:dk1>
      <a:lt1>
        <a:srgbClr val="FFFFFF"/>
      </a:lt1>
      <a:dk2>
        <a:srgbClr val="778495"/>
      </a:dk2>
      <a:lt2>
        <a:srgbClr val="F0F0F0"/>
      </a:lt2>
      <a:accent1>
        <a:srgbClr val="111A51"/>
      </a:accent1>
      <a:accent2>
        <a:srgbClr val="FE5A2C"/>
      </a:accent2>
      <a:accent3>
        <a:srgbClr val="5063F8"/>
      </a:accent3>
      <a:accent4>
        <a:srgbClr val="A6B3CB"/>
      </a:accent4>
      <a:accent5>
        <a:srgbClr val="343D74"/>
      </a:accent5>
      <a:accent6>
        <a:srgbClr val="778495"/>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四月主题色">
    <a:dk1>
      <a:srgbClr val="000000"/>
    </a:dk1>
    <a:lt1>
      <a:srgbClr val="FFFFFF"/>
    </a:lt1>
    <a:dk2>
      <a:srgbClr val="778495"/>
    </a:dk2>
    <a:lt2>
      <a:srgbClr val="F0F0F0"/>
    </a:lt2>
    <a:accent1>
      <a:srgbClr val="111A51"/>
    </a:accent1>
    <a:accent2>
      <a:srgbClr val="FE5A2C"/>
    </a:accent2>
    <a:accent3>
      <a:srgbClr val="5063F8"/>
    </a:accent3>
    <a:accent4>
      <a:srgbClr val="A6B3CB"/>
    </a:accent4>
    <a:accent5>
      <a:srgbClr val="343D74"/>
    </a:accent5>
    <a:accent6>
      <a:srgbClr val="778495"/>
    </a:accent6>
    <a:hlink>
      <a:srgbClr val="4276AA"/>
    </a:hlink>
    <a:folHlink>
      <a:srgbClr val="BFBFBF"/>
    </a:folHlink>
  </a:clrScheme>
</a:themeOverride>
</file>

<file path=ppt/theme/themeOverride2.xml><?xml version="1.0" encoding="utf-8"?>
<a:themeOverride xmlns:a="http://schemas.openxmlformats.org/drawingml/2006/main">
  <a:clrScheme name="四月主题色">
    <a:dk1>
      <a:srgbClr val="000000"/>
    </a:dk1>
    <a:lt1>
      <a:srgbClr val="FFFFFF"/>
    </a:lt1>
    <a:dk2>
      <a:srgbClr val="778495"/>
    </a:dk2>
    <a:lt2>
      <a:srgbClr val="F0F0F0"/>
    </a:lt2>
    <a:accent1>
      <a:srgbClr val="111A51"/>
    </a:accent1>
    <a:accent2>
      <a:srgbClr val="FE5A2C"/>
    </a:accent2>
    <a:accent3>
      <a:srgbClr val="5063F8"/>
    </a:accent3>
    <a:accent4>
      <a:srgbClr val="A6B3CB"/>
    </a:accent4>
    <a:accent5>
      <a:srgbClr val="343D74"/>
    </a:accent5>
    <a:accent6>
      <a:srgbClr val="778495"/>
    </a:accent6>
    <a:hlink>
      <a:srgbClr val="4276AA"/>
    </a:hlink>
    <a:folHlink>
      <a:srgbClr val="BFBFBF"/>
    </a:folHlink>
  </a:clrScheme>
</a:themeOverride>
</file>

<file path=ppt/theme/themeOverride3.xml><?xml version="1.0" encoding="utf-8"?>
<a:themeOverride xmlns:a="http://schemas.openxmlformats.org/drawingml/2006/main">
  <a:clrScheme name="四月主题色">
    <a:dk1>
      <a:srgbClr val="000000"/>
    </a:dk1>
    <a:lt1>
      <a:srgbClr val="FFFFFF"/>
    </a:lt1>
    <a:dk2>
      <a:srgbClr val="778495"/>
    </a:dk2>
    <a:lt2>
      <a:srgbClr val="F0F0F0"/>
    </a:lt2>
    <a:accent1>
      <a:srgbClr val="111A51"/>
    </a:accent1>
    <a:accent2>
      <a:srgbClr val="FE5A2C"/>
    </a:accent2>
    <a:accent3>
      <a:srgbClr val="5063F8"/>
    </a:accent3>
    <a:accent4>
      <a:srgbClr val="A6B3CB"/>
    </a:accent4>
    <a:accent5>
      <a:srgbClr val="343D74"/>
    </a:accent5>
    <a:accent6>
      <a:srgbClr val="778495"/>
    </a:accent6>
    <a:hlink>
      <a:srgbClr val="4276AA"/>
    </a:hlink>
    <a:folHlink>
      <a:srgbClr val="BFBFBF"/>
    </a:folHlink>
  </a:clrScheme>
</a:themeOverride>
</file>

<file path=ppt/theme/themeOverride4.xml><?xml version="1.0" encoding="utf-8"?>
<a:themeOverride xmlns:a="http://schemas.openxmlformats.org/drawingml/2006/main">
  <a:clrScheme name="四月主题色">
    <a:dk1>
      <a:srgbClr val="000000"/>
    </a:dk1>
    <a:lt1>
      <a:srgbClr val="FFFFFF"/>
    </a:lt1>
    <a:dk2>
      <a:srgbClr val="778495"/>
    </a:dk2>
    <a:lt2>
      <a:srgbClr val="F0F0F0"/>
    </a:lt2>
    <a:accent1>
      <a:srgbClr val="111A51"/>
    </a:accent1>
    <a:accent2>
      <a:srgbClr val="FE5A2C"/>
    </a:accent2>
    <a:accent3>
      <a:srgbClr val="5063F8"/>
    </a:accent3>
    <a:accent4>
      <a:srgbClr val="A6B3CB"/>
    </a:accent4>
    <a:accent5>
      <a:srgbClr val="343D74"/>
    </a:accent5>
    <a:accent6>
      <a:srgbClr val="778495"/>
    </a:accent6>
    <a:hlink>
      <a:srgbClr val="4276AA"/>
    </a:hlink>
    <a:folHlink>
      <a:srgbClr val="BFBFBF"/>
    </a:folHlink>
  </a:clrScheme>
</a:themeOverride>
</file>

<file path=ppt/theme/themeOverride5.xml><?xml version="1.0" encoding="utf-8"?>
<a:themeOverride xmlns:a="http://schemas.openxmlformats.org/drawingml/2006/main">
  <a:clrScheme name="四月主题色">
    <a:dk1>
      <a:srgbClr val="000000"/>
    </a:dk1>
    <a:lt1>
      <a:srgbClr val="FFFFFF"/>
    </a:lt1>
    <a:dk2>
      <a:srgbClr val="778495"/>
    </a:dk2>
    <a:lt2>
      <a:srgbClr val="F0F0F0"/>
    </a:lt2>
    <a:accent1>
      <a:srgbClr val="111A51"/>
    </a:accent1>
    <a:accent2>
      <a:srgbClr val="FE5A2C"/>
    </a:accent2>
    <a:accent3>
      <a:srgbClr val="5063F8"/>
    </a:accent3>
    <a:accent4>
      <a:srgbClr val="A6B3CB"/>
    </a:accent4>
    <a:accent5>
      <a:srgbClr val="343D74"/>
    </a:accent5>
    <a:accent6>
      <a:srgbClr val="778495"/>
    </a:accent6>
    <a:hlink>
      <a:srgbClr val="4276AA"/>
    </a:hlink>
    <a:folHlink>
      <a:srgbClr val="BFBFBF"/>
    </a:folHlink>
  </a:clrScheme>
</a:themeOverride>
</file>

<file path=ppt/theme/themeOverride6.xml><?xml version="1.0" encoding="utf-8"?>
<a:themeOverride xmlns:a="http://schemas.openxmlformats.org/drawingml/2006/main">
  <a:clrScheme name="四月主题色">
    <a:dk1>
      <a:srgbClr val="000000"/>
    </a:dk1>
    <a:lt1>
      <a:srgbClr val="FFFFFF"/>
    </a:lt1>
    <a:dk2>
      <a:srgbClr val="778495"/>
    </a:dk2>
    <a:lt2>
      <a:srgbClr val="F0F0F0"/>
    </a:lt2>
    <a:accent1>
      <a:srgbClr val="111A51"/>
    </a:accent1>
    <a:accent2>
      <a:srgbClr val="FE5A2C"/>
    </a:accent2>
    <a:accent3>
      <a:srgbClr val="5063F8"/>
    </a:accent3>
    <a:accent4>
      <a:srgbClr val="A6B3CB"/>
    </a:accent4>
    <a:accent5>
      <a:srgbClr val="343D74"/>
    </a:accent5>
    <a:accent6>
      <a:srgbClr val="778495"/>
    </a:accent6>
    <a:hlink>
      <a:srgbClr val="4276AA"/>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菠萝煮茶</Template>
  <TotalTime>309</TotalTime>
  <Words>451</Words>
  <Application>Microsoft Office PowerPoint</Application>
  <PresentationFormat>宽屏</PresentationFormat>
  <Paragraphs>69</Paragraphs>
  <Slides>14</Slides>
  <Notes>8</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14</vt:i4>
      </vt:variant>
    </vt:vector>
  </HeadingPairs>
  <TitlesOfParts>
    <vt:vector size="20" baseType="lpstr">
      <vt:lpstr>Songti SC</vt:lpstr>
      <vt:lpstr>等线</vt:lpstr>
      <vt:lpstr>Arial</vt:lpstr>
      <vt:lpstr>Calibri</vt:lpstr>
      <vt:lpstr>主题5</vt:lpstr>
      <vt:lpstr>think-cell Slide</vt:lpstr>
      <vt:lpstr>精益求精   保驾护航</vt:lpstr>
      <vt:lpstr>PowerPoint 演示文稿</vt:lpstr>
      <vt:lpstr>自我介绍</vt:lpstr>
      <vt:lpstr>自我介绍</vt:lpstr>
      <vt:lpstr>工作经历</vt:lpstr>
      <vt:lpstr>PowerPoint 演示文稿</vt:lpstr>
      <vt:lpstr>PowerPoint 演示文稿</vt:lpstr>
      <vt:lpstr>PowerPoint 演示文稿</vt:lpstr>
      <vt:lpstr>PowerPoint 演示文稿</vt:lpstr>
      <vt:lpstr>未来展望</vt:lpstr>
      <vt:lpstr>PowerPoint 演示文稿</vt:lpstr>
      <vt:lpstr>结语</vt:lpstr>
      <vt:lpstr>PowerPoint 演示文稿</vt:lpstr>
      <vt:lpstr>THANKS 感谢 </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华中科技大学论文答辩通用PPT模板</dc:title>
  <dc:creator>islide</dc:creator>
  <cp:keywords>51PPT模板网（www.51pptmoban.com）</cp:keywords>
  <dc:description>51PPT模板网，幻灯片演示模板及素材免费下载！_x000d_
51PPT模板网 唯一访问网址：www.51pptmoban.com</dc:description>
  <cp:lastModifiedBy>Taiyan Chi</cp:lastModifiedBy>
  <cp:revision>14</cp:revision>
  <cp:lastPrinted>2020-09-09T16:00:00Z</cp:lastPrinted>
  <dcterms:created xsi:type="dcterms:W3CDTF">2020-09-09T16:00:00Z</dcterms:created>
  <dcterms:modified xsi:type="dcterms:W3CDTF">2025-11-01T18:43:52Z</dcterms:modified>
  <cp:contentStatus>华中科技大学论文答辩通用PPT模板，www.51pptmoban.com</cp:contentStatus>
  <cp:version>51pptmoban.com（V51PPT-24050901版）</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Slide.TEMPLATE">
    <vt:lpwstr>5c129978-1ed4-4bff-bbf1-0348d1a75716</vt:lpwstr>
  </property>
</Properties>
</file>