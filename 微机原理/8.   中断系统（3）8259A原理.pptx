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53"/>
  </p:notesMasterIdLst>
  <p:sldIdLst>
    <p:sldId id="340" r:id="rId2"/>
    <p:sldId id="467" r:id="rId3"/>
    <p:sldId id="466" r:id="rId4"/>
    <p:sldId id="481" r:id="rId5"/>
    <p:sldId id="469" r:id="rId6"/>
    <p:sldId id="419" r:id="rId7"/>
    <p:sldId id="479" r:id="rId8"/>
    <p:sldId id="482" r:id="rId9"/>
    <p:sldId id="480" r:id="rId10"/>
    <p:sldId id="483" r:id="rId11"/>
    <p:sldId id="478" r:id="rId12"/>
    <p:sldId id="420" r:id="rId13"/>
    <p:sldId id="471" r:id="rId14"/>
    <p:sldId id="475" r:id="rId15"/>
    <p:sldId id="476" r:id="rId16"/>
    <p:sldId id="355" r:id="rId17"/>
    <p:sldId id="474" r:id="rId18"/>
    <p:sldId id="472" r:id="rId19"/>
    <p:sldId id="473" r:id="rId20"/>
    <p:sldId id="422" r:id="rId21"/>
    <p:sldId id="423" r:id="rId22"/>
    <p:sldId id="424" r:id="rId23"/>
    <p:sldId id="425" r:id="rId24"/>
    <p:sldId id="426" r:id="rId25"/>
    <p:sldId id="484" r:id="rId26"/>
    <p:sldId id="427" r:id="rId27"/>
    <p:sldId id="485" r:id="rId28"/>
    <p:sldId id="428" r:id="rId29"/>
    <p:sldId id="429" r:id="rId30"/>
    <p:sldId id="430" r:id="rId31"/>
    <p:sldId id="431" r:id="rId32"/>
    <p:sldId id="441" r:id="rId33"/>
    <p:sldId id="486" r:id="rId34"/>
    <p:sldId id="488" r:id="rId35"/>
    <p:sldId id="442" r:id="rId36"/>
    <p:sldId id="443" r:id="rId37"/>
    <p:sldId id="487" r:id="rId38"/>
    <p:sldId id="444" r:id="rId39"/>
    <p:sldId id="450" r:id="rId40"/>
    <p:sldId id="445" r:id="rId41"/>
    <p:sldId id="446" r:id="rId42"/>
    <p:sldId id="447" r:id="rId43"/>
    <p:sldId id="448" r:id="rId44"/>
    <p:sldId id="489" r:id="rId45"/>
    <p:sldId id="491" r:id="rId46"/>
    <p:sldId id="490" r:id="rId47"/>
    <p:sldId id="449" r:id="rId48"/>
    <p:sldId id="381" r:id="rId49"/>
    <p:sldId id="385" r:id="rId50"/>
    <p:sldId id="437" r:id="rId51"/>
    <p:sldId id="438" r:id="rId52"/>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A900"/>
    <a:srgbClr val="99FF99"/>
    <a:srgbClr val="FF7C80"/>
    <a:srgbClr val="0099FF"/>
    <a:srgbClr val="00CCFF"/>
    <a:srgbClr val="3399FF"/>
    <a:srgbClr val="66CCFF"/>
    <a:srgbClr val="FFFF00"/>
    <a:srgbClr val="92C0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63" d="100"/>
          <a:sy n="63" d="100"/>
        </p:scale>
        <p:origin x="1380"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 Id="rId5" Type="http://schemas.openxmlformats.org/officeDocument/2006/relationships/image" Target="../media/image9.emf"/><Relationship Id="rId4"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3073">
            <a:extLst>
              <a:ext uri="{FF2B5EF4-FFF2-40B4-BE49-F238E27FC236}">
                <a16:creationId xmlns:a16="http://schemas.microsoft.com/office/drawing/2014/main" id="{5FCDC9E3-651B-4CC6-93E7-8CA943B0B4BB}"/>
              </a:ext>
            </a:extLst>
          </p:cNvPr>
          <p:cNvSpPr>
            <a:spLocks noGrp="1"/>
          </p:cNvSpPr>
          <p:nvPr>
            <p:ph type="hdr" sz="quarter"/>
          </p:nvPr>
        </p:nvSpPr>
        <p:spPr>
          <a:xfrm>
            <a:off x="0" y="0"/>
            <a:ext cx="2971800" cy="457200"/>
          </a:xfrm>
          <a:prstGeom prst="rect">
            <a:avLst/>
          </a:prstGeom>
          <a:noFill/>
          <a:ln w="9525">
            <a:noFill/>
          </a:ln>
        </p:spPr>
        <p:txBody>
          <a:bodyPr/>
          <a:lstStyle>
            <a:lvl1pPr>
              <a:defRPr sz="1200" noProof="1" dirty="0"/>
            </a:lvl1pPr>
          </a:lstStyle>
          <a:p>
            <a:endParaRPr lang="zh-CN" altLang="en-US"/>
          </a:p>
        </p:txBody>
      </p:sp>
      <p:sp>
        <p:nvSpPr>
          <p:cNvPr id="3075" name="日期占位符 3074">
            <a:extLst>
              <a:ext uri="{FF2B5EF4-FFF2-40B4-BE49-F238E27FC236}">
                <a16:creationId xmlns:a16="http://schemas.microsoft.com/office/drawing/2014/main" id="{C951D35B-9AB3-4DE3-93C3-B2ADBDCB8C53}"/>
              </a:ext>
            </a:extLst>
          </p:cNvPr>
          <p:cNvSpPr>
            <a:spLocks noGrp="1"/>
          </p:cNvSpPr>
          <p:nvPr>
            <p:ph type="dt" idx="1"/>
          </p:nvPr>
        </p:nvSpPr>
        <p:spPr>
          <a:xfrm>
            <a:off x="3884613" y="0"/>
            <a:ext cx="2971800" cy="457200"/>
          </a:xfrm>
          <a:prstGeom prst="rect">
            <a:avLst/>
          </a:prstGeom>
          <a:noFill/>
          <a:ln w="9525">
            <a:noFill/>
          </a:ln>
        </p:spPr>
        <p:txBody>
          <a:bodyPr/>
          <a:lstStyle>
            <a:lvl1pPr algn="r">
              <a:defRPr sz="1200" noProof="1" dirty="0"/>
            </a:lvl1pPr>
          </a:lstStyle>
          <a:p>
            <a:endParaRPr lang="zh-CN" altLang="en-US"/>
          </a:p>
        </p:txBody>
      </p:sp>
      <p:sp>
        <p:nvSpPr>
          <p:cNvPr id="3076" name="幻灯片图像占位符 3075">
            <a:extLst>
              <a:ext uri="{FF2B5EF4-FFF2-40B4-BE49-F238E27FC236}">
                <a16:creationId xmlns:a16="http://schemas.microsoft.com/office/drawing/2014/main" id="{1ABB8628-904B-4B8D-A0A7-DFCC11CD9197}"/>
              </a:ext>
            </a:extLst>
          </p:cNvPr>
          <p:cNvSpPr>
            <a:spLocks noGrp="1" noRo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文本占位符 3076">
            <a:extLst>
              <a:ext uri="{FF2B5EF4-FFF2-40B4-BE49-F238E27FC236}">
                <a16:creationId xmlns:a16="http://schemas.microsoft.com/office/drawing/2014/main" id="{BFB3D4E0-387A-41F4-ADE0-76264850FCF5}"/>
              </a:ext>
            </a:extLst>
          </p:cNvPr>
          <p:cNvSpPr>
            <a:spLocks noGrp="1" noRot="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页脚占位符 3077">
            <a:extLst>
              <a:ext uri="{FF2B5EF4-FFF2-40B4-BE49-F238E27FC236}">
                <a16:creationId xmlns:a16="http://schemas.microsoft.com/office/drawing/2014/main" id="{B4DA9EBC-5750-4498-B3F8-4B0AFAA7108F}"/>
              </a:ext>
            </a:extLst>
          </p:cNvPr>
          <p:cNvSpPr>
            <a:spLocks noGrp="1"/>
          </p:cNvSpPr>
          <p:nvPr>
            <p:ph type="ftr" sz="quarter" idx="4"/>
          </p:nvPr>
        </p:nvSpPr>
        <p:spPr>
          <a:xfrm>
            <a:off x="0" y="8685213"/>
            <a:ext cx="2971800" cy="457200"/>
          </a:xfrm>
          <a:prstGeom prst="rect">
            <a:avLst/>
          </a:prstGeom>
          <a:noFill/>
          <a:ln w="9525">
            <a:noFill/>
          </a:ln>
        </p:spPr>
        <p:txBody>
          <a:bodyPr anchor="b"/>
          <a:lstStyle>
            <a:lvl1pPr>
              <a:defRPr sz="1200" noProof="1" dirty="0"/>
            </a:lvl1pPr>
          </a:lstStyle>
          <a:p>
            <a:endParaRPr lang="zh-CN" altLang="en-US"/>
          </a:p>
        </p:txBody>
      </p:sp>
      <p:sp>
        <p:nvSpPr>
          <p:cNvPr id="3079" name="灯片编号占位符 3078">
            <a:extLst>
              <a:ext uri="{FF2B5EF4-FFF2-40B4-BE49-F238E27FC236}">
                <a16:creationId xmlns:a16="http://schemas.microsoft.com/office/drawing/2014/main" id="{DFE91D88-A2E2-421E-B122-89E02997140B}"/>
              </a:ext>
            </a:extLst>
          </p:cNvPr>
          <p:cNvSpPr>
            <a:spLocks noGrp="1"/>
          </p:cNvSpPr>
          <p:nvPr>
            <p:ph type="sldNum" sz="quarter" idx="5"/>
          </p:nvPr>
        </p:nvSpPr>
        <p:spPr>
          <a:xfrm>
            <a:off x="3884613" y="8685213"/>
            <a:ext cx="2971800" cy="457200"/>
          </a:xfrm>
          <a:prstGeom prst="rect">
            <a:avLst/>
          </a:prstGeom>
          <a:noFill/>
          <a:ln w="9525">
            <a:noFill/>
          </a:ln>
        </p:spPr>
        <p:txBody>
          <a:bodyPr anchor="b"/>
          <a:lstStyle>
            <a:lvl1pPr algn="r">
              <a:defRPr sz="1200" noProof="1" dirty="0">
                <a:cs typeface="+mn-ea"/>
              </a:defRPr>
            </a:lvl1pPr>
          </a:lstStyle>
          <a:p>
            <a:fld id="{6E7ACA15-9E1C-44C4-8422-6F0AA497D029}" type="slidenum">
              <a:rPr lang="zh-CN" altLang="en-US"/>
              <a:pPr/>
              <a:t>‹#›</a:t>
            </a:fld>
            <a:endParaRPr lang="zh-CN" altLang="en-US">
              <a:cs typeface="+mn-cs"/>
            </a:endParaRP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bwMode="auto">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EDF8293-FEDB-439A-96A6-75F97C23C331}"/>
              </a:ext>
            </a:extLst>
          </p:cNvPr>
          <p:cNvSpPr>
            <a:spLocks noChangeArrowheads="1"/>
          </p:cNvSpPr>
          <p:nvPr/>
        </p:nvSpPr>
        <p:spPr bwMode="auto">
          <a:xfrm>
            <a:off x="0" y="0"/>
            <a:ext cx="9144000" cy="3213100"/>
          </a:xfrm>
          <a:prstGeom prst="rect">
            <a:avLst/>
          </a:prstGeom>
          <a:gradFill rotWithShape="1">
            <a:gsLst>
              <a:gs pos="0">
                <a:schemeClr val="tx1"/>
              </a:gs>
              <a:gs pos="100000">
                <a:srgbClr val="00214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zh-CN" altLang="en-US"/>
          </a:p>
        </p:txBody>
      </p:sp>
      <p:pic>
        <p:nvPicPr>
          <p:cNvPr id="4" name="图片 3">
            <a:extLst>
              <a:ext uri="{FF2B5EF4-FFF2-40B4-BE49-F238E27FC236}">
                <a16:creationId xmlns:a16="http://schemas.microsoft.com/office/drawing/2014/main" id="{FEFC34FD-F3A3-4966-BDC2-6EBAC64C4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58738"/>
            <a:ext cx="9291638" cy="6921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2052">
            <a:extLst>
              <a:ext uri="{FF2B5EF4-FFF2-40B4-BE49-F238E27FC236}">
                <a16:creationId xmlns:a16="http://schemas.microsoft.com/office/drawing/2014/main" id="{5CA2F162-CA72-48EA-9DCD-5A9839F163DB}"/>
              </a:ext>
            </a:extLst>
          </p:cNvPr>
          <p:cNvSpPr txBox="1">
            <a:spLocks noChangeArrowheads="1"/>
          </p:cNvSpPr>
          <p:nvPr/>
        </p:nvSpPr>
        <p:spPr bwMode="auto">
          <a:xfrm>
            <a:off x="152400" y="212725"/>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endParaRPr lang="en-US" altLang="zh-CN" sz="2000" b="1">
              <a:solidFill>
                <a:schemeClr val="bg2"/>
              </a:solidFill>
              <a:latin typeface="Verdana" panose="020B0604030504040204" pitchFamily="34" charset="0"/>
            </a:endParaRPr>
          </a:p>
        </p:txBody>
      </p:sp>
      <p:sp>
        <p:nvSpPr>
          <p:cNvPr id="6" name="圆角矩形 2053">
            <a:extLst>
              <a:ext uri="{FF2B5EF4-FFF2-40B4-BE49-F238E27FC236}">
                <a16:creationId xmlns:a16="http://schemas.microsoft.com/office/drawing/2014/main" id="{BD51B92A-071E-4608-AE9B-CCFA6EED48CB}"/>
              </a:ext>
            </a:extLst>
          </p:cNvPr>
          <p:cNvSpPr>
            <a:spLocks noChangeArrowheads="1"/>
          </p:cNvSpPr>
          <p:nvPr/>
        </p:nvSpPr>
        <p:spPr bwMode="auto">
          <a:xfrm>
            <a:off x="838200" y="2590800"/>
            <a:ext cx="7543800" cy="914400"/>
          </a:xfrm>
          <a:prstGeom prst="roundRect">
            <a:avLst>
              <a:gd name="adj" fmla="val 16667"/>
            </a:avLst>
          </a:prstGeom>
          <a:gradFill rotWithShape="1">
            <a:gsLst>
              <a:gs pos="0">
                <a:srgbClr val="5B94E1"/>
              </a:gs>
              <a:gs pos="50000">
                <a:srgbClr val="2A4468"/>
              </a:gs>
              <a:gs pos="100000">
                <a:srgbClr val="5B94E1"/>
              </a:gs>
            </a:gsLst>
            <a:lin ang="0" scaled="1"/>
          </a:gradFill>
          <a:ln w="76200">
            <a:solidFill>
              <a:schemeClr val="bg1"/>
            </a:solidFill>
            <a:round/>
            <a:headEnd/>
            <a:tailEnd/>
          </a:ln>
        </p:spPr>
        <p:txBody>
          <a:bodyPr wrap="none" anchor="ctr"/>
          <a:lstStyle/>
          <a:p>
            <a:pPr algn="ctr" latinLnBrk="1"/>
            <a:endParaRPr lang="ko-KR" altLang="en-US" sz="4000" b="1">
              <a:solidFill>
                <a:schemeClr val="bg1"/>
              </a:solidFill>
              <a:latin typeface="Verdana" panose="020B0604030504040204" pitchFamily="34" charset="0"/>
              <a:ea typeface="Gulim" panose="020B0600000101010101" pitchFamily="34" charset="-127"/>
            </a:endParaRPr>
          </a:p>
        </p:txBody>
      </p:sp>
      <p:sp>
        <p:nvSpPr>
          <p:cNvPr id="7" name="文本框 2057">
            <a:extLst>
              <a:ext uri="{FF2B5EF4-FFF2-40B4-BE49-F238E27FC236}">
                <a16:creationId xmlns:a16="http://schemas.microsoft.com/office/drawing/2014/main" id="{7CE3BD90-8EE8-4B95-97F8-46009A8A99D2}"/>
              </a:ext>
            </a:extLst>
          </p:cNvPr>
          <p:cNvSpPr txBox="1">
            <a:spLocks noChangeArrowheads="1"/>
          </p:cNvSpPr>
          <p:nvPr/>
        </p:nvSpPr>
        <p:spPr bwMode="auto">
          <a:xfrm>
            <a:off x="2971800" y="5486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chemeClr val="tx2"/>
                </a:solidFill>
                <a:latin typeface="Lucida Sans Unicode" panose="020B0602030504020204" pitchFamily="34" charset="0"/>
                <a:ea typeface="仿宋_GB2312" pitchFamily="1" charset="-122"/>
              </a:rPr>
              <a:t>华中科技大学控制系</a:t>
            </a:r>
          </a:p>
        </p:txBody>
      </p:sp>
      <p:pic>
        <p:nvPicPr>
          <p:cNvPr id="8" name="图片 6">
            <a:extLst>
              <a:ext uri="{FF2B5EF4-FFF2-40B4-BE49-F238E27FC236}">
                <a16:creationId xmlns:a16="http://schemas.microsoft.com/office/drawing/2014/main" id="{2697CFE3-284F-45BD-BA2B-CDA998CC5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257800"/>
            <a:ext cx="9683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副标题 2051"/>
          <p:cNvSpPr>
            <a:spLocks noGrp="1"/>
          </p:cNvSpPr>
          <p:nvPr>
            <p:ph type="subTitle" idx="1"/>
          </p:nvPr>
        </p:nvSpPr>
        <p:spPr>
          <a:xfrm>
            <a:off x="1371600" y="3962400"/>
            <a:ext cx="6324600" cy="381000"/>
          </a:xfrm>
          <a:prstGeom prst="rect">
            <a:avLst/>
          </a:prstGeom>
          <a:noFill/>
          <a:ln w="9525">
            <a:noFill/>
          </a:ln>
        </p:spPr>
        <p:txBody>
          <a:bodyPr/>
          <a:lstStyle>
            <a:lvl1pPr marL="0" lvl="0" indent="0" algn="ctr">
              <a:buNone/>
              <a:defRPr sz="1800" kern="1200"/>
            </a:lvl1pPr>
            <a:lvl2pPr marL="457200" lvl="1" indent="-457200" algn="ctr">
              <a:buNone/>
              <a:defRPr sz="1800" kern="1200"/>
            </a:lvl2pPr>
            <a:lvl3pPr marL="914400" lvl="2" indent="-914400" algn="ctr">
              <a:buNone/>
              <a:defRPr sz="1800" kern="1200"/>
            </a:lvl3pPr>
            <a:lvl4pPr marL="1371600" lvl="3" indent="-1371600" algn="ctr">
              <a:buNone/>
              <a:defRPr sz="1800" kern="1200"/>
            </a:lvl4pPr>
            <a:lvl5pPr marL="1828800" lvl="4" indent="-1828800" algn="ctr">
              <a:buNone/>
              <a:defRPr sz="1800" kern="1200"/>
            </a:lvl5pPr>
          </a:lstStyle>
          <a:p>
            <a:pPr lvl="0"/>
            <a:r>
              <a:rPr lang="en-US" altLang="zh-CN" noProof="1"/>
              <a:t>Click to edit Master subtitle style</a:t>
            </a:r>
          </a:p>
        </p:txBody>
      </p:sp>
      <p:sp>
        <p:nvSpPr>
          <p:cNvPr id="9" name="日期占位符 2054">
            <a:extLst>
              <a:ext uri="{FF2B5EF4-FFF2-40B4-BE49-F238E27FC236}">
                <a16:creationId xmlns:a16="http://schemas.microsoft.com/office/drawing/2014/main" id="{C033156C-E391-4ECB-A2BE-6455DC10BC67}"/>
              </a:ext>
            </a:extLst>
          </p:cNvPr>
          <p:cNvSpPr>
            <a:spLocks noGrp="1"/>
          </p:cNvSpPr>
          <p:nvPr>
            <p:ph type="dt" sz="quarter" idx="10"/>
          </p:nvPr>
        </p:nvSpPr>
        <p:spPr>
          <a:xfrm>
            <a:off x="420688" y="6248400"/>
            <a:ext cx="2133600" cy="152400"/>
          </a:xfrm>
          <a:prstGeom prst="rect">
            <a:avLst/>
          </a:prstGeom>
        </p:spPr>
        <p:txBody>
          <a:bodyPr anchor="t"/>
          <a:lstStyle>
            <a:lvl1pPr>
              <a:defRPr sz="1400" noProof="1" dirty="0">
                <a:latin typeface="Times New Roman" panose="02020603050405020304" pitchFamily="2" charset="0"/>
                <a:ea typeface="Gulim" pitchFamily="2" charset="-127"/>
              </a:defRPr>
            </a:lvl1pPr>
          </a:lstStyle>
          <a:p>
            <a:endParaRPr lang="ko-KR" altLang="en-US"/>
          </a:p>
        </p:txBody>
      </p:sp>
      <p:sp>
        <p:nvSpPr>
          <p:cNvPr id="10" name="页脚占位符 2055">
            <a:extLst>
              <a:ext uri="{FF2B5EF4-FFF2-40B4-BE49-F238E27FC236}">
                <a16:creationId xmlns:a16="http://schemas.microsoft.com/office/drawing/2014/main" id="{6C83141C-0FE2-4BDD-91D0-0DB4C490C1B5}"/>
              </a:ext>
            </a:extLst>
          </p:cNvPr>
          <p:cNvSpPr>
            <a:spLocks noGrp="1"/>
          </p:cNvSpPr>
          <p:nvPr>
            <p:ph type="ftr" sz="quarter" idx="11"/>
          </p:nvPr>
        </p:nvSpPr>
        <p:spPr>
          <a:xfrm>
            <a:off x="3163888" y="6248400"/>
            <a:ext cx="2895600" cy="152400"/>
          </a:xfrm>
          <a:prstGeom prst="rect">
            <a:avLst/>
          </a:prstGeom>
        </p:spPr>
        <p:txBody>
          <a:bodyPr anchor="t"/>
          <a:lstStyle>
            <a:lvl1pPr algn="ctr">
              <a:defRPr sz="1400" noProof="1" dirty="0">
                <a:latin typeface="Times New Roman" panose="02020603050405020304" pitchFamily="2" charset="0"/>
                <a:ea typeface="Gulim" pitchFamily="2" charset="-127"/>
              </a:defRPr>
            </a:lvl1pPr>
          </a:lstStyle>
          <a:p>
            <a:endParaRPr lang="ko-KR" altLang="en-US"/>
          </a:p>
        </p:txBody>
      </p:sp>
      <p:sp>
        <p:nvSpPr>
          <p:cNvPr id="11" name="灯片编号占位符 2056">
            <a:extLst>
              <a:ext uri="{FF2B5EF4-FFF2-40B4-BE49-F238E27FC236}">
                <a16:creationId xmlns:a16="http://schemas.microsoft.com/office/drawing/2014/main" id="{444CB34C-800A-43C1-B226-C38E3EB00AAC}"/>
              </a:ext>
            </a:extLst>
          </p:cNvPr>
          <p:cNvSpPr>
            <a:spLocks noGrp="1"/>
          </p:cNvSpPr>
          <p:nvPr>
            <p:ph type="sldNum" sz="quarter" idx="12"/>
          </p:nvPr>
        </p:nvSpPr>
        <p:spPr>
          <a:xfrm>
            <a:off x="6573838" y="6248400"/>
            <a:ext cx="2133600" cy="152400"/>
          </a:xfrm>
        </p:spPr>
        <p:txBody>
          <a:bodyPr anchor="t"/>
          <a:lstStyle>
            <a:lvl1pPr algn="r">
              <a:defRPr>
                <a:latin typeface="Times New Roman" panose="02020603050405020304" pitchFamily="2" charset="0"/>
                <a:ea typeface="Gulim" pitchFamily="2" charset="-127"/>
              </a:defRPr>
            </a:lvl1pPr>
          </a:lstStyle>
          <a:p>
            <a:endParaRPr lang="en-US" altLang="x-none"/>
          </a:p>
        </p:txBody>
      </p:sp>
    </p:spTree>
    <p:extLst>
      <p:ext uri="{BB962C8B-B14F-4D97-AF65-F5344CB8AC3E}">
        <p14:creationId xmlns:p14="http://schemas.microsoft.com/office/powerpoint/2010/main" val="272265056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1026">
            <a:extLst>
              <a:ext uri="{FF2B5EF4-FFF2-40B4-BE49-F238E27FC236}">
                <a16:creationId xmlns:a16="http://schemas.microsoft.com/office/drawing/2014/main" id="{F4AAB53D-B585-4F66-B41F-5A39A2529BBB}"/>
              </a:ext>
            </a:extLst>
          </p:cNvPr>
          <p:cNvSpPr>
            <a:spLocks noGrp="1"/>
          </p:cNvSpPr>
          <p:nvPr>
            <p:ph type="sldNum" sz="quarter" idx="10"/>
          </p:nvPr>
        </p:nvSpPr>
        <p:spPr>
          <a:ln/>
        </p:spPr>
        <p:txBody>
          <a:bodyPr/>
          <a:lstStyle>
            <a:lvl1pPr>
              <a:defRPr/>
            </a:lvl1pPr>
          </a:lstStyle>
          <a:p>
            <a:fld id="{BB1291EC-6D53-428F-91FA-E7D9A58C484D}" type="slidenum">
              <a:rPr lang="zh-CN" altLang="en-US"/>
              <a:pPr/>
              <a:t>‹#›</a:t>
            </a:fld>
            <a:endParaRPr lang="zh-CN" altLang="en-US"/>
          </a:p>
        </p:txBody>
      </p:sp>
    </p:spTree>
    <p:extLst>
      <p:ext uri="{BB962C8B-B14F-4D97-AF65-F5344CB8AC3E}">
        <p14:creationId xmlns:p14="http://schemas.microsoft.com/office/powerpoint/2010/main" val="127338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灯片编号占位符 1026">
            <a:extLst>
              <a:ext uri="{FF2B5EF4-FFF2-40B4-BE49-F238E27FC236}">
                <a16:creationId xmlns:a16="http://schemas.microsoft.com/office/drawing/2014/main" id="{855836C0-61E7-4947-B469-CDDC7924B676}"/>
              </a:ext>
            </a:extLst>
          </p:cNvPr>
          <p:cNvSpPr>
            <a:spLocks noGrp="1"/>
          </p:cNvSpPr>
          <p:nvPr>
            <p:ph type="sldNum" sz="quarter" idx="10"/>
          </p:nvPr>
        </p:nvSpPr>
        <p:spPr>
          <a:ln/>
        </p:spPr>
        <p:txBody>
          <a:bodyPr/>
          <a:lstStyle>
            <a:lvl1pPr>
              <a:defRPr/>
            </a:lvl1pPr>
          </a:lstStyle>
          <a:p>
            <a:fld id="{57BC52E4-7D07-49DB-B91E-CDF314CF639B}" type="slidenum">
              <a:rPr lang="zh-CN" altLang="en-US"/>
              <a:pPr/>
              <a:t>‹#›</a:t>
            </a:fld>
            <a:endParaRPr lang="zh-CN" altLang="en-US"/>
          </a:p>
        </p:txBody>
      </p:sp>
    </p:spTree>
    <p:extLst>
      <p:ext uri="{BB962C8B-B14F-4D97-AF65-F5344CB8AC3E}">
        <p14:creationId xmlns:p14="http://schemas.microsoft.com/office/powerpoint/2010/main" val="3442119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371600"/>
            <a:ext cx="4032504" cy="4953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371600"/>
            <a:ext cx="4032504" cy="4953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1026">
            <a:extLst>
              <a:ext uri="{FF2B5EF4-FFF2-40B4-BE49-F238E27FC236}">
                <a16:creationId xmlns:a16="http://schemas.microsoft.com/office/drawing/2014/main" id="{188657F6-6293-4783-A57B-744B77C9BB3E}"/>
              </a:ext>
            </a:extLst>
          </p:cNvPr>
          <p:cNvSpPr>
            <a:spLocks noGrp="1"/>
          </p:cNvSpPr>
          <p:nvPr>
            <p:ph type="sldNum" sz="quarter" idx="10"/>
          </p:nvPr>
        </p:nvSpPr>
        <p:spPr>
          <a:ln/>
        </p:spPr>
        <p:txBody>
          <a:bodyPr/>
          <a:lstStyle>
            <a:lvl1pPr>
              <a:defRPr/>
            </a:lvl1pPr>
          </a:lstStyle>
          <a:p>
            <a:fld id="{B6013C48-0E1B-4BED-91D5-7D6E77FED134}" type="slidenum">
              <a:rPr lang="zh-CN" altLang="en-US"/>
              <a:pPr/>
              <a:t>‹#›</a:t>
            </a:fld>
            <a:endParaRPr lang="zh-CN" altLang="en-US"/>
          </a:p>
        </p:txBody>
      </p:sp>
    </p:spTree>
    <p:extLst>
      <p:ext uri="{BB962C8B-B14F-4D97-AF65-F5344CB8AC3E}">
        <p14:creationId xmlns:p14="http://schemas.microsoft.com/office/powerpoint/2010/main" val="1861026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1026">
            <a:extLst>
              <a:ext uri="{FF2B5EF4-FFF2-40B4-BE49-F238E27FC236}">
                <a16:creationId xmlns:a16="http://schemas.microsoft.com/office/drawing/2014/main" id="{72E2E44C-8F66-4B56-8450-E6E836368EC2}"/>
              </a:ext>
            </a:extLst>
          </p:cNvPr>
          <p:cNvSpPr>
            <a:spLocks noGrp="1"/>
          </p:cNvSpPr>
          <p:nvPr>
            <p:ph type="sldNum" sz="quarter" idx="10"/>
          </p:nvPr>
        </p:nvSpPr>
        <p:spPr>
          <a:ln/>
        </p:spPr>
        <p:txBody>
          <a:bodyPr/>
          <a:lstStyle>
            <a:lvl1pPr>
              <a:defRPr/>
            </a:lvl1pPr>
          </a:lstStyle>
          <a:p>
            <a:fld id="{63F21041-9B47-4D3F-AAAC-238D6D94E98E}" type="slidenum">
              <a:rPr lang="zh-CN" altLang="en-US"/>
              <a:pPr/>
              <a:t>‹#›</a:t>
            </a:fld>
            <a:endParaRPr lang="zh-CN" altLang="en-US"/>
          </a:p>
        </p:txBody>
      </p:sp>
    </p:spTree>
    <p:extLst>
      <p:ext uri="{BB962C8B-B14F-4D97-AF65-F5344CB8AC3E}">
        <p14:creationId xmlns:p14="http://schemas.microsoft.com/office/powerpoint/2010/main" val="197196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1026">
            <a:extLst>
              <a:ext uri="{FF2B5EF4-FFF2-40B4-BE49-F238E27FC236}">
                <a16:creationId xmlns:a16="http://schemas.microsoft.com/office/drawing/2014/main" id="{B2353F6E-320E-40CE-8036-9169769803A1}"/>
              </a:ext>
            </a:extLst>
          </p:cNvPr>
          <p:cNvSpPr>
            <a:spLocks noGrp="1"/>
          </p:cNvSpPr>
          <p:nvPr>
            <p:ph type="sldNum" sz="quarter" idx="10"/>
          </p:nvPr>
        </p:nvSpPr>
        <p:spPr>
          <a:ln/>
        </p:spPr>
        <p:txBody>
          <a:bodyPr/>
          <a:lstStyle>
            <a:lvl1pPr>
              <a:defRPr/>
            </a:lvl1pPr>
          </a:lstStyle>
          <a:p>
            <a:fld id="{589AD13F-4761-432E-8222-B9B7052E3B2B}" type="slidenum">
              <a:rPr lang="zh-CN" altLang="en-US"/>
              <a:pPr/>
              <a:t>‹#›</a:t>
            </a:fld>
            <a:endParaRPr lang="zh-CN" altLang="en-US"/>
          </a:p>
        </p:txBody>
      </p:sp>
    </p:spTree>
    <p:extLst>
      <p:ext uri="{BB962C8B-B14F-4D97-AF65-F5344CB8AC3E}">
        <p14:creationId xmlns:p14="http://schemas.microsoft.com/office/powerpoint/2010/main" val="2660033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026">
            <a:extLst>
              <a:ext uri="{FF2B5EF4-FFF2-40B4-BE49-F238E27FC236}">
                <a16:creationId xmlns:a16="http://schemas.microsoft.com/office/drawing/2014/main" id="{528237A1-BD69-4A59-80F3-F15FEEB29002}"/>
              </a:ext>
            </a:extLst>
          </p:cNvPr>
          <p:cNvSpPr>
            <a:spLocks noGrp="1"/>
          </p:cNvSpPr>
          <p:nvPr>
            <p:ph type="sldNum" sz="quarter" idx="10"/>
          </p:nvPr>
        </p:nvSpPr>
        <p:spPr>
          <a:ln/>
        </p:spPr>
        <p:txBody>
          <a:bodyPr/>
          <a:lstStyle>
            <a:lvl1pPr>
              <a:defRPr/>
            </a:lvl1pPr>
          </a:lstStyle>
          <a:p>
            <a:fld id="{C6480EBF-E39A-4790-AD2C-3E0CE31C3799}" type="slidenum">
              <a:rPr lang="zh-CN" altLang="en-US"/>
              <a:pPr/>
              <a:t>‹#›</a:t>
            </a:fld>
            <a:endParaRPr lang="zh-CN" altLang="en-US"/>
          </a:p>
        </p:txBody>
      </p:sp>
    </p:spTree>
    <p:extLst>
      <p:ext uri="{BB962C8B-B14F-4D97-AF65-F5344CB8AC3E}">
        <p14:creationId xmlns:p14="http://schemas.microsoft.com/office/powerpoint/2010/main" val="671343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灯片编号占位符 1026">
            <a:extLst>
              <a:ext uri="{FF2B5EF4-FFF2-40B4-BE49-F238E27FC236}">
                <a16:creationId xmlns:a16="http://schemas.microsoft.com/office/drawing/2014/main" id="{8200A06F-814A-4EEC-A122-4FE2817F6E69}"/>
              </a:ext>
            </a:extLst>
          </p:cNvPr>
          <p:cNvSpPr>
            <a:spLocks noGrp="1"/>
          </p:cNvSpPr>
          <p:nvPr>
            <p:ph type="sldNum" sz="quarter" idx="10"/>
          </p:nvPr>
        </p:nvSpPr>
        <p:spPr>
          <a:ln/>
        </p:spPr>
        <p:txBody>
          <a:bodyPr/>
          <a:lstStyle>
            <a:lvl1pPr>
              <a:defRPr/>
            </a:lvl1pPr>
          </a:lstStyle>
          <a:p>
            <a:fld id="{A8B6C76D-3B49-4B83-B099-1D17776F9E35}" type="slidenum">
              <a:rPr lang="zh-CN" altLang="en-US"/>
              <a:pPr/>
              <a:t>‹#›</a:t>
            </a:fld>
            <a:endParaRPr lang="zh-CN" altLang="en-US"/>
          </a:p>
        </p:txBody>
      </p:sp>
    </p:spTree>
    <p:extLst>
      <p:ext uri="{BB962C8B-B14F-4D97-AF65-F5344CB8AC3E}">
        <p14:creationId xmlns:p14="http://schemas.microsoft.com/office/powerpoint/2010/main" val="2944819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灯片编号占位符 1026">
            <a:extLst>
              <a:ext uri="{FF2B5EF4-FFF2-40B4-BE49-F238E27FC236}">
                <a16:creationId xmlns:a16="http://schemas.microsoft.com/office/drawing/2014/main" id="{98BABE2D-D788-4519-8D8C-1BC2A2FFBC6A}"/>
              </a:ext>
            </a:extLst>
          </p:cNvPr>
          <p:cNvSpPr>
            <a:spLocks noGrp="1"/>
          </p:cNvSpPr>
          <p:nvPr>
            <p:ph type="sldNum" sz="quarter" idx="10"/>
          </p:nvPr>
        </p:nvSpPr>
        <p:spPr>
          <a:ln/>
        </p:spPr>
        <p:txBody>
          <a:bodyPr/>
          <a:lstStyle>
            <a:lvl1pPr>
              <a:defRPr/>
            </a:lvl1pPr>
          </a:lstStyle>
          <a:p>
            <a:fld id="{4D2C491F-F5AC-417B-BB89-EE2888F77F19}" type="slidenum">
              <a:rPr lang="zh-CN" altLang="en-US"/>
              <a:pPr/>
              <a:t>‹#›</a:t>
            </a:fld>
            <a:endParaRPr lang="zh-CN" altLang="en-US"/>
          </a:p>
        </p:txBody>
      </p:sp>
    </p:spTree>
    <p:extLst>
      <p:ext uri="{BB962C8B-B14F-4D97-AF65-F5344CB8AC3E}">
        <p14:creationId xmlns:p14="http://schemas.microsoft.com/office/powerpoint/2010/main" val="1241693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1026">
            <a:extLst>
              <a:ext uri="{FF2B5EF4-FFF2-40B4-BE49-F238E27FC236}">
                <a16:creationId xmlns:a16="http://schemas.microsoft.com/office/drawing/2014/main" id="{57FFE751-062C-4460-90F4-83C6D5CB397E}"/>
              </a:ext>
            </a:extLst>
          </p:cNvPr>
          <p:cNvSpPr>
            <a:spLocks noGrp="1"/>
          </p:cNvSpPr>
          <p:nvPr>
            <p:ph type="sldNum" sz="quarter" idx="10"/>
          </p:nvPr>
        </p:nvSpPr>
        <p:spPr>
          <a:ln/>
        </p:spPr>
        <p:txBody>
          <a:bodyPr/>
          <a:lstStyle>
            <a:lvl1pPr>
              <a:defRPr/>
            </a:lvl1pPr>
          </a:lstStyle>
          <a:p>
            <a:fld id="{8C9AC0A2-0DBE-470C-9E94-F85AD305C0B5}" type="slidenum">
              <a:rPr lang="zh-CN" altLang="en-US"/>
              <a:pPr/>
              <a:t>‹#›</a:t>
            </a:fld>
            <a:endParaRPr lang="zh-CN" altLang="en-US"/>
          </a:p>
        </p:txBody>
      </p:sp>
    </p:spTree>
    <p:extLst>
      <p:ext uri="{BB962C8B-B14F-4D97-AF65-F5344CB8AC3E}">
        <p14:creationId xmlns:p14="http://schemas.microsoft.com/office/powerpoint/2010/main" val="3907853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222250"/>
            <a:ext cx="2095500" cy="61023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22250"/>
            <a:ext cx="6165022" cy="61023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1026">
            <a:extLst>
              <a:ext uri="{FF2B5EF4-FFF2-40B4-BE49-F238E27FC236}">
                <a16:creationId xmlns:a16="http://schemas.microsoft.com/office/drawing/2014/main" id="{B29585AA-FCAC-4378-A7F1-E8DC201ADF48}"/>
              </a:ext>
            </a:extLst>
          </p:cNvPr>
          <p:cNvSpPr>
            <a:spLocks noGrp="1"/>
          </p:cNvSpPr>
          <p:nvPr>
            <p:ph type="sldNum" sz="quarter" idx="10"/>
          </p:nvPr>
        </p:nvSpPr>
        <p:spPr>
          <a:ln/>
        </p:spPr>
        <p:txBody>
          <a:bodyPr/>
          <a:lstStyle>
            <a:lvl1pPr>
              <a:defRPr/>
            </a:lvl1pPr>
          </a:lstStyle>
          <a:p>
            <a:fld id="{9D60EAE1-374F-4E6B-84C7-21C58D627897}" type="slidenum">
              <a:rPr lang="zh-CN" altLang="en-US"/>
              <a:pPr/>
              <a:t>‹#›</a:t>
            </a:fld>
            <a:endParaRPr lang="zh-CN" altLang="en-US"/>
          </a:p>
        </p:txBody>
      </p:sp>
    </p:spTree>
    <p:extLst>
      <p:ext uri="{BB962C8B-B14F-4D97-AF65-F5344CB8AC3E}">
        <p14:creationId xmlns:p14="http://schemas.microsoft.com/office/powerpoint/2010/main" val="1024098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22250"/>
            <a:ext cx="8382000" cy="61023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灯片编号占位符 1026">
            <a:extLst>
              <a:ext uri="{FF2B5EF4-FFF2-40B4-BE49-F238E27FC236}">
                <a16:creationId xmlns:a16="http://schemas.microsoft.com/office/drawing/2014/main" id="{3983D9C4-2CB8-4908-9483-623AD72C8992}"/>
              </a:ext>
            </a:extLst>
          </p:cNvPr>
          <p:cNvSpPr>
            <a:spLocks noGrp="1"/>
          </p:cNvSpPr>
          <p:nvPr>
            <p:ph type="sldNum" sz="quarter" idx="10"/>
          </p:nvPr>
        </p:nvSpPr>
        <p:spPr>
          <a:ln/>
        </p:spPr>
        <p:txBody>
          <a:bodyPr/>
          <a:lstStyle>
            <a:lvl1pPr>
              <a:defRPr/>
            </a:lvl1pPr>
          </a:lstStyle>
          <a:p>
            <a:fld id="{AB51BADB-50FC-4C45-9BF3-4FF3E644AE95}" type="slidenum">
              <a:rPr lang="zh-CN" altLang="en-US"/>
              <a:pPr/>
              <a:t>‹#›</a:t>
            </a:fld>
            <a:endParaRPr lang="zh-CN" altLang="en-US"/>
          </a:p>
        </p:txBody>
      </p:sp>
    </p:spTree>
    <p:extLst>
      <p:ext uri="{BB962C8B-B14F-4D97-AF65-F5344CB8AC3E}">
        <p14:creationId xmlns:p14="http://schemas.microsoft.com/office/powerpoint/2010/main" val="3681560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表格占位符 2"/>
          <p:cNvSpPr>
            <a:spLocks noGrp="1"/>
          </p:cNvSpPr>
          <p:nvPr>
            <p:ph type="tbl" idx="1"/>
          </p:nvPr>
        </p:nvSpPr>
        <p:spPr/>
        <p:txBody>
          <a:bodyPr/>
          <a:lstStyle/>
          <a:p>
            <a:endParaRPr lang="zh-CN" altLang="en-US" noProof="1"/>
          </a:p>
        </p:txBody>
      </p:sp>
      <p:sp>
        <p:nvSpPr>
          <p:cNvPr id="4" name="灯片编号占位符 1026">
            <a:extLst>
              <a:ext uri="{FF2B5EF4-FFF2-40B4-BE49-F238E27FC236}">
                <a16:creationId xmlns:a16="http://schemas.microsoft.com/office/drawing/2014/main" id="{FC75051A-8163-47A9-AC6B-2CF69258EEAB}"/>
              </a:ext>
            </a:extLst>
          </p:cNvPr>
          <p:cNvSpPr>
            <a:spLocks noGrp="1"/>
          </p:cNvSpPr>
          <p:nvPr>
            <p:ph type="sldNum" sz="quarter" idx="10"/>
          </p:nvPr>
        </p:nvSpPr>
        <p:spPr>
          <a:ln/>
        </p:spPr>
        <p:txBody>
          <a:bodyPr/>
          <a:lstStyle>
            <a:lvl1pPr>
              <a:defRPr/>
            </a:lvl1pPr>
          </a:lstStyle>
          <a:p>
            <a:fld id="{C67FFE79-CF64-44AE-9727-56F3CD550DBC}" type="slidenum">
              <a:rPr lang="zh-CN" altLang="en-US"/>
              <a:pPr/>
              <a:t>‹#›</a:t>
            </a:fld>
            <a:endParaRPr lang="zh-CN" altLang="en-US"/>
          </a:p>
        </p:txBody>
      </p:sp>
    </p:spTree>
    <p:extLst>
      <p:ext uri="{BB962C8B-B14F-4D97-AF65-F5344CB8AC3E}">
        <p14:creationId xmlns:p14="http://schemas.microsoft.com/office/powerpoint/2010/main" val="1343456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图片 1025">
            <a:extLst>
              <a:ext uri="{FF2B5EF4-FFF2-40B4-BE49-F238E27FC236}">
                <a16:creationId xmlns:a16="http://schemas.microsoft.com/office/drawing/2014/main" id="{4273EC09-5B89-420E-B483-3AB7C611028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灯片编号占位符 1026">
            <a:extLst>
              <a:ext uri="{FF2B5EF4-FFF2-40B4-BE49-F238E27FC236}">
                <a16:creationId xmlns:a16="http://schemas.microsoft.com/office/drawing/2014/main" id="{3B775D5E-3A4B-4118-BD1D-AA65770DCC42}"/>
              </a:ext>
            </a:extLst>
          </p:cNvPr>
          <p:cNvSpPr>
            <a:spLocks noGrp="1"/>
          </p:cNvSpPr>
          <p:nvPr>
            <p:ph type="sldNum" sz="quarter" idx="4"/>
          </p:nvPr>
        </p:nvSpPr>
        <p:spPr>
          <a:xfrm>
            <a:off x="457200" y="6527800"/>
            <a:ext cx="1143000" cy="330200"/>
          </a:xfrm>
          <a:prstGeom prst="rect">
            <a:avLst/>
          </a:prstGeom>
          <a:noFill/>
          <a:ln w="9525">
            <a:noFill/>
          </a:ln>
        </p:spPr>
        <p:txBody>
          <a:bodyPr/>
          <a:lstStyle>
            <a:lvl1pPr algn="ctr">
              <a:defRPr sz="1400" noProof="1" dirty="0">
                <a:cs typeface="+mn-ea"/>
              </a:defRPr>
            </a:lvl1pPr>
          </a:lstStyle>
          <a:p>
            <a:fld id="{264DBEE7-6D7E-4177-82AF-FBB91563802A}" type="slidenum">
              <a:rPr lang="zh-CN" altLang="en-US"/>
              <a:pPr/>
              <a:t>‹#›</a:t>
            </a:fld>
            <a:endParaRPr lang="zh-CN" altLang="en-US">
              <a:cs typeface="+mn-cs"/>
            </a:endParaRPr>
          </a:p>
        </p:txBody>
      </p:sp>
      <p:sp>
        <p:nvSpPr>
          <p:cNvPr id="1028" name="文本框 1027">
            <a:extLst>
              <a:ext uri="{FF2B5EF4-FFF2-40B4-BE49-F238E27FC236}">
                <a16:creationId xmlns:a16="http://schemas.microsoft.com/office/drawing/2014/main" id="{AA15F562-B5B6-4D9A-948F-ED034CE1660F}"/>
              </a:ext>
            </a:extLst>
          </p:cNvPr>
          <p:cNvSpPr txBox="1">
            <a:spLocks noChangeArrowheads="1"/>
          </p:cNvSpPr>
          <p:nvPr/>
        </p:nvSpPr>
        <p:spPr bwMode="auto">
          <a:xfrm>
            <a:off x="7239000" y="6583363"/>
            <a:ext cx="1905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1200" b="1">
                <a:solidFill>
                  <a:schemeClr val="bg1"/>
                </a:solidFill>
                <a:latin typeface="Verdana" panose="020B0604030504040204" pitchFamily="34" charset="0"/>
              </a:rPr>
              <a:t>COMPANY LOGO</a:t>
            </a:r>
          </a:p>
        </p:txBody>
      </p:sp>
      <p:sp>
        <p:nvSpPr>
          <p:cNvPr id="1029" name="未知">
            <a:extLst>
              <a:ext uri="{FF2B5EF4-FFF2-40B4-BE49-F238E27FC236}">
                <a16:creationId xmlns:a16="http://schemas.microsoft.com/office/drawing/2014/main" id="{410D6FA3-A672-4ED7-BE9D-DABF56AF5676}"/>
              </a:ext>
            </a:extLst>
          </p:cNvPr>
          <p:cNvSpPr>
            <a:spLocks noChangeArrowheads="1"/>
          </p:cNvSpPr>
          <p:nvPr/>
        </p:nvSpPr>
        <p:spPr bwMode="auto">
          <a:xfrm>
            <a:off x="3175" y="963613"/>
            <a:ext cx="9140825" cy="461962"/>
          </a:xfrm>
          <a:custGeom>
            <a:avLst/>
            <a:gdLst>
              <a:gd name="T0" fmla="*/ 0 w 5764"/>
              <a:gd name="T1" fmla="*/ 290 h 291"/>
              <a:gd name="T2" fmla="*/ 1 w 5764"/>
              <a:gd name="T3" fmla="*/ 193 h 291"/>
              <a:gd name="T4" fmla="*/ 1833 w 5764"/>
              <a:gd name="T5" fmla="*/ 25 h 291"/>
              <a:gd name="T6" fmla="*/ 3966 w 5764"/>
              <a:gd name="T7" fmla="*/ 41 h 291"/>
              <a:gd name="T8" fmla="*/ 5760 w 5764"/>
              <a:gd name="T9" fmla="*/ 184 h 291"/>
              <a:gd name="T10" fmla="*/ 5764 w 5764"/>
              <a:gd name="T11" fmla="*/ 291 h 291"/>
              <a:gd name="T12" fmla="*/ 0 w 5764"/>
              <a:gd name="T13" fmla="*/ 290 h 291"/>
            </a:gdLst>
            <a:ahLst/>
            <a:cxnLst>
              <a:cxn ang="0">
                <a:pos x="T0" y="T1"/>
              </a:cxn>
              <a:cxn ang="0">
                <a:pos x="T2" y="T3"/>
              </a:cxn>
              <a:cxn ang="0">
                <a:pos x="T4" y="T5"/>
              </a:cxn>
              <a:cxn ang="0">
                <a:pos x="T6" y="T7"/>
              </a:cxn>
              <a:cxn ang="0">
                <a:pos x="T8" y="T9"/>
              </a:cxn>
              <a:cxn ang="0">
                <a:pos x="T10" y="T11"/>
              </a:cxn>
              <a:cxn ang="0">
                <a:pos x="T12" y="T13"/>
              </a:cxn>
            </a:cxnLst>
            <a:rect l="0" t="0" r="r" b="b"/>
            <a:pathLst>
              <a:path w="5764" h="291">
                <a:moveTo>
                  <a:pt x="0" y="290"/>
                </a:moveTo>
                <a:lnTo>
                  <a:pt x="1" y="193"/>
                </a:lnTo>
                <a:cubicBezTo>
                  <a:pt x="305" y="150"/>
                  <a:pt x="1172" y="50"/>
                  <a:pt x="1833" y="25"/>
                </a:cubicBezTo>
                <a:cubicBezTo>
                  <a:pt x="2494" y="0"/>
                  <a:pt x="3312" y="15"/>
                  <a:pt x="3966" y="41"/>
                </a:cubicBezTo>
                <a:cubicBezTo>
                  <a:pt x="4620" y="68"/>
                  <a:pt x="5460" y="142"/>
                  <a:pt x="5760" y="184"/>
                </a:cubicBezTo>
                <a:lnTo>
                  <a:pt x="5764" y="291"/>
                </a:lnTo>
                <a:lnTo>
                  <a:pt x="0" y="29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0" name="文本占位符 1029">
            <a:extLst>
              <a:ext uri="{FF2B5EF4-FFF2-40B4-BE49-F238E27FC236}">
                <a16:creationId xmlns:a16="http://schemas.microsoft.com/office/drawing/2014/main" id="{7784E884-5951-4B45-8A4B-BD0A573AE060}"/>
              </a:ext>
            </a:extLst>
          </p:cNvPr>
          <p:cNvSpPr>
            <a:spLocks noGrp="1" noChangeArrowheads="1"/>
          </p:cNvSpPr>
          <p:nvPr>
            <p:ph type="body" idx="4294967295"/>
          </p:nvPr>
        </p:nvSpPr>
        <p:spPr bwMode="auto">
          <a:xfrm>
            <a:off x="457200" y="13716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31" name="圆角矩形 1030">
            <a:extLst>
              <a:ext uri="{FF2B5EF4-FFF2-40B4-BE49-F238E27FC236}">
                <a16:creationId xmlns:a16="http://schemas.microsoft.com/office/drawing/2014/main" id="{F8E4EF09-7A83-4D86-A8F4-1F05FCBAE8FF}"/>
              </a:ext>
            </a:extLst>
          </p:cNvPr>
          <p:cNvSpPr>
            <a:spLocks noChangeArrowheads="1"/>
          </p:cNvSpPr>
          <p:nvPr/>
        </p:nvSpPr>
        <p:spPr bwMode="auto">
          <a:xfrm>
            <a:off x="457200" y="228600"/>
            <a:ext cx="8229600" cy="685800"/>
          </a:xfrm>
          <a:prstGeom prst="roundRect">
            <a:avLst>
              <a:gd name="adj" fmla="val 16667"/>
            </a:avLst>
          </a:prstGeom>
          <a:gradFill rotWithShape="1">
            <a:gsLst>
              <a:gs pos="0">
                <a:srgbClr val="5B94E1"/>
              </a:gs>
              <a:gs pos="50000">
                <a:srgbClr val="2A4468"/>
              </a:gs>
              <a:gs pos="100000">
                <a:srgbClr val="5B94E1"/>
              </a:gs>
            </a:gsLst>
            <a:lin ang="0" scaled="1"/>
          </a:gradFill>
          <a:ln w="57150" cmpd="thinThick">
            <a:solidFill>
              <a:schemeClr val="bg1"/>
            </a:solidFill>
            <a:round/>
            <a:headEnd/>
            <a:tailEnd/>
          </a:ln>
        </p:spPr>
        <p:txBody>
          <a:bodyPr wrap="none" anchor="ctr"/>
          <a:lstStyle/>
          <a:p>
            <a:pPr algn="ctr" latinLnBrk="1"/>
            <a:endParaRPr lang="ko-KR" altLang="en-US" sz="4000" b="1">
              <a:solidFill>
                <a:schemeClr val="bg1"/>
              </a:solidFill>
              <a:latin typeface="Verdana" panose="020B0604030504040204" pitchFamily="34" charset="0"/>
              <a:ea typeface="Gulim" panose="020B0600000101010101" pitchFamily="34" charset="-127"/>
            </a:endParaRPr>
          </a:p>
        </p:txBody>
      </p:sp>
      <p:sp>
        <p:nvSpPr>
          <p:cNvPr id="1032" name="直接连接符 1031">
            <a:extLst>
              <a:ext uri="{FF2B5EF4-FFF2-40B4-BE49-F238E27FC236}">
                <a16:creationId xmlns:a16="http://schemas.microsoft.com/office/drawing/2014/main" id="{37E4ED5F-3E33-423D-99F3-78CD4BFAD36D}"/>
              </a:ext>
            </a:extLst>
          </p:cNvPr>
          <p:cNvSpPr>
            <a:spLocks noChangeShapeType="1"/>
          </p:cNvSpPr>
          <p:nvPr/>
        </p:nvSpPr>
        <p:spPr bwMode="auto">
          <a:xfrm>
            <a:off x="381000" y="6400800"/>
            <a:ext cx="84582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 name="标题 1032">
            <a:extLst>
              <a:ext uri="{FF2B5EF4-FFF2-40B4-BE49-F238E27FC236}">
                <a16:creationId xmlns:a16="http://schemas.microsoft.com/office/drawing/2014/main" id="{86EFA3D9-E666-466D-A75B-9C68299FBCD2}"/>
              </a:ext>
            </a:extLst>
          </p:cNvPr>
          <p:cNvSpPr>
            <a:spLocks noGrp="1" noChangeArrowheads="1"/>
          </p:cNvSpPr>
          <p:nvPr>
            <p:ph type="title" idx="4294967295"/>
          </p:nvPr>
        </p:nvSpPr>
        <p:spPr bwMode="auto">
          <a:xfrm>
            <a:off x="457200" y="22225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Tree>
  </p:cSld>
  <p:clrMap bg1="lt1" tx1="dk1" bg2="lt2" tx2="dk2" accent1="accent1" accent2="accent2" accent3="accent3" accent4="accent4" accent5="accent5" accent6="accent6" hlink="hlink" folHlink="folHlink"/>
  <p:sldLayoutIdLst>
    <p:sldLayoutId id="2147483750" r:id="rId1"/>
    <p:sldLayoutId id="2147483749" r:id="rId2"/>
    <p:sldLayoutId id="2147483748" r:id="rId3"/>
    <p:sldLayoutId id="2147483747" r:id="rId4"/>
    <p:sldLayoutId id="2147483746" r:id="rId5"/>
    <p:sldLayoutId id="2147483745" r:id="rId6"/>
    <p:sldLayoutId id="2147483744" r:id="rId7"/>
    <p:sldLayoutId id="2147483743" r:id="rId8"/>
    <p:sldLayoutId id="2147483742" r:id="rId9"/>
    <p:sldLayoutId id="2147483741" r:id="rId10"/>
    <p:sldLayoutId id="2147483740" r:id="rId11"/>
    <p:sldLayoutId id="2147483739" r:id="rId12"/>
    <p:sldLayoutId id="2147483738" r:id="rId13"/>
  </p:sldLayoutIdLst>
  <p:txStyles>
    <p:titleStyle>
      <a:lvl1pPr algn="ctr" rtl="0" fontAlgn="base">
        <a:spcBef>
          <a:spcPct val="0"/>
        </a:spcBef>
        <a:spcAft>
          <a:spcPct val="0"/>
        </a:spcAft>
        <a:defRPr sz="2800" kern="1200">
          <a:solidFill>
            <a:schemeClr val="bg1"/>
          </a:solidFill>
          <a:latin typeface="+mj-lt"/>
          <a:ea typeface="+mj-ea"/>
          <a:cs typeface="+mj-cs"/>
        </a:defRPr>
      </a:lvl1pPr>
      <a:lvl2pPr algn="ctr" rtl="0" fontAlgn="base">
        <a:spcBef>
          <a:spcPct val="0"/>
        </a:spcBef>
        <a:spcAft>
          <a:spcPct val="0"/>
        </a:spcAft>
        <a:defRPr sz="2800">
          <a:solidFill>
            <a:schemeClr val="bg1"/>
          </a:solidFill>
          <a:latin typeface="Verdana" panose="020B0604030504040204" pitchFamily="34" charset="0"/>
        </a:defRPr>
      </a:lvl2pPr>
      <a:lvl3pPr algn="ctr" rtl="0" fontAlgn="base">
        <a:spcBef>
          <a:spcPct val="0"/>
        </a:spcBef>
        <a:spcAft>
          <a:spcPct val="0"/>
        </a:spcAft>
        <a:defRPr sz="2800">
          <a:solidFill>
            <a:schemeClr val="bg1"/>
          </a:solidFill>
          <a:latin typeface="Verdana" panose="020B0604030504040204" pitchFamily="34" charset="0"/>
        </a:defRPr>
      </a:lvl3pPr>
      <a:lvl4pPr algn="ctr" rtl="0" fontAlgn="base">
        <a:spcBef>
          <a:spcPct val="0"/>
        </a:spcBef>
        <a:spcAft>
          <a:spcPct val="0"/>
        </a:spcAft>
        <a:defRPr sz="2800">
          <a:solidFill>
            <a:schemeClr val="bg1"/>
          </a:solidFill>
          <a:latin typeface="Verdana" panose="020B0604030504040204" pitchFamily="34" charset="0"/>
        </a:defRPr>
      </a:lvl4pPr>
      <a:lvl5pPr algn="ctr" rtl="0" fontAlgn="base">
        <a:spcBef>
          <a:spcPct val="0"/>
        </a:spcBef>
        <a:spcAft>
          <a:spcPct val="0"/>
        </a:spcAft>
        <a:defRPr sz="2800">
          <a:solidFill>
            <a:schemeClr val="bg1"/>
          </a:solidFill>
          <a:latin typeface="Verdana" panose="020B0604030504040204" pitchFamily="34" charset="0"/>
        </a:defRPr>
      </a:lvl5pPr>
      <a:lvl6pPr marL="457200" algn="ctr" rtl="0" fontAlgn="base">
        <a:spcBef>
          <a:spcPct val="0"/>
        </a:spcBef>
        <a:spcAft>
          <a:spcPct val="0"/>
        </a:spcAft>
        <a:defRPr sz="2800">
          <a:solidFill>
            <a:schemeClr val="bg1"/>
          </a:solidFill>
          <a:latin typeface="Verdana" panose="020B0604030504040204" pitchFamily="34" charset="0"/>
        </a:defRPr>
      </a:lvl6pPr>
      <a:lvl7pPr marL="914400" algn="ctr" rtl="0" fontAlgn="base">
        <a:spcBef>
          <a:spcPct val="0"/>
        </a:spcBef>
        <a:spcAft>
          <a:spcPct val="0"/>
        </a:spcAft>
        <a:defRPr sz="2800">
          <a:solidFill>
            <a:schemeClr val="bg1"/>
          </a:solidFill>
          <a:latin typeface="Verdana" panose="020B0604030504040204" pitchFamily="34" charset="0"/>
        </a:defRPr>
      </a:lvl7pPr>
      <a:lvl8pPr marL="1371600" algn="ctr" rtl="0" fontAlgn="base">
        <a:spcBef>
          <a:spcPct val="0"/>
        </a:spcBef>
        <a:spcAft>
          <a:spcPct val="0"/>
        </a:spcAft>
        <a:defRPr sz="2800">
          <a:solidFill>
            <a:schemeClr val="bg1"/>
          </a:solidFill>
          <a:latin typeface="Verdana" panose="020B0604030504040204" pitchFamily="34" charset="0"/>
        </a:defRPr>
      </a:lvl8pPr>
      <a:lvl9pPr marL="1828800" algn="ctr" rtl="0" fontAlgn="base">
        <a:spcBef>
          <a:spcPct val="0"/>
        </a:spcBef>
        <a:spcAft>
          <a:spcPct val="0"/>
        </a:spcAft>
        <a:defRPr sz="2800">
          <a:solidFill>
            <a:schemeClr val="bg1"/>
          </a:solidFill>
          <a:latin typeface="Verdana" panose="020B0604030504040204" pitchFamily="34" charset="0"/>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lvl="1" indent="-285750" algn="l" rtl="0" fontAlgn="base">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lvl="2" indent="-228600" algn="l" rtl="0" fontAlgn="base">
        <a:spcBef>
          <a:spcPct val="20000"/>
        </a:spcBef>
        <a:spcAft>
          <a:spcPct val="0"/>
        </a:spcAft>
        <a:buClr>
          <a:schemeClr val="tx1"/>
        </a:buClr>
        <a:buFont typeface="Wingdings" panose="05000000000000000000" pitchFamily="2" charset="2"/>
        <a:buChar char="•"/>
        <a:defRPr sz="2200" kern="1200">
          <a:solidFill>
            <a:schemeClr val="tx1"/>
          </a:solidFill>
          <a:latin typeface="+mn-lt"/>
          <a:ea typeface="+mn-ea"/>
          <a:cs typeface="+mn-cs"/>
        </a:defRPr>
      </a:lvl3pPr>
      <a:lvl4pPr marL="1600200" lvl="3" indent="-228600" algn="l" rtl="0" fontAlgn="base">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1pPr>
      <a:lvl2pPr marL="457200" lvl="1"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2pPr>
      <a:lvl3pPr marL="914400" lvl="2"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3pPr>
      <a:lvl4pPr marL="1371600" lvl="3"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4pPr>
      <a:lvl5pPr marL="1828800" lvl="4"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5pPr>
      <a:lvl6pPr marL="2286000" lvl="5"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6pPr>
      <a:lvl7pPr marL="2743200" lvl="6"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7pPr>
      <a:lvl8pPr marL="3200400" lvl="7"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8pPr>
      <a:lvl9pPr marL="3657600" lvl="8" indent="0" algn="just"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oleObject" Target="../embeddings/oleObject8.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8.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emf"/><Relationship Id="rId11" Type="http://schemas.openxmlformats.org/officeDocument/2006/relationships/oleObject" Target="../embeddings/oleObject7.bin"/><Relationship Id="rId5" Type="http://schemas.openxmlformats.org/officeDocument/2006/relationships/oleObject" Target="../embeddings/oleObject3.bin"/><Relationship Id="rId15" Type="http://schemas.openxmlformats.org/officeDocument/2006/relationships/image" Target="../media/image9.emf"/><Relationship Id="rId10" Type="http://schemas.openxmlformats.org/officeDocument/2006/relationships/image" Target="../media/image7.emf"/><Relationship Id="rId4" Type="http://schemas.openxmlformats.org/officeDocument/2006/relationships/image" Target="../media/image5.emf"/><Relationship Id="rId9" Type="http://schemas.openxmlformats.org/officeDocument/2006/relationships/oleObject" Target="../embeddings/oleObject6.bin"/><Relationship Id="rId14"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1.emf"/><Relationship Id="rId5" Type="http://schemas.openxmlformats.org/officeDocument/2006/relationships/oleObject" Target="../embeddings/oleObject11.bin"/><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4097">
            <a:extLst>
              <a:ext uri="{FF2B5EF4-FFF2-40B4-BE49-F238E27FC236}">
                <a16:creationId xmlns:a16="http://schemas.microsoft.com/office/drawing/2014/main" id="{146E6B87-088A-4FFE-A6DE-DDA27B41E22A}"/>
              </a:ext>
            </a:extLst>
          </p:cNvPr>
          <p:cNvSpPr txBox="1">
            <a:spLocks noChangeArrowheads="1"/>
          </p:cNvSpPr>
          <p:nvPr/>
        </p:nvSpPr>
        <p:spPr bwMode="auto">
          <a:xfrm>
            <a:off x="857250" y="254000"/>
            <a:ext cx="7620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600" b="1">
                <a:solidFill>
                  <a:srgbClr val="FFFF00"/>
                </a:solidFill>
                <a:latin typeface="Times New Roman" panose="02020603050405020304" pitchFamily="18" charset="0"/>
                <a:ea typeface="黑体" panose="02010609060101010101" pitchFamily="49" charset="-122"/>
              </a:rPr>
              <a:t>§ 3</a:t>
            </a:r>
            <a:r>
              <a:rPr lang="zh-CN" altLang="en-US" sz="3600" b="1">
                <a:solidFill>
                  <a:srgbClr val="FFFF00"/>
                </a:solidFill>
                <a:latin typeface="Times New Roman" panose="02020603050405020304" pitchFamily="18" charset="0"/>
                <a:ea typeface="黑体" panose="02010609060101010101" pitchFamily="49" charset="-122"/>
              </a:rPr>
              <a:t>、可编程中断控制器</a:t>
            </a:r>
            <a:r>
              <a:rPr lang="en-US" altLang="zh-CN" sz="3600" b="1">
                <a:solidFill>
                  <a:srgbClr val="FFFF00"/>
                </a:solidFill>
                <a:latin typeface="Times New Roman" panose="02020603050405020304" pitchFamily="18" charset="0"/>
                <a:ea typeface="黑体" panose="02010609060101010101" pitchFamily="49" charset="-122"/>
              </a:rPr>
              <a:t>Intel 8259A</a:t>
            </a:r>
          </a:p>
        </p:txBody>
      </p:sp>
      <p:sp>
        <p:nvSpPr>
          <p:cNvPr id="2" name="灯片编号占位符 1">
            <a:extLst>
              <a:ext uri="{FF2B5EF4-FFF2-40B4-BE49-F238E27FC236}">
                <a16:creationId xmlns:a16="http://schemas.microsoft.com/office/drawing/2014/main" id="{14170946-48D2-4036-8ACA-6199F111B09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D593D09A-9AC4-42FF-83C9-EE7DF6671A58}" type="slidenum">
              <a:rPr lang="zh-CN" altLang="en-US" smtClean="0"/>
              <a:pPr eaLnBrk="0" hangingPunct="0"/>
              <a:t>1</a:t>
            </a:fld>
            <a:endParaRPr lang="zh-CN" altLang="en-US"/>
          </a:p>
        </p:txBody>
      </p:sp>
      <p:sp>
        <p:nvSpPr>
          <p:cNvPr id="4" name="文本框 3">
            <a:extLst>
              <a:ext uri="{FF2B5EF4-FFF2-40B4-BE49-F238E27FC236}">
                <a16:creationId xmlns:a16="http://schemas.microsoft.com/office/drawing/2014/main" id="{A0A71C01-2D40-4E29-A30F-CF48FEE61EEB}"/>
              </a:ext>
            </a:extLst>
          </p:cNvPr>
          <p:cNvSpPr txBox="1">
            <a:spLocks noChangeArrowheads="1"/>
          </p:cNvSpPr>
          <p:nvPr/>
        </p:nvSpPr>
        <p:spPr bwMode="auto">
          <a:xfrm>
            <a:off x="1422400" y="2139950"/>
            <a:ext cx="6856413" cy="4635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indent="-179388">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0" hangingPunct="0"/>
            <a:r>
              <a:rPr lang="zh-CN" altLang="en-US" sz="2400" b="1">
                <a:solidFill>
                  <a:srgbClr val="FF7C80"/>
                </a:solidFill>
                <a:latin typeface="Times New Roman" panose="02020603050405020304" pitchFamily="18" charset="0"/>
              </a:rPr>
              <a:t>8259A不作为考试内容</a:t>
            </a:r>
            <a:endParaRPr lang="zh-CN" altLang="en-US" sz="2400">
              <a:solidFill>
                <a:srgbClr val="FF7C80"/>
              </a:solidFill>
            </a:endParaRPr>
          </a:p>
        </p:txBody>
      </p:sp>
      <p:sp>
        <p:nvSpPr>
          <p:cNvPr id="5" name="文本框 4">
            <a:extLst>
              <a:ext uri="{FF2B5EF4-FFF2-40B4-BE49-F238E27FC236}">
                <a16:creationId xmlns:a16="http://schemas.microsoft.com/office/drawing/2014/main" id="{35729951-EA6E-4A5F-825A-79581A120FBC}"/>
              </a:ext>
            </a:extLst>
          </p:cNvPr>
          <p:cNvSpPr txBox="1">
            <a:spLocks noChangeArrowheads="1"/>
          </p:cNvSpPr>
          <p:nvPr/>
        </p:nvSpPr>
        <p:spPr bwMode="auto">
          <a:xfrm>
            <a:off x="1422400" y="3340100"/>
            <a:ext cx="6856413" cy="120173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indent="-179388">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0" hangingPunct="0"/>
            <a:r>
              <a:rPr lang="zh-CN" altLang="en-US" sz="2400" b="1">
                <a:solidFill>
                  <a:srgbClr val="FF7C80"/>
                </a:solidFill>
                <a:latin typeface="Times New Roman" panose="02020603050405020304" pitchFamily="18" charset="0"/>
              </a:rPr>
              <a:t>学习本部分目的有两个：</a:t>
            </a:r>
          </a:p>
          <a:p>
            <a:pPr algn="just" eaLnBrk="0" hangingPunct="0"/>
            <a:r>
              <a:rPr lang="zh-CN" altLang="en-US" sz="2400">
                <a:solidFill>
                  <a:srgbClr val="FF7C80"/>
                </a:solidFill>
              </a:rPr>
              <a:t>1、用以理解中断系统硬件构成方法；</a:t>
            </a:r>
          </a:p>
          <a:p>
            <a:pPr algn="just" eaLnBrk="0" hangingPunct="0"/>
            <a:r>
              <a:rPr lang="zh-CN" altLang="en-US" sz="2400">
                <a:solidFill>
                  <a:srgbClr val="FF7C80"/>
                </a:solidFill>
              </a:rPr>
              <a:t>2、为以后学习和使用其他中断系统做准备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slide(fromLeft)">
                                      <p:cBhvr>
                                        <p:cTn id="7" dur="500"/>
                                        <p:tgtEl>
                                          <p:spTgt spid="4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ppt_x"/>
                                          </p:val>
                                        </p:tav>
                                        <p:tav tm="100000">
                                          <p:val>
                                            <p:strVal val="#ppt_x"/>
                                          </p:val>
                                        </p:tav>
                                      </p:tavLst>
                                    </p:anim>
                                    <p:anim calcmode="lin" valueType="num">
                                      <p:cBhvr>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ppt_x</p:attrName>
                                        </p:attrNameLst>
                                      </p:cBhvr>
                                      <p:tavLst>
                                        <p:tav tm="0">
                                          <p:val>
                                            <p:strVal val="#ppt_x"/>
                                          </p:val>
                                        </p:tav>
                                        <p:tav tm="100000">
                                          <p:val>
                                            <p:strVal val="#ppt_x"/>
                                          </p:val>
                                        </p:tav>
                                      </p:tavLst>
                                    </p:anim>
                                    <p:anim calcmode="lin" valueType="num">
                                      <p:cBhvr>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4" grpId="0" bldLvl="0" animBg="1"/>
      <p:bldP spid="5"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框 5121">
            <a:extLst>
              <a:ext uri="{FF2B5EF4-FFF2-40B4-BE49-F238E27FC236}">
                <a16:creationId xmlns:a16="http://schemas.microsoft.com/office/drawing/2014/main" id="{9BB6BEF0-1910-492F-AEA1-F5615F5DBD21}"/>
              </a:ext>
            </a:extLst>
          </p:cNvPr>
          <p:cNvSpPr txBox="1">
            <a:spLocks noChangeArrowheads="1"/>
          </p:cNvSpPr>
          <p:nvPr/>
        </p:nvSpPr>
        <p:spPr bwMode="auto">
          <a:xfrm>
            <a:off x="857250" y="254000"/>
            <a:ext cx="7620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600" b="1">
                <a:solidFill>
                  <a:srgbClr val="FFFF00"/>
                </a:solidFill>
                <a:latin typeface="Times New Roman" panose="02020603050405020304" pitchFamily="18" charset="0"/>
                <a:ea typeface="黑体" panose="02010609060101010101" pitchFamily="49" charset="-122"/>
              </a:rPr>
              <a:t>§ 3</a:t>
            </a:r>
            <a:r>
              <a:rPr lang="zh-CN" altLang="en-US" sz="3600" b="1">
                <a:solidFill>
                  <a:srgbClr val="FFFF00"/>
                </a:solidFill>
                <a:latin typeface="Times New Roman" panose="02020603050405020304" pitchFamily="18" charset="0"/>
                <a:ea typeface="黑体" panose="02010609060101010101" pitchFamily="49" charset="-122"/>
              </a:rPr>
              <a:t>、可编程中断控制器</a:t>
            </a:r>
            <a:r>
              <a:rPr lang="en-US" altLang="zh-CN" sz="3600" b="1">
                <a:solidFill>
                  <a:srgbClr val="FFFF00"/>
                </a:solidFill>
                <a:latin typeface="Times New Roman" panose="02020603050405020304" pitchFamily="18" charset="0"/>
                <a:ea typeface="黑体" panose="02010609060101010101" pitchFamily="49" charset="-122"/>
              </a:rPr>
              <a:t>Intel 8259A</a:t>
            </a:r>
          </a:p>
        </p:txBody>
      </p:sp>
      <p:graphicFrame>
        <p:nvGraphicFramePr>
          <p:cNvPr id="2" name="内容占位符 5122">
            <a:extLst>
              <a:ext uri="{FF2B5EF4-FFF2-40B4-BE49-F238E27FC236}">
                <a16:creationId xmlns:a16="http://schemas.microsoft.com/office/drawing/2014/main" id="{D19F4E14-6FBF-446C-8BED-50EEAF7C9BB7}"/>
              </a:ext>
            </a:extLst>
          </p:cNvPr>
          <p:cNvGraphicFramePr>
            <a:graphicFrameLocks noGrp="1" noChangeAspect="1"/>
          </p:cNvGraphicFramePr>
          <p:nvPr>
            <p:ph idx="4294967295"/>
          </p:nvPr>
        </p:nvGraphicFramePr>
        <p:xfrm>
          <a:off x="684213" y="1773238"/>
          <a:ext cx="7259637" cy="3779837"/>
        </p:xfrm>
        <a:graphic>
          <a:graphicData uri="http://schemas.openxmlformats.org/presentationml/2006/ole">
            <mc:AlternateContent xmlns:mc="http://schemas.openxmlformats.org/markup-compatibility/2006">
              <mc:Choice xmlns:v="urn:schemas-microsoft-com:vml" Requires="v">
                <p:oleObj spid="_x0000_s5128" r:id="rId3" imgW="6734880" imgH="3507480" progId="Visio.Drawing.11">
                  <p:embed/>
                </p:oleObj>
              </mc:Choice>
              <mc:Fallback>
                <p:oleObj r:id="rId3" imgW="6734880" imgH="3507480" progId="Visio.Drawing.11">
                  <p:embed/>
                  <p:pic>
                    <p:nvPicPr>
                      <p:cNvPr id="0" name="内容占位符 512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773238"/>
                        <a:ext cx="7259637" cy="377983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3" name="文本框 5123">
            <a:extLst>
              <a:ext uri="{FF2B5EF4-FFF2-40B4-BE49-F238E27FC236}">
                <a16:creationId xmlns:a16="http://schemas.microsoft.com/office/drawing/2014/main" id="{B7D9D5F4-7C49-4FCD-98A2-D5B55D2F4C47}"/>
              </a:ext>
            </a:extLst>
          </p:cNvPr>
          <p:cNvSpPr txBox="1">
            <a:spLocks noChangeArrowheads="1"/>
          </p:cNvSpPr>
          <p:nvPr/>
        </p:nvSpPr>
        <p:spPr bwMode="auto">
          <a:xfrm>
            <a:off x="457200" y="950913"/>
            <a:ext cx="8686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Arial" panose="020B0604020202020204" pitchFamily="34" charset="0"/>
              <a:buChar char="•"/>
            </a:pPr>
            <a:r>
              <a:rPr lang="zh-CN" altLang="en-US" sz="2400">
                <a:solidFill>
                  <a:srgbClr val="FF0000"/>
                </a:solidFill>
                <a:latin typeface="Times New Roman" panose="02020603050405020304" pitchFamily="18" charset="0"/>
              </a:rPr>
              <a:t>回顾：简单中断接口逻辑电路：</a:t>
            </a:r>
            <a:r>
              <a:rPr lang="zh-CN" altLang="en-US" sz="2400">
                <a:latin typeface="Times New Roman" panose="02020603050405020304" pitchFamily="18" charset="0"/>
              </a:rPr>
              <a:t>产生中断、处理中断响应、中断号存取</a:t>
            </a:r>
          </a:p>
        </p:txBody>
      </p:sp>
      <p:sp>
        <p:nvSpPr>
          <p:cNvPr id="5125" name="Rectangle 141">
            <a:extLst>
              <a:ext uri="{FF2B5EF4-FFF2-40B4-BE49-F238E27FC236}">
                <a16:creationId xmlns:a16="http://schemas.microsoft.com/office/drawing/2014/main" id="{779AC6E3-627F-4575-9DC4-7FC55B9BAFB7}"/>
              </a:ext>
            </a:extLst>
          </p:cNvPr>
          <p:cNvSpPr>
            <a:spLocks noChangeArrowheads="1"/>
          </p:cNvSpPr>
          <p:nvPr/>
        </p:nvSpPr>
        <p:spPr bwMode="auto">
          <a:xfrm>
            <a:off x="4211638" y="5849938"/>
            <a:ext cx="3600450" cy="1008062"/>
          </a:xfrm>
          <a:prstGeom prst="rect">
            <a:avLst/>
          </a:prstGeom>
          <a:solidFill>
            <a:schemeClr val="accent1"/>
          </a:solidFill>
          <a:ln w="38100">
            <a:solidFill>
              <a:schemeClr val="tx1"/>
            </a:solidFill>
            <a:miter lim="800000"/>
            <a:headEnd/>
            <a:tailEnd/>
          </a:ln>
        </p:spPr>
        <p:txBody>
          <a:bodyPr wrap="none" anchor="ctr"/>
          <a:lstStyle/>
          <a:p>
            <a:r>
              <a:rPr lang="zh-CN" altLang="en-US" sz="2000" b="1" dirty="0">
                <a:latin typeface="楷体_GB2312" pitchFamily="1" charset="-122"/>
                <a:ea typeface="楷体_GB2312" pitchFamily="1" charset="-122"/>
              </a:rPr>
              <a:t>注：</a:t>
            </a:r>
            <a:r>
              <a:rPr lang="en-US" altLang="zh-CN" sz="2000" b="1" dirty="0">
                <a:latin typeface="楷体_GB2312" pitchFamily="1" charset="-122"/>
                <a:ea typeface="楷体_GB2312" pitchFamily="1" charset="-122"/>
              </a:rPr>
              <a:t>74LS74</a:t>
            </a:r>
            <a:r>
              <a:rPr lang="en-US" altLang="zh-CN" sz="2000" b="1" dirty="0">
                <a:latin typeface="Garamond" panose="02020404030301010803" pitchFamily="18" charset="0"/>
                <a:ea typeface="楷体_GB2312" pitchFamily="1" charset="-122"/>
              </a:rPr>
              <a:t>——</a:t>
            </a:r>
            <a:r>
              <a:rPr lang="zh-CN" altLang="en-US" sz="2000" b="1" dirty="0">
                <a:latin typeface="楷体_GB2312" pitchFamily="1" charset="-122"/>
                <a:ea typeface="楷体_GB2312" pitchFamily="1" charset="-122"/>
              </a:rPr>
              <a:t>触发器</a:t>
            </a:r>
          </a:p>
          <a:p>
            <a:r>
              <a:rPr lang="zh-CN" altLang="en-US" sz="2000" b="1" dirty="0">
                <a:latin typeface="楷体_GB2312" pitchFamily="1" charset="-122"/>
                <a:ea typeface="楷体_GB2312" pitchFamily="1" charset="-122"/>
              </a:rPr>
              <a:t>    </a:t>
            </a:r>
            <a:r>
              <a:rPr lang="en-US" altLang="zh-CN" sz="2000" b="1" dirty="0">
                <a:latin typeface="楷体_GB2312" pitchFamily="1" charset="-122"/>
                <a:ea typeface="楷体_GB2312" pitchFamily="1" charset="-122"/>
              </a:rPr>
              <a:t>74LS244</a:t>
            </a:r>
            <a:r>
              <a:rPr lang="en-US" altLang="zh-CN" sz="2000" b="1" dirty="0">
                <a:latin typeface="Garamond" panose="02020404030301010803" pitchFamily="18" charset="0"/>
                <a:ea typeface="楷体_GB2312" pitchFamily="1" charset="-122"/>
              </a:rPr>
              <a:t>——</a:t>
            </a:r>
            <a:r>
              <a:rPr lang="zh-CN" altLang="en-US" sz="2000" b="1" dirty="0">
                <a:latin typeface="楷体_GB2312" pitchFamily="1" charset="-122"/>
                <a:ea typeface="楷体_GB2312" pitchFamily="1" charset="-122"/>
              </a:rPr>
              <a:t>三态缓冲器</a:t>
            </a:r>
          </a:p>
          <a:p>
            <a:r>
              <a:rPr lang="zh-CN" altLang="en-US" sz="2000" b="1" dirty="0">
                <a:latin typeface="楷体_GB2312" pitchFamily="1" charset="-122"/>
                <a:ea typeface="楷体_GB2312" pitchFamily="1" charset="-122"/>
              </a:rPr>
              <a:t>    </a:t>
            </a:r>
            <a:r>
              <a:rPr lang="en-US" altLang="zh-CN" sz="2000" b="1" dirty="0">
                <a:latin typeface="楷体_GB2312" pitchFamily="1" charset="-122"/>
                <a:ea typeface="楷体_GB2312" pitchFamily="1" charset="-122"/>
              </a:rPr>
              <a:t>74LS148</a:t>
            </a:r>
            <a:r>
              <a:rPr lang="en-US" altLang="zh-CN" sz="2000" b="1" dirty="0">
                <a:latin typeface="Garamond" panose="02020404030301010803" pitchFamily="18" charset="0"/>
                <a:ea typeface="楷体_GB2312" pitchFamily="1" charset="-122"/>
              </a:rPr>
              <a:t>——</a:t>
            </a:r>
            <a:r>
              <a:rPr lang="zh-CN" altLang="en-US" sz="2000" b="1" dirty="0">
                <a:latin typeface="Garamond" panose="02020404030301010803" pitchFamily="18" charset="0"/>
                <a:ea typeface="楷体_GB2312" pitchFamily="1" charset="-122"/>
              </a:rPr>
              <a:t>优先</a:t>
            </a:r>
            <a:r>
              <a:rPr lang="zh-CN" altLang="en-US" sz="2000" b="1" dirty="0">
                <a:latin typeface="楷体_GB2312" pitchFamily="1" charset="-122"/>
                <a:ea typeface="楷体_GB2312" pitchFamily="1" charset="-122"/>
              </a:rPr>
              <a:t>编码器</a:t>
            </a:r>
          </a:p>
        </p:txBody>
      </p:sp>
      <p:sp>
        <p:nvSpPr>
          <p:cNvPr id="3" name="文本框 5125">
            <a:extLst>
              <a:ext uri="{FF2B5EF4-FFF2-40B4-BE49-F238E27FC236}">
                <a16:creationId xmlns:a16="http://schemas.microsoft.com/office/drawing/2014/main" id="{5567AF98-26CA-4B74-9E79-4A9B6858362E}"/>
              </a:ext>
            </a:extLst>
          </p:cNvPr>
          <p:cNvSpPr txBox="1">
            <a:spLocks noChangeArrowheads="1"/>
          </p:cNvSpPr>
          <p:nvPr/>
        </p:nvSpPr>
        <p:spPr bwMode="auto">
          <a:xfrm>
            <a:off x="1547813" y="5661025"/>
            <a:ext cx="63547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0" hangingPunct="0"/>
            <a:r>
              <a:rPr lang="en-US" altLang="zh-CN" b="1">
                <a:latin typeface="黑体" panose="02010609060101010101" pitchFamily="49" charset="-122"/>
              </a:rPr>
              <a:t>80X86</a:t>
            </a:r>
            <a:r>
              <a:rPr lang="zh-CN" altLang="en-US" b="1">
                <a:latin typeface="Times New Roman" panose="02020603050405020304" pitchFamily="18" charset="0"/>
              </a:rPr>
              <a:t>只有</a:t>
            </a:r>
            <a:r>
              <a:rPr lang="en-US" altLang="zh-CN" b="1">
                <a:solidFill>
                  <a:schemeClr val="hlink"/>
                </a:solidFill>
                <a:latin typeface="黑体" panose="02010609060101010101" pitchFamily="49" charset="-122"/>
              </a:rPr>
              <a:t>INTR</a:t>
            </a:r>
            <a:r>
              <a:rPr lang="zh-CN" altLang="en-US" b="1">
                <a:latin typeface="Times New Roman" panose="02020603050405020304" pitchFamily="18" charset="0"/>
              </a:rPr>
              <a:t>和</a:t>
            </a:r>
            <a:r>
              <a:rPr lang="en-US" altLang="zh-CN" b="1">
                <a:solidFill>
                  <a:schemeClr val="hlink"/>
                </a:solidFill>
                <a:latin typeface="黑体" panose="02010609060101010101" pitchFamily="49" charset="-122"/>
              </a:rPr>
              <a:t>NMI</a:t>
            </a:r>
            <a:r>
              <a:rPr lang="zh-CN" altLang="en-US" b="1">
                <a:latin typeface="Times New Roman" panose="02020603050405020304" pitchFamily="18" charset="0"/>
              </a:rPr>
              <a:t>两个引脚接受外部硬件发出的中断请求，</a:t>
            </a:r>
          </a:p>
          <a:p>
            <a:pPr algn="just" eaLnBrk="0" hangingPunct="0"/>
            <a:r>
              <a:rPr lang="zh-CN" altLang="en-US" b="1">
                <a:latin typeface="Times New Roman" panose="02020603050405020304" pitchFamily="18" charset="0"/>
              </a:rPr>
              <a:t>不便于管理多个中断源。</a:t>
            </a:r>
            <a:endParaRPr lang="zh-CN" altLang="en-US">
              <a:latin typeface="Times New Roman" panose="02020603050405020304" pitchFamily="18" charset="0"/>
            </a:endParaRPr>
          </a:p>
        </p:txBody>
      </p:sp>
      <p:sp>
        <p:nvSpPr>
          <p:cNvPr id="5126" name="灯片编号占位符 1">
            <a:extLst>
              <a:ext uri="{FF2B5EF4-FFF2-40B4-BE49-F238E27FC236}">
                <a16:creationId xmlns:a16="http://schemas.microsoft.com/office/drawing/2014/main" id="{8B5D1924-2AB3-4E91-9A91-AD771920252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7C6566D-C117-435E-A975-3D6907E6E18C}" type="slidenum">
              <a:rPr lang="zh-CN" altLang="en-US" smtClean="0"/>
              <a:pPr eaLnBrk="0" hangingPunct="0"/>
              <a:t>2</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slide(fromLeft)">
                                      <p:cBhvr>
                                        <p:cTn id="7" dur="500"/>
                                        <p:tgtEl>
                                          <p:spTgt spid="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125"/>
                                        </p:tgtEl>
                                        <p:attrNameLst>
                                          <p:attrName>style.visibility</p:attrName>
                                        </p:attrNameLst>
                                      </p:cBhvr>
                                      <p:to>
                                        <p:strVal val="visible"/>
                                      </p:to>
                                    </p:set>
                                    <p:animEffect transition="in" filter="box(in)">
                                      <p:cBhvr>
                                        <p:cTn id="12"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文本框 6145">
            <a:extLst>
              <a:ext uri="{FF2B5EF4-FFF2-40B4-BE49-F238E27FC236}">
                <a16:creationId xmlns:a16="http://schemas.microsoft.com/office/drawing/2014/main" id="{1BF429AA-E313-40FD-A7AB-F1C78B1F57A6}"/>
              </a:ext>
            </a:extLst>
          </p:cNvPr>
          <p:cNvSpPr txBox="1">
            <a:spLocks noChangeArrowheads="1"/>
          </p:cNvSpPr>
          <p:nvPr/>
        </p:nvSpPr>
        <p:spPr bwMode="auto">
          <a:xfrm>
            <a:off x="857250" y="254000"/>
            <a:ext cx="7620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600" b="1">
                <a:solidFill>
                  <a:srgbClr val="FFFF00"/>
                </a:solidFill>
                <a:latin typeface="Times New Roman" panose="02020603050405020304" pitchFamily="18" charset="0"/>
                <a:ea typeface="黑体" panose="02010609060101010101" pitchFamily="49" charset="-122"/>
              </a:rPr>
              <a:t>§ 3</a:t>
            </a:r>
            <a:r>
              <a:rPr lang="zh-CN" altLang="en-US" sz="3600" b="1">
                <a:solidFill>
                  <a:srgbClr val="FFFF00"/>
                </a:solidFill>
                <a:latin typeface="Times New Roman" panose="02020603050405020304" pitchFamily="18" charset="0"/>
                <a:ea typeface="黑体" panose="02010609060101010101" pitchFamily="49" charset="-122"/>
              </a:rPr>
              <a:t>、可编程中断控制器</a:t>
            </a:r>
            <a:r>
              <a:rPr lang="en-US" altLang="zh-CN" sz="3600" b="1">
                <a:solidFill>
                  <a:srgbClr val="FFFF00"/>
                </a:solidFill>
                <a:latin typeface="Times New Roman" panose="02020603050405020304" pitchFamily="18" charset="0"/>
                <a:ea typeface="黑体" panose="02010609060101010101" pitchFamily="49" charset="-122"/>
              </a:rPr>
              <a:t>Intel 8259A</a:t>
            </a:r>
          </a:p>
        </p:txBody>
      </p:sp>
      <p:sp>
        <p:nvSpPr>
          <p:cNvPr id="6147" name="矩形 6146">
            <a:extLst>
              <a:ext uri="{FF2B5EF4-FFF2-40B4-BE49-F238E27FC236}">
                <a16:creationId xmlns:a16="http://schemas.microsoft.com/office/drawing/2014/main" id="{0DE9C42A-B9DA-4C8B-A976-7B24A500F6F1}"/>
              </a:ext>
            </a:extLst>
          </p:cNvPr>
          <p:cNvSpPr/>
          <p:nvPr/>
        </p:nvSpPr>
        <p:spPr>
          <a:xfrm>
            <a:off x="539750" y="1628775"/>
            <a:ext cx="8001000" cy="2797175"/>
          </a:xfrm>
          <a:prstGeom prst="rect">
            <a:avLst/>
          </a:prstGeom>
          <a:noFill/>
          <a:ln w="9525">
            <a:noFill/>
          </a:ln>
        </p:spPr>
        <p:txBody>
          <a:bodyPr>
            <a:spAutoFit/>
          </a:bodyPr>
          <a:lstStyle/>
          <a:p>
            <a:pPr algn="just">
              <a:lnSpc>
                <a:spcPct val="120000"/>
              </a:lnSpc>
              <a:buClr>
                <a:srgbClr val="FFCCCC"/>
              </a:buClr>
              <a:buSzPct val="120000"/>
              <a:buFont typeface="Wingdings" panose="05000000000000000000" pitchFamily="2" charset="2"/>
              <a:buChar char="Ø"/>
            </a:pPr>
            <a:r>
              <a:rPr lang="zh-CN" altLang="en-US" sz="2800" b="1" noProof="1">
                <a:solidFill>
                  <a:srgbClr val="FF0000"/>
                </a:solidFill>
                <a:latin typeface="Times New Roman" panose="02020603050405020304" pitchFamily="2" charset="0"/>
                <a:cs typeface="+mn-ea"/>
              </a:rPr>
              <a:t> 为何要采用中断控制器构成外部中断系统？</a:t>
            </a:r>
            <a:endParaRPr lang="zh-CN" altLang="en-US" sz="2400" b="1" noProof="1">
              <a:latin typeface="Times New Roman" panose="02020603050405020304" pitchFamily="2" charset="0"/>
            </a:endParaRPr>
          </a:p>
          <a:p>
            <a:pPr algn="just">
              <a:lnSpc>
                <a:spcPct val="120000"/>
              </a:lnSpc>
              <a:buClr>
                <a:srgbClr val="FFCCCC"/>
              </a:buClr>
              <a:buSzPct val="120000"/>
              <a:buFont typeface="Wingdings" panose="05000000000000000000" pitchFamily="2" charset="2"/>
              <a:buChar char="Ø"/>
            </a:pPr>
            <a:endParaRPr lang="zh-CN" altLang="en-US" sz="2400" b="1" noProof="1">
              <a:latin typeface="Times New Roman" panose="02020603050405020304" pitchFamily="2" charset="0"/>
            </a:endParaRPr>
          </a:p>
          <a:p>
            <a:pPr algn="just">
              <a:lnSpc>
                <a:spcPct val="120000"/>
              </a:lnSpc>
              <a:buClr>
                <a:srgbClr val="FFCCCC"/>
              </a:buClr>
              <a:buSzPct val="120000"/>
              <a:buFont typeface="Wingdings" panose="05000000000000000000" pitchFamily="2" charset="2"/>
              <a:buNone/>
            </a:pPr>
            <a:r>
              <a:rPr lang="zh-CN" altLang="en-US" sz="2400" b="1" noProof="1">
                <a:latin typeface="Times New Roman" panose="02020603050405020304" pitchFamily="2" charset="0"/>
                <a:cs typeface="+mn-ea"/>
              </a:rPr>
              <a:t> </a:t>
            </a:r>
            <a:r>
              <a:rPr lang="en-US" altLang="x-none" sz="2400" b="1" noProof="1">
                <a:latin typeface="Times New Roman" panose="02020603050405020304" pitchFamily="2" charset="0"/>
                <a:cs typeface="+mn-ea"/>
              </a:rPr>
              <a:t>Intel 8259A</a:t>
            </a:r>
            <a:r>
              <a:rPr lang="zh-CN" altLang="en-US" sz="2400" b="1" noProof="1">
                <a:latin typeface="Times New Roman" panose="02020603050405020304" pitchFamily="2" charset="0"/>
                <a:cs typeface="+mn-ea"/>
              </a:rPr>
              <a:t>用于管理外部</a:t>
            </a:r>
            <a:r>
              <a:rPr lang="zh-CN" altLang="en-US" sz="2400" b="1" noProof="1">
                <a:ln w="22225">
                  <a:solidFill>
                    <a:schemeClr val="accent2"/>
                  </a:solidFill>
                  <a:prstDash val="solid"/>
                </a:ln>
                <a:solidFill>
                  <a:schemeClr val="accent2">
                    <a:lumMod val="40000"/>
                    <a:lumOff val="60000"/>
                  </a:schemeClr>
                </a:solidFill>
                <a:latin typeface="Times New Roman" panose="02020603050405020304" pitchFamily="2" charset="0"/>
                <a:cs typeface="+mn-ea"/>
              </a:rPr>
              <a:t>可屏蔽中断源</a:t>
            </a:r>
            <a:r>
              <a:rPr lang="zh-CN" altLang="en-US" sz="2400" b="1" noProof="1">
                <a:latin typeface="Times New Roman" panose="02020603050405020304" pitchFamily="2" charset="0"/>
                <a:cs typeface="+mn-ea"/>
              </a:rPr>
              <a:t>，完成</a:t>
            </a:r>
            <a:r>
              <a:rPr lang="zh-CN" altLang="en-US" sz="2400" b="1" noProof="1">
                <a:solidFill>
                  <a:schemeClr val="hlink"/>
                </a:solidFill>
                <a:latin typeface="Times New Roman" panose="02020603050405020304" pitchFamily="2" charset="0"/>
                <a:cs typeface="+mn-ea"/>
              </a:rPr>
              <a:t>中断</a:t>
            </a:r>
            <a:r>
              <a:rPr lang="zh-CN" altLang="en-US" sz="2400" b="1" noProof="1">
                <a:solidFill>
                  <a:srgbClr val="C00000"/>
                </a:solidFill>
                <a:latin typeface="Times New Roman" panose="02020603050405020304" pitchFamily="2" charset="0"/>
                <a:cs typeface="+mn-ea"/>
              </a:rPr>
              <a:t>优先级排队</a:t>
            </a:r>
            <a:r>
              <a:rPr lang="zh-CN" altLang="en-US" sz="2400" b="1" noProof="1">
                <a:latin typeface="Times New Roman" panose="02020603050405020304" pitchFamily="2" charset="0"/>
                <a:cs typeface="+mn-ea"/>
              </a:rPr>
              <a:t>、</a:t>
            </a:r>
            <a:r>
              <a:rPr lang="zh-CN" altLang="en-US" sz="2400" b="1" noProof="1">
                <a:solidFill>
                  <a:srgbClr val="C00000"/>
                </a:solidFill>
                <a:latin typeface="Times New Roman" panose="02020603050405020304" pitchFamily="2" charset="0"/>
                <a:cs typeface="+mn-ea"/>
              </a:rPr>
              <a:t>中断源识别</a:t>
            </a:r>
            <a:r>
              <a:rPr lang="zh-CN" altLang="en-US" sz="2400" b="1" noProof="1">
                <a:latin typeface="Times New Roman" panose="02020603050405020304" pitchFamily="2" charset="0"/>
                <a:cs typeface="+mn-ea"/>
              </a:rPr>
              <a:t>、</a:t>
            </a:r>
            <a:r>
              <a:rPr lang="zh-CN" altLang="en-US" sz="2400" b="1" noProof="1">
                <a:solidFill>
                  <a:schemeClr val="hlink"/>
                </a:solidFill>
                <a:latin typeface="Times New Roman" panose="02020603050405020304" pitchFamily="2" charset="0"/>
                <a:cs typeface="+mn-ea"/>
              </a:rPr>
              <a:t>产生</a:t>
            </a:r>
            <a:r>
              <a:rPr lang="zh-CN" altLang="en-US" sz="2400" b="1" noProof="1">
                <a:solidFill>
                  <a:srgbClr val="C00000"/>
                </a:solidFill>
                <a:latin typeface="Times New Roman" panose="02020603050405020304" pitchFamily="2" charset="0"/>
                <a:cs typeface="+mn-ea"/>
              </a:rPr>
              <a:t>中断号</a:t>
            </a:r>
            <a:r>
              <a:rPr lang="zh-CN" altLang="en-US" sz="2400" b="1" noProof="1">
                <a:latin typeface="Times New Roman" panose="02020603050405020304" pitchFamily="2" charset="0"/>
                <a:cs typeface="+mn-ea"/>
              </a:rPr>
              <a:t>及进行</a:t>
            </a:r>
            <a:r>
              <a:rPr lang="zh-CN" altLang="en-US" sz="2400" b="1" noProof="1">
                <a:solidFill>
                  <a:srgbClr val="C00000"/>
                </a:solidFill>
                <a:latin typeface="Times New Roman" panose="02020603050405020304" pitchFamily="2" charset="0"/>
                <a:cs typeface="+mn-ea"/>
              </a:rPr>
              <a:t>中断屏蔽</a:t>
            </a:r>
            <a:r>
              <a:rPr lang="zh-CN" altLang="en-US" sz="2400" b="1" noProof="1">
                <a:latin typeface="Times New Roman" panose="02020603050405020304" pitchFamily="2" charset="0"/>
                <a:cs typeface="+mn-ea"/>
              </a:rPr>
              <a:t>等功能。 </a:t>
            </a:r>
            <a:endParaRPr lang="zh-CN" altLang="en-US" sz="2400" b="1" noProof="1">
              <a:latin typeface="Times New Roman" panose="02020603050405020304" pitchFamily="2" charset="0"/>
            </a:endParaRPr>
          </a:p>
          <a:p>
            <a:pPr algn="just">
              <a:lnSpc>
                <a:spcPct val="120000"/>
              </a:lnSpc>
              <a:buClr>
                <a:srgbClr val="FFCCCC"/>
              </a:buClr>
              <a:buSzPct val="120000"/>
              <a:buFont typeface="Wingdings" panose="05000000000000000000" pitchFamily="2" charset="2"/>
              <a:buNone/>
            </a:pPr>
            <a:r>
              <a:rPr lang="en-US" altLang="x-none" sz="2400" b="1" noProof="1">
                <a:latin typeface="Times New Roman" panose="02020603050405020304" pitchFamily="2" charset="0"/>
                <a:cs typeface="+mn-ea"/>
              </a:rPr>
              <a:t>Intel 8259A</a:t>
            </a:r>
            <a:r>
              <a:rPr lang="zh-CN" altLang="en-US" sz="2400" b="1" noProof="1">
                <a:latin typeface="Times New Roman" panose="02020603050405020304" pitchFamily="2" charset="0"/>
                <a:cs typeface="+mn-ea"/>
              </a:rPr>
              <a:t>具有可编程能力，可以灵活组建中断系统，功能强大。</a:t>
            </a:r>
            <a:endParaRPr lang="en-US" altLang="x-none" sz="2400" b="1" noProof="1">
              <a:latin typeface="Times New Roman" panose="02020603050405020304" pitchFamily="2" charset="0"/>
            </a:endParaRPr>
          </a:p>
        </p:txBody>
      </p:sp>
      <p:sp>
        <p:nvSpPr>
          <p:cNvPr id="2" name="灯片编号占位符 1">
            <a:extLst>
              <a:ext uri="{FF2B5EF4-FFF2-40B4-BE49-F238E27FC236}">
                <a16:creationId xmlns:a16="http://schemas.microsoft.com/office/drawing/2014/main" id="{21AB9641-592D-414B-868B-3FAE16A5076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1007B243-0225-4EFB-AFA6-C97CA3756A6D}" type="slidenum">
              <a:rPr lang="zh-CN" altLang="en-US" smtClean="0"/>
              <a:pPr eaLnBrk="0" hangingPunct="0"/>
              <a:t>3</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slide(fromLeft)">
                                      <p:cBhvr>
                                        <p:cTn id="7" dur="500"/>
                                        <p:tgtEl>
                                          <p:spTgt spid="6146"/>
                                        </p:tgtEl>
                                      </p:cBhvr>
                                    </p:animEffect>
                                  </p:childTnLst>
                                </p:cTn>
                              </p:par>
                            </p:childTnLst>
                          </p:cTn>
                        </p:par>
                        <p:par>
                          <p:cTn id="8" fill="hold" nodeType="afterGroup">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6147"/>
                                        </p:tgtEl>
                                        <p:attrNameLst>
                                          <p:attrName>style.visibility</p:attrName>
                                        </p:attrNameLst>
                                      </p:cBhvr>
                                      <p:to>
                                        <p:strVal val="visible"/>
                                      </p:to>
                                    </p:set>
                                    <p:animEffect transition="in" filter="barn(outVertical)">
                                      <p:cBhvr>
                                        <p:cTn id="11" dur="5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文本框 7169">
            <a:extLst>
              <a:ext uri="{FF2B5EF4-FFF2-40B4-BE49-F238E27FC236}">
                <a16:creationId xmlns:a16="http://schemas.microsoft.com/office/drawing/2014/main" id="{B34985BD-27EF-4B07-B730-960C986B0895}"/>
              </a:ext>
            </a:extLst>
          </p:cNvPr>
          <p:cNvSpPr txBox="1">
            <a:spLocks noChangeArrowheads="1"/>
          </p:cNvSpPr>
          <p:nvPr/>
        </p:nvSpPr>
        <p:spPr bwMode="auto">
          <a:xfrm>
            <a:off x="857250" y="254000"/>
            <a:ext cx="7620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600" b="1">
                <a:solidFill>
                  <a:srgbClr val="FFFF00"/>
                </a:solidFill>
                <a:latin typeface="Times New Roman" panose="02020603050405020304" pitchFamily="18" charset="0"/>
                <a:ea typeface="黑体" panose="02010609060101010101" pitchFamily="49" charset="-122"/>
              </a:rPr>
              <a:t>§ 3</a:t>
            </a:r>
            <a:r>
              <a:rPr lang="zh-CN" altLang="en-US" sz="3600" b="1">
                <a:solidFill>
                  <a:srgbClr val="FFFF00"/>
                </a:solidFill>
                <a:latin typeface="Times New Roman" panose="02020603050405020304" pitchFamily="18" charset="0"/>
                <a:ea typeface="黑体" panose="02010609060101010101" pitchFamily="49" charset="-122"/>
              </a:rPr>
              <a:t>、可编程中断控制器</a:t>
            </a:r>
            <a:r>
              <a:rPr lang="en-US" altLang="zh-CN" sz="3600" b="1">
                <a:solidFill>
                  <a:srgbClr val="FFFF00"/>
                </a:solidFill>
                <a:latin typeface="Times New Roman" panose="02020603050405020304" pitchFamily="18" charset="0"/>
                <a:ea typeface="黑体" panose="02010609060101010101" pitchFamily="49" charset="-122"/>
              </a:rPr>
              <a:t>Intel 8259A</a:t>
            </a:r>
          </a:p>
        </p:txBody>
      </p:sp>
      <p:sp>
        <p:nvSpPr>
          <p:cNvPr id="7171" name="矩形 7170">
            <a:extLst>
              <a:ext uri="{FF2B5EF4-FFF2-40B4-BE49-F238E27FC236}">
                <a16:creationId xmlns:a16="http://schemas.microsoft.com/office/drawing/2014/main" id="{8090F4A2-C109-471F-8D98-BBFCC07AC8DA}"/>
              </a:ext>
            </a:extLst>
          </p:cNvPr>
          <p:cNvSpPr>
            <a:spLocks noChangeArrowheads="1"/>
          </p:cNvSpPr>
          <p:nvPr/>
        </p:nvSpPr>
        <p:spPr bwMode="auto">
          <a:xfrm>
            <a:off x="609600" y="1230313"/>
            <a:ext cx="800100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buClr>
                <a:srgbClr val="FFCCCC"/>
              </a:buClr>
              <a:buSzPct val="120000"/>
              <a:buFont typeface="Wingdings" panose="05000000000000000000" pitchFamily="2" charset="2"/>
              <a:buChar char="Ø"/>
            </a:pPr>
            <a:r>
              <a:rPr lang="zh-CN" altLang="en-US" sz="2400" b="1">
                <a:latin typeface="黑体" panose="02010609060101010101" pitchFamily="49" charset="-122"/>
              </a:rPr>
              <a:t> </a:t>
            </a:r>
            <a:r>
              <a:rPr lang="zh-CN" altLang="en-US" sz="2400" b="1">
                <a:latin typeface="Times New Roman" panose="02020603050405020304" pitchFamily="18" charset="0"/>
              </a:rPr>
              <a:t>每一片</a:t>
            </a:r>
            <a:r>
              <a:rPr lang="en-US" altLang="zh-CN" sz="2400" b="1">
                <a:latin typeface="黑体" panose="02010609060101010101" pitchFamily="49" charset="-122"/>
              </a:rPr>
              <a:t>8259A</a:t>
            </a:r>
            <a:r>
              <a:rPr lang="zh-CN" altLang="en-US" sz="2400" b="1">
                <a:latin typeface="Times New Roman" panose="02020603050405020304" pitchFamily="18" charset="0"/>
              </a:rPr>
              <a:t>可管理</a:t>
            </a:r>
            <a:r>
              <a:rPr lang="en-US" altLang="zh-CN" sz="2400" b="1">
                <a:latin typeface="黑体" panose="02010609060101010101" pitchFamily="49" charset="-122"/>
              </a:rPr>
              <a:t>8</a:t>
            </a:r>
            <a:r>
              <a:rPr lang="zh-CN" altLang="en-US" sz="2400" b="1">
                <a:latin typeface="Times New Roman" panose="02020603050405020304" pitchFamily="18" charset="0"/>
              </a:rPr>
              <a:t>级优先级中断，两片</a:t>
            </a:r>
            <a:r>
              <a:rPr lang="en-US" altLang="zh-CN" sz="2400" b="1">
                <a:latin typeface="黑体" panose="02010609060101010101" pitchFamily="49" charset="-122"/>
              </a:rPr>
              <a:t>8259A</a:t>
            </a:r>
            <a:r>
              <a:rPr lang="zh-CN" altLang="en-US" sz="2400" b="1">
                <a:solidFill>
                  <a:srgbClr val="FF7C80"/>
                </a:solidFill>
                <a:latin typeface="Times New Roman" panose="02020603050405020304" pitchFamily="18" charset="0"/>
              </a:rPr>
              <a:t>级连</a:t>
            </a:r>
            <a:r>
              <a:rPr lang="zh-CN" altLang="en-US" sz="2400" b="1">
                <a:latin typeface="Times New Roman" panose="02020603050405020304" pitchFamily="18" charset="0"/>
              </a:rPr>
              <a:t>可管理</a:t>
            </a:r>
            <a:r>
              <a:rPr lang="en-US" altLang="zh-CN" sz="2400" b="1">
                <a:latin typeface="黑体" panose="02010609060101010101" pitchFamily="49" charset="-122"/>
              </a:rPr>
              <a:t>15</a:t>
            </a:r>
            <a:r>
              <a:rPr lang="zh-CN" altLang="en-US" sz="2400" b="1">
                <a:latin typeface="黑体" panose="02010609060101010101" pitchFamily="49" charset="-122"/>
              </a:rPr>
              <a:t>个</a:t>
            </a:r>
            <a:r>
              <a:rPr lang="zh-CN" altLang="en-US" sz="2400" b="1">
                <a:latin typeface="Times New Roman" panose="02020603050405020304" pitchFamily="18" charset="0"/>
              </a:rPr>
              <a:t>中断，多片级连最多可构成</a:t>
            </a:r>
            <a:r>
              <a:rPr lang="en-US" altLang="zh-CN" sz="2400" b="1">
                <a:latin typeface="黑体" panose="02010609060101010101" pitchFamily="49" charset="-122"/>
              </a:rPr>
              <a:t>64</a:t>
            </a:r>
            <a:r>
              <a:rPr lang="zh-CN" altLang="en-US" sz="2400" b="1">
                <a:latin typeface="Times New Roman" panose="02020603050405020304" pitchFamily="18" charset="0"/>
              </a:rPr>
              <a:t>级优先权管理系统。</a:t>
            </a:r>
            <a:endParaRPr lang="zh-CN" altLang="en-US" sz="2400" b="1">
              <a:solidFill>
                <a:srgbClr val="FFFF00"/>
              </a:solidFill>
              <a:latin typeface="黑体" panose="02010609060101010101" pitchFamily="49" charset="-122"/>
              <a:ea typeface="黑体" panose="02010609060101010101" pitchFamily="49" charset="-122"/>
            </a:endParaRPr>
          </a:p>
        </p:txBody>
      </p:sp>
      <p:grpSp>
        <p:nvGrpSpPr>
          <p:cNvPr id="2" name="组合 7171">
            <a:extLst>
              <a:ext uri="{FF2B5EF4-FFF2-40B4-BE49-F238E27FC236}">
                <a16:creationId xmlns:a16="http://schemas.microsoft.com/office/drawing/2014/main" id="{9685FCFC-DCD7-4E5D-9636-43A52E427C84}"/>
              </a:ext>
            </a:extLst>
          </p:cNvPr>
          <p:cNvGrpSpPr>
            <a:grpSpLocks/>
          </p:cNvGrpSpPr>
          <p:nvPr/>
        </p:nvGrpSpPr>
        <p:grpSpPr bwMode="auto">
          <a:xfrm>
            <a:off x="179388" y="3429000"/>
            <a:ext cx="3889375" cy="2665413"/>
            <a:chOff x="0" y="0"/>
            <a:chExt cx="2450" cy="1679"/>
          </a:xfrm>
        </p:grpSpPr>
        <p:grpSp>
          <p:nvGrpSpPr>
            <p:cNvPr id="7172" name="组合 7172">
              <a:extLst>
                <a:ext uri="{FF2B5EF4-FFF2-40B4-BE49-F238E27FC236}">
                  <a16:creationId xmlns:a16="http://schemas.microsoft.com/office/drawing/2014/main" id="{D444071D-FCA4-4DB8-AB13-DCF7CAFD674A}"/>
                </a:ext>
              </a:extLst>
            </p:cNvPr>
            <p:cNvGrpSpPr>
              <a:grpSpLocks/>
            </p:cNvGrpSpPr>
            <p:nvPr/>
          </p:nvGrpSpPr>
          <p:grpSpPr bwMode="auto">
            <a:xfrm>
              <a:off x="0" y="0"/>
              <a:ext cx="2223" cy="1679"/>
              <a:chOff x="0" y="0"/>
              <a:chExt cx="2317" cy="1633"/>
            </a:xfrm>
          </p:grpSpPr>
          <p:grpSp>
            <p:nvGrpSpPr>
              <p:cNvPr id="7173" name="组合 7173">
                <a:extLst>
                  <a:ext uri="{FF2B5EF4-FFF2-40B4-BE49-F238E27FC236}">
                    <a16:creationId xmlns:a16="http://schemas.microsoft.com/office/drawing/2014/main" id="{262360D0-F7ED-44A4-92B2-B5296757CB23}"/>
                  </a:ext>
                </a:extLst>
              </p:cNvPr>
              <p:cNvGrpSpPr>
                <a:grpSpLocks/>
              </p:cNvGrpSpPr>
              <p:nvPr/>
            </p:nvGrpSpPr>
            <p:grpSpPr bwMode="auto">
              <a:xfrm>
                <a:off x="0" y="0"/>
                <a:ext cx="2317" cy="1633"/>
                <a:chOff x="0" y="0"/>
                <a:chExt cx="2317" cy="1633"/>
              </a:xfrm>
            </p:grpSpPr>
            <p:grpSp>
              <p:nvGrpSpPr>
                <p:cNvPr id="7174" name="组合 7174">
                  <a:extLst>
                    <a:ext uri="{FF2B5EF4-FFF2-40B4-BE49-F238E27FC236}">
                      <a16:creationId xmlns:a16="http://schemas.microsoft.com/office/drawing/2014/main" id="{95D93C3A-DDCC-4F8C-B07F-9671CA27E940}"/>
                    </a:ext>
                  </a:extLst>
                </p:cNvPr>
                <p:cNvGrpSpPr>
                  <a:grpSpLocks/>
                </p:cNvGrpSpPr>
                <p:nvPr/>
              </p:nvGrpSpPr>
              <p:grpSpPr bwMode="auto">
                <a:xfrm>
                  <a:off x="0" y="0"/>
                  <a:ext cx="2317" cy="1633"/>
                  <a:chOff x="0" y="0"/>
                  <a:chExt cx="2317" cy="1633"/>
                </a:xfrm>
              </p:grpSpPr>
              <p:grpSp>
                <p:nvGrpSpPr>
                  <p:cNvPr id="7175" name="组合 7175">
                    <a:extLst>
                      <a:ext uri="{FF2B5EF4-FFF2-40B4-BE49-F238E27FC236}">
                        <a16:creationId xmlns:a16="http://schemas.microsoft.com/office/drawing/2014/main" id="{8DDF8391-77B4-4F9B-ABEE-396472275A2C}"/>
                      </a:ext>
                    </a:extLst>
                  </p:cNvPr>
                  <p:cNvGrpSpPr>
                    <a:grpSpLocks/>
                  </p:cNvGrpSpPr>
                  <p:nvPr/>
                </p:nvGrpSpPr>
                <p:grpSpPr bwMode="auto">
                  <a:xfrm>
                    <a:off x="614" y="535"/>
                    <a:ext cx="419" cy="207"/>
                    <a:chOff x="0" y="0"/>
                    <a:chExt cx="681" cy="317"/>
                  </a:xfrm>
                </p:grpSpPr>
                <p:sp>
                  <p:nvSpPr>
                    <p:cNvPr id="7176" name="直接连接符 7176">
                      <a:extLst>
                        <a:ext uri="{FF2B5EF4-FFF2-40B4-BE49-F238E27FC236}">
                          <a16:creationId xmlns:a16="http://schemas.microsoft.com/office/drawing/2014/main" id="{5CCD6F12-06DB-493C-9998-F825EEF19B6B}"/>
                        </a:ext>
                      </a:extLst>
                    </p:cNvPr>
                    <p:cNvSpPr>
                      <a:spLocks noChangeShapeType="1"/>
                    </p:cNvSpPr>
                    <p:nvPr/>
                  </p:nvSpPr>
                  <p:spPr bwMode="auto">
                    <a:xfrm>
                      <a:off x="46" y="317"/>
                      <a:ext cx="63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7" name="直接连接符 7177">
                      <a:extLst>
                        <a:ext uri="{FF2B5EF4-FFF2-40B4-BE49-F238E27FC236}">
                          <a16:creationId xmlns:a16="http://schemas.microsoft.com/office/drawing/2014/main" id="{34EB48FA-F57A-4CBD-A965-EE0689843A05}"/>
                        </a:ext>
                      </a:extLst>
                    </p:cNvPr>
                    <p:cNvSpPr>
                      <a:spLocks noChangeShapeType="1"/>
                    </p:cNvSpPr>
                    <p:nvPr/>
                  </p:nvSpPr>
                  <p:spPr bwMode="auto">
                    <a:xfrm flipH="1">
                      <a:off x="0" y="0"/>
                      <a:ext cx="6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178" name="直接连接符 7178">
                    <a:extLst>
                      <a:ext uri="{FF2B5EF4-FFF2-40B4-BE49-F238E27FC236}">
                        <a16:creationId xmlns:a16="http://schemas.microsoft.com/office/drawing/2014/main" id="{8EF1AD0A-D972-44F5-B587-70553B44DAB6}"/>
                      </a:ext>
                    </a:extLst>
                  </p:cNvPr>
                  <p:cNvSpPr>
                    <a:spLocks noChangeShapeType="1"/>
                  </p:cNvSpPr>
                  <p:nvPr/>
                </p:nvSpPr>
                <p:spPr bwMode="auto">
                  <a:xfrm flipH="1">
                    <a:off x="1647" y="238"/>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9" name="直接连接符 7179">
                    <a:extLst>
                      <a:ext uri="{FF2B5EF4-FFF2-40B4-BE49-F238E27FC236}">
                        <a16:creationId xmlns:a16="http://schemas.microsoft.com/office/drawing/2014/main" id="{D646A916-F040-4558-9421-769E17DB51E3}"/>
                      </a:ext>
                    </a:extLst>
                  </p:cNvPr>
                  <p:cNvSpPr>
                    <a:spLocks noChangeShapeType="1"/>
                  </p:cNvSpPr>
                  <p:nvPr/>
                </p:nvSpPr>
                <p:spPr bwMode="auto">
                  <a:xfrm flipH="1">
                    <a:off x="1647" y="1159"/>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0" name="矩形 7180">
                    <a:extLst>
                      <a:ext uri="{FF2B5EF4-FFF2-40B4-BE49-F238E27FC236}">
                        <a16:creationId xmlns:a16="http://schemas.microsoft.com/office/drawing/2014/main" id="{1ABF71E1-83E5-455C-A1E6-069BAE8079FE}"/>
                      </a:ext>
                    </a:extLst>
                  </p:cNvPr>
                  <p:cNvSpPr>
                    <a:spLocks noChangeArrowheads="1"/>
                  </p:cNvSpPr>
                  <p:nvPr/>
                </p:nvSpPr>
                <p:spPr bwMode="auto">
                  <a:xfrm>
                    <a:off x="2038" y="149"/>
                    <a:ext cx="19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0</a:t>
                    </a:r>
                  </a:p>
                </p:txBody>
              </p:sp>
              <p:sp>
                <p:nvSpPr>
                  <p:cNvPr id="7181" name="矩形 7181">
                    <a:extLst>
                      <a:ext uri="{FF2B5EF4-FFF2-40B4-BE49-F238E27FC236}">
                        <a16:creationId xmlns:a16="http://schemas.microsoft.com/office/drawing/2014/main" id="{CE7B1223-791C-4379-B5DD-A1B6419C77D4}"/>
                      </a:ext>
                    </a:extLst>
                  </p:cNvPr>
                  <p:cNvSpPr>
                    <a:spLocks noChangeArrowheads="1"/>
                  </p:cNvSpPr>
                  <p:nvPr/>
                </p:nvSpPr>
                <p:spPr bwMode="auto">
                  <a:xfrm>
                    <a:off x="1982" y="1069"/>
                    <a:ext cx="33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7</a:t>
                    </a:r>
                  </a:p>
                </p:txBody>
              </p:sp>
              <p:sp>
                <p:nvSpPr>
                  <p:cNvPr id="7182" name="矩形 7182">
                    <a:extLst>
                      <a:ext uri="{FF2B5EF4-FFF2-40B4-BE49-F238E27FC236}">
                        <a16:creationId xmlns:a16="http://schemas.microsoft.com/office/drawing/2014/main" id="{1441F8C9-0172-4ED1-A11E-38B3B55700FF}"/>
                      </a:ext>
                    </a:extLst>
                  </p:cNvPr>
                  <p:cNvSpPr>
                    <a:spLocks noChangeArrowheads="1"/>
                  </p:cNvSpPr>
                  <p:nvPr/>
                </p:nvSpPr>
                <p:spPr bwMode="auto">
                  <a:xfrm>
                    <a:off x="586" y="1425"/>
                    <a:ext cx="50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a:t>单片</a:t>
                    </a:r>
                  </a:p>
                </p:txBody>
              </p:sp>
              <p:sp>
                <p:nvSpPr>
                  <p:cNvPr id="7183" name="矩形 7183">
                    <a:extLst>
                      <a:ext uri="{FF2B5EF4-FFF2-40B4-BE49-F238E27FC236}">
                        <a16:creationId xmlns:a16="http://schemas.microsoft.com/office/drawing/2014/main" id="{4F5DB012-8EA7-499A-8958-BF4D1DCBB573}"/>
                      </a:ext>
                    </a:extLst>
                  </p:cNvPr>
                  <p:cNvSpPr>
                    <a:spLocks noChangeArrowheads="1"/>
                  </p:cNvSpPr>
                  <p:nvPr/>
                </p:nvSpPr>
                <p:spPr bwMode="auto">
                  <a:xfrm>
                    <a:off x="0" y="0"/>
                    <a:ext cx="614" cy="1276"/>
                  </a:xfrm>
                  <a:prstGeom prst="rect">
                    <a:avLst/>
                  </a:prstGeom>
                  <a:solidFill>
                    <a:schemeClr val="accent1"/>
                  </a:solidFill>
                  <a:ln w="19050">
                    <a:solidFill>
                      <a:schemeClr val="tx1"/>
                    </a:solidFill>
                    <a:miter lim="800000"/>
                    <a:headEnd/>
                    <a:tailEnd/>
                  </a:ln>
                </p:spPr>
                <p:txBody>
                  <a:bodyPr wrap="none" anchor="ctr"/>
                  <a:lstStyle/>
                  <a:p>
                    <a:pPr>
                      <a:spcBef>
                        <a:spcPct val="20000"/>
                      </a:spcBef>
                    </a:pPr>
                    <a:r>
                      <a:rPr lang="zh-CN" altLang="en-US"/>
                      <a:t>               </a:t>
                    </a:r>
                    <a:endParaRPr lang="zh-CN" altLang="en-US" u="sng"/>
                  </a:p>
                  <a:p>
                    <a:pPr>
                      <a:spcBef>
                        <a:spcPct val="20000"/>
                      </a:spcBef>
                    </a:pPr>
                    <a:r>
                      <a:rPr lang="zh-CN" altLang="en-US"/>
                      <a:t>               </a:t>
                    </a:r>
                  </a:p>
                </p:txBody>
              </p:sp>
              <p:grpSp>
                <p:nvGrpSpPr>
                  <p:cNvPr id="7184" name="组合 7184">
                    <a:extLst>
                      <a:ext uri="{FF2B5EF4-FFF2-40B4-BE49-F238E27FC236}">
                        <a16:creationId xmlns:a16="http://schemas.microsoft.com/office/drawing/2014/main" id="{8C0CEEBE-95DE-4A5A-AE39-C43F37990484}"/>
                      </a:ext>
                    </a:extLst>
                  </p:cNvPr>
                  <p:cNvGrpSpPr>
                    <a:grpSpLocks/>
                  </p:cNvGrpSpPr>
                  <p:nvPr/>
                </p:nvGrpSpPr>
                <p:grpSpPr bwMode="auto">
                  <a:xfrm>
                    <a:off x="1019" y="0"/>
                    <a:ext cx="614" cy="1276"/>
                    <a:chOff x="0" y="0"/>
                    <a:chExt cx="614" cy="1276"/>
                  </a:xfrm>
                </p:grpSpPr>
                <p:grpSp>
                  <p:nvGrpSpPr>
                    <p:cNvPr id="7185" name="组合 7185">
                      <a:extLst>
                        <a:ext uri="{FF2B5EF4-FFF2-40B4-BE49-F238E27FC236}">
                          <a16:creationId xmlns:a16="http://schemas.microsoft.com/office/drawing/2014/main" id="{6FCF8E7D-A499-44DE-8502-8BEF32E1484D}"/>
                        </a:ext>
                      </a:extLst>
                    </p:cNvPr>
                    <p:cNvGrpSpPr>
                      <a:grpSpLocks/>
                    </p:cNvGrpSpPr>
                    <p:nvPr/>
                  </p:nvGrpSpPr>
                  <p:grpSpPr bwMode="auto">
                    <a:xfrm>
                      <a:off x="0" y="0"/>
                      <a:ext cx="614" cy="1276"/>
                      <a:chOff x="0" y="0"/>
                      <a:chExt cx="614" cy="1276"/>
                    </a:xfrm>
                  </p:grpSpPr>
                  <p:sp>
                    <p:nvSpPr>
                      <p:cNvPr id="7186" name="矩形 7186">
                        <a:extLst>
                          <a:ext uri="{FF2B5EF4-FFF2-40B4-BE49-F238E27FC236}">
                            <a16:creationId xmlns:a16="http://schemas.microsoft.com/office/drawing/2014/main" id="{C928E619-4F1B-41D6-9651-6E2C393535DF}"/>
                          </a:ext>
                        </a:extLst>
                      </p:cNvPr>
                      <p:cNvSpPr>
                        <a:spLocks noChangeArrowheads="1"/>
                      </p:cNvSpPr>
                      <p:nvPr/>
                    </p:nvSpPr>
                    <p:spPr bwMode="auto">
                      <a:xfrm>
                        <a:off x="0" y="0"/>
                        <a:ext cx="614" cy="1276"/>
                      </a:xfrm>
                      <a:prstGeom prst="rect">
                        <a:avLst/>
                      </a:prstGeom>
                      <a:solidFill>
                        <a:schemeClr val="accent1"/>
                      </a:solidFill>
                      <a:ln w="9525">
                        <a:solidFill>
                          <a:schemeClr val="tx1"/>
                        </a:solidFill>
                        <a:miter lim="800000"/>
                        <a:headEnd/>
                        <a:tailEnd/>
                      </a:ln>
                    </p:spPr>
                    <p:txBody>
                      <a:bodyPr wrap="none" anchor="ctr"/>
                      <a:lstStyle/>
                      <a:p>
                        <a:r>
                          <a:rPr lang="en-US" altLang="zh-CN"/>
                          <a:t>INT</a:t>
                        </a:r>
                      </a:p>
                      <a:p>
                        <a:endParaRPr lang="en-US" altLang="zh-CN"/>
                      </a:p>
                      <a:p>
                        <a:r>
                          <a:rPr lang="en-US" altLang="zh-CN"/>
                          <a:t>INTA</a:t>
                        </a:r>
                      </a:p>
                    </p:txBody>
                  </p:sp>
                  <p:sp>
                    <p:nvSpPr>
                      <p:cNvPr id="7187" name="直接连接符 7187">
                        <a:extLst>
                          <a:ext uri="{FF2B5EF4-FFF2-40B4-BE49-F238E27FC236}">
                            <a16:creationId xmlns:a16="http://schemas.microsoft.com/office/drawing/2014/main" id="{9684121B-2797-4E22-B92C-4BF1467C9698}"/>
                          </a:ext>
                        </a:extLst>
                      </p:cNvPr>
                      <p:cNvSpPr>
                        <a:spLocks noChangeShapeType="1"/>
                      </p:cNvSpPr>
                      <p:nvPr/>
                    </p:nvSpPr>
                    <p:spPr bwMode="auto">
                      <a:xfrm flipV="1">
                        <a:off x="56" y="679"/>
                        <a:ext cx="318"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88" name="矩形 7188">
                      <a:extLst>
                        <a:ext uri="{FF2B5EF4-FFF2-40B4-BE49-F238E27FC236}">
                          <a16:creationId xmlns:a16="http://schemas.microsoft.com/office/drawing/2014/main" id="{28066A9F-E3E8-4352-A9FB-D91134E7652E}"/>
                        </a:ext>
                      </a:extLst>
                    </p:cNvPr>
                    <p:cNvSpPr>
                      <a:spLocks noChangeArrowheads="1"/>
                    </p:cNvSpPr>
                    <p:nvPr/>
                  </p:nvSpPr>
                  <p:spPr bwMode="auto">
                    <a:xfrm>
                      <a:off x="2" y="61"/>
                      <a:ext cx="607"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Font typeface="Arial" panose="020B0604020202020204" pitchFamily="34" charset="0"/>
                        <a:buChar char="•"/>
                      </a:pPr>
                      <a:r>
                        <a:rPr lang="en-US" altLang="zh-CN"/>
                        <a:t>8259A</a:t>
                      </a:r>
                    </a:p>
                  </p:txBody>
                </p:sp>
              </p:grpSp>
              <p:sp>
                <p:nvSpPr>
                  <p:cNvPr id="7189" name="文本框 7189">
                    <a:extLst>
                      <a:ext uri="{FF2B5EF4-FFF2-40B4-BE49-F238E27FC236}">
                        <a16:creationId xmlns:a16="http://schemas.microsoft.com/office/drawing/2014/main" id="{673F6F41-C52A-4682-947B-B26E58A92E80}"/>
                      </a:ext>
                    </a:extLst>
                  </p:cNvPr>
                  <p:cNvSpPr txBox="1">
                    <a:spLocks noChangeArrowheads="1"/>
                  </p:cNvSpPr>
                  <p:nvPr/>
                </p:nvSpPr>
                <p:spPr bwMode="auto">
                  <a:xfrm>
                    <a:off x="182" y="409"/>
                    <a:ext cx="499"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INTR</a:t>
                    </a:r>
                  </a:p>
                </p:txBody>
              </p:sp>
              <p:grpSp>
                <p:nvGrpSpPr>
                  <p:cNvPr id="7190" name="组合 7190">
                    <a:extLst>
                      <a:ext uri="{FF2B5EF4-FFF2-40B4-BE49-F238E27FC236}">
                        <a16:creationId xmlns:a16="http://schemas.microsoft.com/office/drawing/2014/main" id="{76637B05-198E-4738-8421-EBEBE68A4572}"/>
                      </a:ext>
                    </a:extLst>
                  </p:cNvPr>
                  <p:cNvGrpSpPr>
                    <a:grpSpLocks/>
                  </p:cNvGrpSpPr>
                  <p:nvPr/>
                </p:nvGrpSpPr>
                <p:grpSpPr bwMode="auto">
                  <a:xfrm>
                    <a:off x="182" y="680"/>
                    <a:ext cx="590" cy="225"/>
                    <a:chOff x="0" y="0"/>
                    <a:chExt cx="590" cy="225"/>
                  </a:xfrm>
                </p:grpSpPr>
                <p:sp>
                  <p:nvSpPr>
                    <p:cNvPr id="7191" name="文本框 7191">
                      <a:extLst>
                        <a:ext uri="{FF2B5EF4-FFF2-40B4-BE49-F238E27FC236}">
                          <a16:creationId xmlns:a16="http://schemas.microsoft.com/office/drawing/2014/main" id="{C77CDFE0-F976-45D7-91F7-B7AE6237AE33}"/>
                        </a:ext>
                      </a:extLst>
                    </p:cNvPr>
                    <p:cNvSpPr txBox="1">
                      <a:spLocks noChangeArrowheads="1"/>
                    </p:cNvSpPr>
                    <p:nvPr/>
                  </p:nvSpPr>
                  <p:spPr bwMode="auto">
                    <a:xfrm>
                      <a:off x="0" y="0"/>
                      <a:ext cx="59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INTA</a:t>
                      </a:r>
                    </a:p>
                  </p:txBody>
                </p:sp>
                <p:sp>
                  <p:nvSpPr>
                    <p:cNvPr id="7192" name="直接连接符 7192">
                      <a:extLst>
                        <a:ext uri="{FF2B5EF4-FFF2-40B4-BE49-F238E27FC236}">
                          <a16:creationId xmlns:a16="http://schemas.microsoft.com/office/drawing/2014/main" id="{C3BEB29E-3E00-4667-8AF4-594B545F4DE2}"/>
                        </a:ext>
                      </a:extLst>
                    </p:cNvPr>
                    <p:cNvSpPr>
                      <a:spLocks noChangeShapeType="1"/>
                    </p:cNvSpPr>
                    <p:nvPr/>
                  </p:nvSpPr>
                  <p:spPr bwMode="auto">
                    <a:xfrm>
                      <a:off x="45" y="0"/>
                      <a:ext cx="3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193" name="文本框 7193">
                  <a:extLst>
                    <a:ext uri="{FF2B5EF4-FFF2-40B4-BE49-F238E27FC236}">
                      <a16:creationId xmlns:a16="http://schemas.microsoft.com/office/drawing/2014/main" id="{5D989F1C-F4B8-4415-ABFE-CCB79A686074}"/>
                    </a:ext>
                  </a:extLst>
                </p:cNvPr>
                <p:cNvSpPr txBox="1">
                  <a:spLocks noChangeArrowheads="1"/>
                </p:cNvSpPr>
                <p:nvPr/>
              </p:nvSpPr>
              <p:spPr bwMode="auto">
                <a:xfrm>
                  <a:off x="137" y="46"/>
                  <a:ext cx="40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CPU</a:t>
                  </a:r>
                </a:p>
              </p:txBody>
            </p:sp>
          </p:grpSp>
          <p:sp>
            <p:nvSpPr>
              <p:cNvPr id="7194" name="文本框 7194">
                <a:extLst>
                  <a:ext uri="{FF2B5EF4-FFF2-40B4-BE49-F238E27FC236}">
                    <a16:creationId xmlns:a16="http://schemas.microsoft.com/office/drawing/2014/main" id="{45BB1A51-990B-4EC2-B1A0-79F878ED4CFA}"/>
                  </a:ext>
                </a:extLst>
              </p:cNvPr>
              <p:cNvSpPr txBox="1">
                <a:spLocks noChangeArrowheads="1"/>
              </p:cNvSpPr>
              <p:nvPr/>
            </p:nvSpPr>
            <p:spPr bwMode="auto">
              <a:xfrm>
                <a:off x="1724" y="363"/>
                <a:ext cx="227"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a:t>
                </a:r>
              </a:p>
              <a:p>
                <a:pPr>
                  <a:spcBef>
                    <a:spcPct val="50000"/>
                  </a:spcBef>
                </a:pPr>
                <a:r>
                  <a:rPr lang="en-US" altLang="zh-CN">
                    <a:latin typeface="Tahoma" panose="020B0604030504040204" pitchFamily="34" charset="0"/>
                  </a:rPr>
                  <a:t>.</a:t>
                </a:r>
              </a:p>
              <a:p>
                <a:pPr>
                  <a:spcBef>
                    <a:spcPct val="50000"/>
                  </a:spcBef>
                </a:pPr>
                <a:r>
                  <a:rPr lang="en-US" altLang="zh-CN">
                    <a:latin typeface="Tahoma" panose="020B0604030504040204" pitchFamily="34" charset="0"/>
                  </a:rPr>
                  <a:t>.</a:t>
                </a:r>
              </a:p>
            </p:txBody>
          </p:sp>
        </p:grpSp>
        <p:sp>
          <p:nvSpPr>
            <p:cNvPr id="7195" name="文本框 7195">
              <a:extLst>
                <a:ext uri="{FF2B5EF4-FFF2-40B4-BE49-F238E27FC236}">
                  <a16:creationId xmlns:a16="http://schemas.microsoft.com/office/drawing/2014/main" id="{9E32CF59-E388-45CE-B795-2B75C4CE384C}"/>
                </a:ext>
              </a:extLst>
            </p:cNvPr>
            <p:cNvSpPr txBox="1">
              <a:spLocks noChangeArrowheads="1"/>
            </p:cNvSpPr>
            <p:nvPr/>
          </p:nvSpPr>
          <p:spPr bwMode="auto">
            <a:xfrm>
              <a:off x="2178" y="318"/>
              <a:ext cx="272"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latin typeface="Tahoma" panose="020B0604030504040204" pitchFamily="34" charset="0"/>
                </a:rPr>
                <a:t>中断请求</a:t>
              </a:r>
            </a:p>
          </p:txBody>
        </p:sp>
        <p:sp>
          <p:nvSpPr>
            <p:cNvPr id="7196" name="右大括号 7196">
              <a:extLst>
                <a:ext uri="{FF2B5EF4-FFF2-40B4-BE49-F238E27FC236}">
                  <a16:creationId xmlns:a16="http://schemas.microsoft.com/office/drawing/2014/main" id="{E82CAD1D-4ADE-428E-9C1D-5D0CA454CAE6}"/>
                </a:ext>
              </a:extLst>
            </p:cNvPr>
            <p:cNvSpPr>
              <a:spLocks/>
            </p:cNvSpPr>
            <p:nvPr/>
          </p:nvSpPr>
          <p:spPr bwMode="auto">
            <a:xfrm>
              <a:off x="2178" y="227"/>
              <a:ext cx="45" cy="998"/>
            </a:xfrm>
            <a:prstGeom prst="rightBrace">
              <a:avLst>
                <a:gd name="adj1" fmla="val 18440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grpSp>
      <p:grpSp>
        <p:nvGrpSpPr>
          <p:cNvPr id="7197" name="组合 7197">
            <a:extLst>
              <a:ext uri="{FF2B5EF4-FFF2-40B4-BE49-F238E27FC236}">
                <a16:creationId xmlns:a16="http://schemas.microsoft.com/office/drawing/2014/main" id="{51BDF21E-34EF-4468-BC50-8DD8CFA747CC}"/>
              </a:ext>
            </a:extLst>
          </p:cNvPr>
          <p:cNvGrpSpPr>
            <a:grpSpLocks/>
          </p:cNvGrpSpPr>
          <p:nvPr/>
        </p:nvGrpSpPr>
        <p:grpSpPr bwMode="auto">
          <a:xfrm>
            <a:off x="4391025" y="2997200"/>
            <a:ext cx="4752975" cy="3167063"/>
            <a:chOff x="0" y="0"/>
            <a:chExt cx="2994" cy="1995"/>
          </a:xfrm>
        </p:grpSpPr>
        <p:sp>
          <p:nvSpPr>
            <p:cNvPr id="7198" name="矩形 7198">
              <a:extLst>
                <a:ext uri="{FF2B5EF4-FFF2-40B4-BE49-F238E27FC236}">
                  <a16:creationId xmlns:a16="http://schemas.microsoft.com/office/drawing/2014/main" id="{ED4CC4F5-D684-44F1-8FE4-D484D1654196}"/>
                </a:ext>
              </a:extLst>
            </p:cNvPr>
            <p:cNvSpPr>
              <a:spLocks noChangeArrowheads="1"/>
            </p:cNvSpPr>
            <p:nvPr/>
          </p:nvSpPr>
          <p:spPr bwMode="auto">
            <a:xfrm>
              <a:off x="0" y="181"/>
              <a:ext cx="477" cy="1279"/>
            </a:xfrm>
            <a:prstGeom prst="rect">
              <a:avLst/>
            </a:prstGeom>
            <a:solidFill>
              <a:schemeClr val="accent1"/>
            </a:solidFill>
            <a:ln w="19050">
              <a:solidFill>
                <a:schemeClr val="tx1"/>
              </a:solidFill>
              <a:miter lim="800000"/>
              <a:headEnd/>
              <a:tailEnd/>
            </a:ln>
          </p:spPr>
          <p:txBody>
            <a:bodyPr wrap="none" anchor="ctr"/>
            <a:lstStyle/>
            <a:p>
              <a:pPr>
                <a:spcBef>
                  <a:spcPct val="20000"/>
                </a:spcBef>
              </a:pPr>
              <a:r>
                <a:rPr lang="zh-CN" altLang="en-US"/>
                <a:t>         </a:t>
              </a:r>
            </a:p>
            <a:p>
              <a:pPr>
                <a:spcBef>
                  <a:spcPct val="20000"/>
                </a:spcBef>
              </a:pPr>
              <a:endParaRPr lang="zh-CN" altLang="en-US" u="sng"/>
            </a:p>
            <a:p>
              <a:pPr>
                <a:spcBef>
                  <a:spcPct val="20000"/>
                </a:spcBef>
              </a:pPr>
              <a:r>
                <a:rPr lang="zh-CN" altLang="en-US"/>
                <a:t>        </a:t>
              </a:r>
            </a:p>
          </p:txBody>
        </p:sp>
        <p:sp>
          <p:nvSpPr>
            <p:cNvPr id="7199" name="矩形 7199">
              <a:extLst>
                <a:ext uri="{FF2B5EF4-FFF2-40B4-BE49-F238E27FC236}">
                  <a16:creationId xmlns:a16="http://schemas.microsoft.com/office/drawing/2014/main" id="{FD6C04BC-EE6E-475C-93EB-1CFDA11BEE2E}"/>
                </a:ext>
              </a:extLst>
            </p:cNvPr>
            <p:cNvSpPr>
              <a:spLocks noChangeArrowheads="1"/>
            </p:cNvSpPr>
            <p:nvPr/>
          </p:nvSpPr>
          <p:spPr bwMode="auto">
            <a:xfrm>
              <a:off x="848" y="179"/>
              <a:ext cx="477" cy="1280"/>
            </a:xfrm>
            <a:prstGeom prst="rect">
              <a:avLst/>
            </a:prstGeom>
            <a:solidFill>
              <a:schemeClr val="accent1"/>
            </a:solidFill>
            <a:ln w="9525">
              <a:solidFill>
                <a:schemeClr val="tx1"/>
              </a:solidFill>
              <a:miter lim="800000"/>
              <a:headEnd/>
              <a:tailEnd/>
            </a:ln>
          </p:spPr>
          <p:txBody>
            <a:bodyPr wrap="none" anchor="ctr"/>
            <a:lstStyle/>
            <a:p>
              <a:endParaRPr lang="zh-CN" altLang="en-US"/>
            </a:p>
            <a:p>
              <a:endParaRPr lang="zh-CN" altLang="en-US"/>
            </a:p>
            <a:p>
              <a:endParaRPr lang="zh-CN" altLang="en-US"/>
            </a:p>
          </p:txBody>
        </p:sp>
        <p:sp>
          <p:nvSpPr>
            <p:cNvPr id="7200" name="矩形 7200">
              <a:extLst>
                <a:ext uri="{FF2B5EF4-FFF2-40B4-BE49-F238E27FC236}">
                  <a16:creationId xmlns:a16="http://schemas.microsoft.com/office/drawing/2014/main" id="{B3656743-7F2E-43FE-9CA1-24D33211B68F}"/>
                </a:ext>
              </a:extLst>
            </p:cNvPr>
            <p:cNvSpPr>
              <a:spLocks noChangeArrowheads="1"/>
            </p:cNvSpPr>
            <p:nvPr/>
          </p:nvSpPr>
          <p:spPr bwMode="auto">
            <a:xfrm>
              <a:off x="55" y="238"/>
              <a:ext cx="47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Font typeface="Arial" panose="020B0604020202020204" pitchFamily="34" charset="0"/>
                <a:buChar char="•"/>
              </a:pPr>
              <a:r>
                <a:rPr lang="en-US" altLang="zh-CN"/>
                <a:t>CPU</a:t>
              </a:r>
            </a:p>
          </p:txBody>
        </p:sp>
        <p:sp>
          <p:nvSpPr>
            <p:cNvPr id="7201" name="矩形 7201">
              <a:extLst>
                <a:ext uri="{FF2B5EF4-FFF2-40B4-BE49-F238E27FC236}">
                  <a16:creationId xmlns:a16="http://schemas.microsoft.com/office/drawing/2014/main" id="{C30476E3-001D-4A01-9327-4E8698E7C31F}"/>
                </a:ext>
              </a:extLst>
            </p:cNvPr>
            <p:cNvSpPr>
              <a:spLocks noChangeArrowheads="1"/>
            </p:cNvSpPr>
            <p:nvPr/>
          </p:nvSpPr>
          <p:spPr bwMode="auto">
            <a:xfrm>
              <a:off x="792" y="209"/>
              <a:ext cx="5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Font typeface="Arial" panose="020B0604020202020204" pitchFamily="34" charset="0"/>
                <a:buChar char="•"/>
              </a:pPr>
              <a:r>
                <a:rPr lang="en-US" altLang="zh-CN"/>
                <a:t>8259A</a:t>
              </a:r>
            </a:p>
          </p:txBody>
        </p:sp>
        <p:grpSp>
          <p:nvGrpSpPr>
            <p:cNvPr id="7202" name="组合 7202">
              <a:extLst>
                <a:ext uri="{FF2B5EF4-FFF2-40B4-BE49-F238E27FC236}">
                  <a16:creationId xmlns:a16="http://schemas.microsoft.com/office/drawing/2014/main" id="{064801DA-5CE1-4C5B-981D-EFD602490E99}"/>
                </a:ext>
              </a:extLst>
            </p:cNvPr>
            <p:cNvGrpSpPr>
              <a:grpSpLocks/>
            </p:cNvGrpSpPr>
            <p:nvPr/>
          </p:nvGrpSpPr>
          <p:grpSpPr bwMode="auto">
            <a:xfrm>
              <a:off x="518" y="684"/>
              <a:ext cx="334" cy="209"/>
              <a:chOff x="0" y="0"/>
              <a:chExt cx="681" cy="317"/>
            </a:xfrm>
          </p:grpSpPr>
          <p:sp>
            <p:nvSpPr>
              <p:cNvPr id="7203" name="直接连接符 7203">
                <a:extLst>
                  <a:ext uri="{FF2B5EF4-FFF2-40B4-BE49-F238E27FC236}">
                    <a16:creationId xmlns:a16="http://schemas.microsoft.com/office/drawing/2014/main" id="{3A1CE412-7F8E-4656-9167-AA9083827AC1}"/>
                  </a:ext>
                </a:extLst>
              </p:cNvPr>
              <p:cNvSpPr>
                <a:spLocks noChangeShapeType="1"/>
              </p:cNvSpPr>
              <p:nvPr/>
            </p:nvSpPr>
            <p:spPr bwMode="auto">
              <a:xfrm>
                <a:off x="46" y="317"/>
                <a:ext cx="63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4" name="直接连接符 7204">
                <a:extLst>
                  <a:ext uri="{FF2B5EF4-FFF2-40B4-BE49-F238E27FC236}">
                    <a16:creationId xmlns:a16="http://schemas.microsoft.com/office/drawing/2014/main" id="{4F468313-7330-4F69-B2E5-E251212796F0}"/>
                  </a:ext>
                </a:extLst>
              </p:cNvPr>
              <p:cNvSpPr>
                <a:spLocks noChangeShapeType="1"/>
              </p:cNvSpPr>
              <p:nvPr/>
            </p:nvSpPr>
            <p:spPr bwMode="auto">
              <a:xfrm flipH="1">
                <a:off x="0" y="0"/>
                <a:ext cx="6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205" name="直接连接符 7205">
              <a:extLst>
                <a:ext uri="{FF2B5EF4-FFF2-40B4-BE49-F238E27FC236}">
                  <a16:creationId xmlns:a16="http://schemas.microsoft.com/office/drawing/2014/main" id="{90D187C9-54F6-451D-995C-68C3AAD048DE}"/>
                </a:ext>
              </a:extLst>
            </p:cNvPr>
            <p:cNvSpPr>
              <a:spLocks noChangeShapeType="1"/>
            </p:cNvSpPr>
            <p:nvPr/>
          </p:nvSpPr>
          <p:spPr bwMode="auto">
            <a:xfrm flipH="1">
              <a:off x="1325" y="327"/>
              <a:ext cx="47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6" name="矩形 7206">
              <a:extLst>
                <a:ext uri="{FF2B5EF4-FFF2-40B4-BE49-F238E27FC236}">
                  <a16:creationId xmlns:a16="http://schemas.microsoft.com/office/drawing/2014/main" id="{E7E56D26-9AB1-469E-9A72-8A3AC8205539}"/>
                </a:ext>
              </a:extLst>
            </p:cNvPr>
            <p:cNvSpPr>
              <a:spLocks noChangeArrowheads="1"/>
            </p:cNvSpPr>
            <p:nvPr/>
          </p:nvSpPr>
          <p:spPr bwMode="auto">
            <a:xfrm>
              <a:off x="1437" y="387"/>
              <a:ext cx="222" cy="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400"/>
                <a:t>.</a:t>
              </a:r>
            </a:p>
            <a:p>
              <a:pPr algn="ctr"/>
              <a:r>
                <a:rPr lang="en-US" altLang="zh-CN" sz="2400"/>
                <a:t>.</a:t>
              </a:r>
            </a:p>
            <a:p>
              <a:pPr algn="ctr"/>
              <a:r>
                <a:rPr lang="en-US" altLang="zh-CN" sz="2400"/>
                <a:t>.</a:t>
              </a:r>
            </a:p>
            <a:p>
              <a:pPr algn="ctr"/>
              <a:r>
                <a:rPr lang="en-US" altLang="zh-CN" sz="2400"/>
                <a:t>.</a:t>
              </a:r>
            </a:p>
            <a:p>
              <a:pPr algn="ctr"/>
              <a:r>
                <a:rPr lang="en-US" altLang="zh-CN" sz="2400"/>
                <a:t>.</a:t>
              </a:r>
            </a:p>
            <a:p>
              <a:pPr algn="ctr"/>
              <a:endParaRPr lang="zh-CN" altLang="en-US" sz="2400"/>
            </a:p>
          </p:txBody>
        </p:sp>
        <p:sp>
          <p:nvSpPr>
            <p:cNvPr id="7207" name="矩形 7207">
              <a:extLst>
                <a:ext uri="{FF2B5EF4-FFF2-40B4-BE49-F238E27FC236}">
                  <a16:creationId xmlns:a16="http://schemas.microsoft.com/office/drawing/2014/main" id="{17376F5B-6462-4C6F-90CE-6EA726AC3197}"/>
                </a:ext>
              </a:extLst>
            </p:cNvPr>
            <p:cNvSpPr>
              <a:spLocks noChangeArrowheads="1"/>
            </p:cNvSpPr>
            <p:nvPr/>
          </p:nvSpPr>
          <p:spPr bwMode="auto">
            <a:xfrm>
              <a:off x="1409" y="148"/>
              <a:ext cx="19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0</a:t>
              </a:r>
            </a:p>
          </p:txBody>
        </p:sp>
        <p:sp>
          <p:nvSpPr>
            <p:cNvPr id="7208" name="矩形 7208">
              <a:extLst>
                <a:ext uri="{FF2B5EF4-FFF2-40B4-BE49-F238E27FC236}">
                  <a16:creationId xmlns:a16="http://schemas.microsoft.com/office/drawing/2014/main" id="{85F21659-9D4C-4798-854E-DF74BDF2B171}"/>
                </a:ext>
              </a:extLst>
            </p:cNvPr>
            <p:cNvSpPr>
              <a:spLocks noChangeArrowheads="1"/>
            </p:cNvSpPr>
            <p:nvPr/>
          </p:nvSpPr>
          <p:spPr bwMode="auto">
            <a:xfrm>
              <a:off x="1381" y="1088"/>
              <a:ext cx="33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7</a:t>
              </a:r>
            </a:p>
          </p:txBody>
        </p:sp>
        <p:sp>
          <p:nvSpPr>
            <p:cNvPr id="7209" name="矩形 7209">
              <a:extLst>
                <a:ext uri="{FF2B5EF4-FFF2-40B4-BE49-F238E27FC236}">
                  <a16:creationId xmlns:a16="http://schemas.microsoft.com/office/drawing/2014/main" id="{474C693E-2E6E-4FF4-BC5B-635E603A63AC}"/>
                </a:ext>
              </a:extLst>
            </p:cNvPr>
            <p:cNvSpPr>
              <a:spLocks noChangeArrowheads="1"/>
            </p:cNvSpPr>
            <p:nvPr/>
          </p:nvSpPr>
          <p:spPr bwMode="auto">
            <a:xfrm>
              <a:off x="881" y="1786"/>
              <a:ext cx="50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a:t>级联</a:t>
              </a:r>
            </a:p>
          </p:txBody>
        </p:sp>
        <p:sp>
          <p:nvSpPr>
            <p:cNvPr id="7210" name="矩形 7210">
              <a:extLst>
                <a:ext uri="{FF2B5EF4-FFF2-40B4-BE49-F238E27FC236}">
                  <a16:creationId xmlns:a16="http://schemas.microsoft.com/office/drawing/2014/main" id="{15107B8F-9C3A-4A9E-999A-BA8D18604167}"/>
                </a:ext>
              </a:extLst>
            </p:cNvPr>
            <p:cNvSpPr>
              <a:spLocks noChangeArrowheads="1"/>
            </p:cNvSpPr>
            <p:nvPr/>
          </p:nvSpPr>
          <p:spPr bwMode="auto">
            <a:xfrm>
              <a:off x="963" y="417"/>
              <a:ext cx="22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a:t>主</a:t>
              </a:r>
            </a:p>
          </p:txBody>
        </p:sp>
        <p:sp>
          <p:nvSpPr>
            <p:cNvPr id="7211" name="矩形 7211">
              <a:extLst>
                <a:ext uri="{FF2B5EF4-FFF2-40B4-BE49-F238E27FC236}">
                  <a16:creationId xmlns:a16="http://schemas.microsoft.com/office/drawing/2014/main" id="{4E972AF4-AB5E-40F6-8806-4155DE99FBFC}"/>
                </a:ext>
              </a:extLst>
            </p:cNvPr>
            <p:cNvSpPr>
              <a:spLocks noChangeArrowheads="1"/>
            </p:cNvSpPr>
            <p:nvPr/>
          </p:nvSpPr>
          <p:spPr bwMode="auto">
            <a:xfrm>
              <a:off x="1798" y="0"/>
              <a:ext cx="477" cy="744"/>
            </a:xfrm>
            <a:prstGeom prst="rect">
              <a:avLst/>
            </a:prstGeom>
            <a:solidFill>
              <a:schemeClr val="accent1"/>
            </a:solidFill>
            <a:ln w="9525">
              <a:solidFill>
                <a:schemeClr val="tx1"/>
              </a:solidFill>
              <a:miter lim="800000"/>
              <a:headEnd/>
              <a:tailEnd/>
            </a:ln>
          </p:spPr>
          <p:txBody>
            <a:bodyPr wrap="none" anchor="ctr"/>
            <a:lstStyle/>
            <a:p>
              <a:endParaRPr lang="zh-CN" altLang="en-US"/>
            </a:p>
            <a:p>
              <a:endParaRPr lang="zh-CN" altLang="en-US"/>
            </a:p>
            <a:p>
              <a:endParaRPr lang="zh-CN" altLang="en-US"/>
            </a:p>
          </p:txBody>
        </p:sp>
        <p:sp>
          <p:nvSpPr>
            <p:cNvPr id="7212" name="矩形 7212">
              <a:extLst>
                <a:ext uri="{FF2B5EF4-FFF2-40B4-BE49-F238E27FC236}">
                  <a16:creationId xmlns:a16="http://schemas.microsoft.com/office/drawing/2014/main" id="{2F8B5C8C-BED1-49F1-A169-706DE72AA7BF}"/>
                </a:ext>
              </a:extLst>
            </p:cNvPr>
            <p:cNvSpPr>
              <a:spLocks noChangeArrowheads="1"/>
            </p:cNvSpPr>
            <p:nvPr/>
          </p:nvSpPr>
          <p:spPr bwMode="auto">
            <a:xfrm>
              <a:off x="1769" y="30"/>
              <a:ext cx="5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t>8259A</a:t>
              </a:r>
            </a:p>
          </p:txBody>
        </p:sp>
        <p:sp>
          <p:nvSpPr>
            <p:cNvPr id="7213" name="直接连接符 7213">
              <a:extLst>
                <a:ext uri="{FF2B5EF4-FFF2-40B4-BE49-F238E27FC236}">
                  <a16:creationId xmlns:a16="http://schemas.microsoft.com/office/drawing/2014/main" id="{E47028F3-79B2-4320-84EF-2D29EADE7B25}"/>
                </a:ext>
              </a:extLst>
            </p:cNvPr>
            <p:cNvSpPr>
              <a:spLocks noChangeShapeType="1"/>
            </p:cNvSpPr>
            <p:nvPr/>
          </p:nvSpPr>
          <p:spPr bwMode="auto">
            <a:xfrm flipH="1">
              <a:off x="2271" y="148"/>
              <a:ext cx="36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4" name="矩形 7214">
              <a:extLst>
                <a:ext uri="{FF2B5EF4-FFF2-40B4-BE49-F238E27FC236}">
                  <a16:creationId xmlns:a16="http://schemas.microsoft.com/office/drawing/2014/main" id="{2336101F-D7DB-45DE-8897-BBAB775567CE}"/>
                </a:ext>
              </a:extLst>
            </p:cNvPr>
            <p:cNvSpPr>
              <a:spLocks noChangeArrowheads="1"/>
            </p:cNvSpPr>
            <p:nvPr/>
          </p:nvSpPr>
          <p:spPr bwMode="auto">
            <a:xfrm>
              <a:off x="2689" y="88"/>
              <a:ext cx="194"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0</a:t>
              </a:r>
            </a:p>
          </p:txBody>
        </p:sp>
        <p:sp>
          <p:nvSpPr>
            <p:cNvPr id="7215" name="矩形 7215">
              <a:extLst>
                <a:ext uri="{FF2B5EF4-FFF2-40B4-BE49-F238E27FC236}">
                  <a16:creationId xmlns:a16="http://schemas.microsoft.com/office/drawing/2014/main" id="{B79EBEE4-7DD7-4549-A87B-4F84EFEA5395}"/>
                </a:ext>
              </a:extLst>
            </p:cNvPr>
            <p:cNvSpPr>
              <a:spLocks noChangeArrowheads="1"/>
            </p:cNvSpPr>
            <p:nvPr/>
          </p:nvSpPr>
          <p:spPr bwMode="auto">
            <a:xfrm>
              <a:off x="1937" y="238"/>
              <a:ext cx="223"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a:t>从</a:t>
              </a:r>
            </a:p>
          </p:txBody>
        </p:sp>
        <p:sp>
          <p:nvSpPr>
            <p:cNvPr id="7216" name="矩形 7216">
              <a:extLst>
                <a:ext uri="{FF2B5EF4-FFF2-40B4-BE49-F238E27FC236}">
                  <a16:creationId xmlns:a16="http://schemas.microsoft.com/office/drawing/2014/main" id="{DEC8691D-771F-43A7-B275-5D66A2DF73F1}"/>
                </a:ext>
              </a:extLst>
            </p:cNvPr>
            <p:cNvSpPr>
              <a:spLocks noChangeArrowheads="1"/>
            </p:cNvSpPr>
            <p:nvPr/>
          </p:nvSpPr>
          <p:spPr bwMode="auto">
            <a:xfrm>
              <a:off x="2383" y="148"/>
              <a:ext cx="222"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a:t>.</a:t>
              </a:r>
            </a:p>
            <a:p>
              <a:pPr algn="ctr"/>
              <a:r>
                <a:rPr lang="en-US" altLang="zh-CN" sz="2000"/>
                <a:t>.</a:t>
              </a:r>
            </a:p>
            <a:p>
              <a:pPr algn="ctr"/>
              <a:r>
                <a:rPr lang="en-US" altLang="zh-CN" sz="2000"/>
                <a:t>.</a:t>
              </a:r>
            </a:p>
            <a:p>
              <a:pPr algn="ctr"/>
              <a:endParaRPr lang="zh-CN" altLang="en-US"/>
            </a:p>
          </p:txBody>
        </p:sp>
        <p:sp>
          <p:nvSpPr>
            <p:cNvPr id="7217" name="直接连接符 7217">
              <a:extLst>
                <a:ext uri="{FF2B5EF4-FFF2-40B4-BE49-F238E27FC236}">
                  <a16:creationId xmlns:a16="http://schemas.microsoft.com/office/drawing/2014/main" id="{2F2EF185-4BDF-45A5-A96A-E0C4C7DE6317}"/>
                </a:ext>
              </a:extLst>
            </p:cNvPr>
            <p:cNvSpPr>
              <a:spLocks noChangeShapeType="1"/>
            </p:cNvSpPr>
            <p:nvPr/>
          </p:nvSpPr>
          <p:spPr bwMode="auto">
            <a:xfrm flipH="1">
              <a:off x="2271" y="684"/>
              <a:ext cx="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8" name="矩形 7218">
              <a:extLst>
                <a:ext uri="{FF2B5EF4-FFF2-40B4-BE49-F238E27FC236}">
                  <a16:creationId xmlns:a16="http://schemas.microsoft.com/office/drawing/2014/main" id="{3D64E95B-0A30-4550-A582-51766635AB81}"/>
                </a:ext>
              </a:extLst>
            </p:cNvPr>
            <p:cNvSpPr>
              <a:spLocks noChangeArrowheads="1"/>
            </p:cNvSpPr>
            <p:nvPr/>
          </p:nvSpPr>
          <p:spPr bwMode="auto">
            <a:xfrm>
              <a:off x="2688" y="566"/>
              <a:ext cx="27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7</a:t>
              </a:r>
            </a:p>
          </p:txBody>
        </p:sp>
        <p:sp>
          <p:nvSpPr>
            <p:cNvPr id="7219" name="矩形 7219">
              <a:extLst>
                <a:ext uri="{FF2B5EF4-FFF2-40B4-BE49-F238E27FC236}">
                  <a16:creationId xmlns:a16="http://schemas.microsoft.com/office/drawing/2014/main" id="{5AA20DC1-A208-4D2C-847A-0FBE5F7EC9D9}"/>
                </a:ext>
              </a:extLst>
            </p:cNvPr>
            <p:cNvSpPr>
              <a:spLocks noChangeArrowheads="1"/>
            </p:cNvSpPr>
            <p:nvPr/>
          </p:nvSpPr>
          <p:spPr bwMode="auto">
            <a:xfrm>
              <a:off x="1826" y="923"/>
              <a:ext cx="477" cy="744"/>
            </a:xfrm>
            <a:prstGeom prst="rect">
              <a:avLst/>
            </a:prstGeom>
            <a:solidFill>
              <a:schemeClr val="accent1"/>
            </a:solidFill>
            <a:ln w="9525">
              <a:solidFill>
                <a:schemeClr val="tx1"/>
              </a:solidFill>
              <a:miter lim="800000"/>
              <a:headEnd/>
              <a:tailEnd/>
            </a:ln>
          </p:spPr>
          <p:txBody>
            <a:bodyPr wrap="none" anchor="ctr"/>
            <a:lstStyle/>
            <a:p>
              <a:endParaRPr lang="zh-CN" altLang="en-US"/>
            </a:p>
            <a:p>
              <a:endParaRPr lang="zh-CN" altLang="en-US"/>
            </a:p>
            <a:p>
              <a:endParaRPr lang="zh-CN" altLang="en-US"/>
            </a:p>
          </p:txBody>
        </p:sp>
        <p:sp>
          <p:nvSpPr>
            <p:cNvPr id="7220" name="矩形 7220">
              <a:extLst>
                <a:ext uri="{FF2B5EF4-FFF2-40B4-BE49-F238E27FC236}">
                  <a16:creationId xmlns:a16="http://schemas.microsoft.com/office/drawing/2014/main" id="{248A3DA5-FF83-40A8-AF64-A519DB6787FE}"/>
                </a:ext>
              </a:extLst>
            </p:cNvPr>
            <p:cNvSpPr>
              <a:spLocks noChangeArrowheads="1"/>
            </p:cNvSpPr>
            <p:nvPr/>
          </p:nvSpPr>
          <p:spPr bwMode="auto">
            <a:xfrm>
              <a:off x="1769" y="952"/>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a:t> </a:t>
              </a:r>
              <a:r>
                <a:rPr lang="en-US" altLang="zh-CN"/>
                <a:t>8259A</a:t>
              </a:r>
            </a:p>
          </p:txBody>
        </p:sp>
        <p:sp>
          <p:nvSpPr>
            <p:cNvPr id="7221" name="直接连接符 7221">
              <a:extLst>
                <a:ext uri="{FF2B5EF4-FFF2-40B4-BE49-F238E27FC236}">
                  <a16:creationId xmlns:a16="http://schemas.microsoft.com/office/drawing/2014/main" id="{4D0FA597-9490-4FBE-BFE6-336EC72A716C}"/>
                </a:ext>
              </a:extLst>
            </p:cNvPr>
            <p:cNvSpPr>
              <a:spLocks noChangeShapeType="1"/>
            </p:cNvSpPr>
            <p:nvPr/>
          </p:nvSpPr>
          <p:spPr bwMode="auto">
            <a:xfrm flipH="1">
              <a:off x="2299" y="1071"/>
              <a:ext cx="36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22" name="矩形 7222">
              <a:extLst>
                <a:ext uri="{FF2B5EF4-FFF2-40B4-BE49-F238E27FC236}">
                  <a16:creationId xmlns:a16="http://schemas.microsoft.com/office/drawing/2014/main" id="{9041F709-C71A-4DC9-B06B-8C7663C21E42}"/>
                </a:ext>
              </a:extLst>
            </p:cNvPr>
            <p:cNvSpPr>
              <a:spLocks noChangeArrowheads="1"/>
            </p:cNvSpPr>
            <p:nvPr/>
          </p:nvSpPr>
          <p:spPr bwMode="auto">
            <a:xfrm>
              <a:off x="2716" y="1011"/>
              <a:ext cx="19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0</a:t>
              </a:r>
            </a:p>
          </p:txBody>
        </p:sp>
        <p:sp>
          <p:nvSpPr>
            <p:cNvPr id="7223" name="矩形 7223">
              <a:extLst>
                <a:ext uri="{FF2B5EF4-FFF2-40B4-BE49-F238E27FC236}">
                  <a16:creationId xmlns:a16="http://schemas.microsoft.com/office/drawing/2014/main" id="{4161D1E0-0E16-452E-8D23-FE890DACD278}"/>
                </a:ext>
              </a:extLst>
            </p:cNvPr>
            <p:cNvSpPr>
              <a:spLocks noChangeArrowheads="1"/>
            </p:cNvSpPr>
            <p:nvPr/>
          </p:nvSpPr>
          <p:spPr bwMode="auto">
            <a:xfrm>
              <a:off x="1965" y="1160"/>
              <a:ext cx="22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a:t>从</a:t>
              </a:r>
            </a:p>
          </p:txBody>
        </p:sp>
        <p:sp>
          <p:nvSpPr>
            <p:cNvPr id="7224" name="矩形 7224">
              <a:extLst>
                <a:ext uri="{FF2B5EF4-FFF2-40B4-BE49-F238E27FC236}">
                  <a16:creationId xmlns:a16="http://schemas.microsoft.com/office/drawing/2014/main" id="{8A7A8FA5-24AC-4EF8-AFF1-5E770F7306E4}"/>
                </a:ext>
              </a:extLst>
            </p:cNvPr>
            <p:cNvSpPr>
              <a:spLocks noChangeArrowheads="1"/>
            </p:cNvSpPr>
            <p:nvPr/>
          </p:nvSpPr>
          <p:spPr bwMode="auto">
            <a:xfrm>
              <a:off x="2410" y="1071"/>
              <a:ext cx="222"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a:t>.</a:t>
              </a:r>
            </a:p>
            <a:p>
              <a:pPr algn="ctr"/>
              <a:r>
                <a:rPr lang="en-US" altLang="zh-CN" sz="2000"/>
                <a:t>.</a:t>
              </a:r>
            </a:p>
            <a:p>
              <a:pPr algn="ctr"/>
              <a:r>
                <a:rPr lang="en-US" altLang="zh-CN" sz="2000"/>
                <a:t>.</a:t>
              </a:r>
            </a:p>
            <a:p>
              <a:pPr algn="ctr"/>
              <a:endParaRPr lang="zh-CN" altLang="en-US"/>
            </a:p>
          </p:txBody>
        </p:sp>
        <p:sp>
          <p:nvSpPr>
            <p:cNvPr id="7225" name="直接连接符 7225">
              <a:extLst>
                <a:ext uri="{FF2B5EF4-FFF2-40B4-BE49-F238E27FC236}">
                  <a16:creationId xmlns:a16="http://schemas.microsoft.com/office/drawing/2014/main" id="{00113FEA-53A2-490C-BDEE-9F4A5D5D960C}"/>
                </a:ext>
              </a:extLst>
            </p:cNvPr>
            <p:cNvSpPr>
              <a:spLocks noChangeShapeType="1"/>
            </p:cNvSpPr>
            <p:nvPr/>
          </p:nvSpPr>
          <p:spPr bwMode="auto">
            <a:xfrm flipH="1">
              <a:off x="2299" y="1608"/>
              <a:ext cx="36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26" name="矩形 7226">
              <a:extLst>
                <a:ext uri="{FF2B5EF4-FFF2-40B4-BE49-F238E27FC236}">
                  <a16:creationId xmlns:a16="http://schemas.microsoft.com/office/drawing/2014/main" id="{BA690E75-AC78-4A68-9762-C537CF7B7A3F}"/>
                </a:ext>
              </a:extLst>
            </p:cNvPr>
            <p:cNvSpPr>
              <a:spLocks noChangeArrowheads="1"/>
            </p:cNvSpPr>
            <p:nvPr/>
          </p:nvSpPr>
          <p:spPr bwMode="auto">
            <a:xfrm>
              <a:off x="2716" y="1488"/>
              <a:ext cx="27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a:t>IR</a:t>
              </a:r>
              <a:r>
                <a:rPr lang="en-US" altLang="zh-CN" baseline="-25000"/>
                <a:t>7</a:t>
              </a:r>
            </a:p>
          </p:txBody>
        </p:sp>
        <p:sp>
          <p:nvSpPr>
            <p:cNvPr id="7227" name="直接连接符 7227">
              <a:extLst>
                <a:ext uri="{FF2B5EF4-FFF2-40B4-BE49-F238E27FC236}">
                  <a16:creationId xmlns:a16="http://schemas.microsoft.com/office/drawing/2014/main" id="{19160A03-20F8-45A3-AA9D-0355A84BED87}"/>
                </a:ext>
              </a:extLst>
            </p:cNvPr>
            <p:cNvSpPr>
              <a:spLocks noChangeShapeType="1"/>
            </p:cNvSpPr>
            <p:nvPr/>
          </p:nvSpPr>
          <p:spPr bwMode="auto">
            <a:xfrm flipH="1">
              <a:off x="1297" y="1310"/>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228" name="组合 7228">
              <a:extLst>
                <a:ext uri="{FF2B5EF4-FFF2-40B4-BE49-F238E27FC236}">
                  <a16:creationId xmlns:a16="http://schemas.microsoft.com/office/drawing/2014/main" id="{CE20062B-A19E-4237-93C6-AA17CAB16A83}"/>
                </a:ext>
              </a:extLst>
            </p:cNvPr>
            <p:cNvGrpSpPr>
              <a:grpSpLocks/>
            </p:cNvGrpSpPr>
            <p:nvPr/>
          </p:nvGrpSpPr>
          <p:grpSpPr bwMode="auto">
            <a:xfrm>
              <a:off x="91" y="861"/>
              <a:ext cx="454" cy="231"/>
              <a:chOff x="0" y="0"/>
              <a:chExt cx="454" cy="231"/>
            </a:xfrm>
          </p:grpSpPr>
          <p:sp>
            <p:nvSpPr>
              <p:cNvPr id="7229" name="直接连接符 7229">
                <a:extLst>
                  <a:ext uri="{FF2B5EF4-FFF2-40B4-BE49-F238E27FC236}">
                    <a16:creationId xmlns:a16="http://schemas.microsoft.com/office/drawing/2014/main" id="{1CA6635B-4391-4C99-9BD7-59B60C7CBBFE}"/>
                  </a:ext>
                </a:extLst>
              </p:cNvPr>
              <p:cNvSpPr>
                <a:spLocks noChangeShapeType="1"/>
              </p:cNvSpPr>
              <p:nvPr/>
            </p:nvSpPr>
            <p:spPr bwMode="auto">
              <a:xfrm>
                <a:off x="90" y="0"/>
                <a:ext cx="2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0" name="文本框 7230">
                <a:extLst>
                  <a:ext uri="{FF2B5EF4-FFF2-40B4-BE49-F238E27FC236}">
                    <a16:creationId xmlns:a16="http://schemas.microsoft.com/office/drawing/2014/main" id="{28D2658F-0EEE-4F99-B0E0-291016C901BF}"/>
                  </a:ext>
                </a:extLst>
              </p:cNvPr>
              <p:cNvSpPr txBox="1">
                <a:spLocks noChangeArrowheads="1"/>
              </p:cNvSpPr>
              <p:nvPr/>
            </p:nvSpPr>
            <p:spPr bwMode="auto">
              <a:xfrm>
                <a:off x="0" y="0"/>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INTA</a:t>
                </a:r>
              </a:p>
            </p:txBody>
          </p:sp>
        </p:grpSp>
        <p:sp>
          <p:nvSpPr>
            <p:cNvPr id="7231" name="文本框 7231">
              <a:extLst>
                <a:ext uri="{FF2B5EF4-FFF2-40B4-BE49-F238E27FC236}">
                  <a16:creationId xmlns:a16="http://schemas.microsoft.com/office/drawing/2014/main" id="{9CCD1686-839E-458F-BE17-418D054F3EAC}"/>
                </a:ext>
              </a:extLst>
            </p:cNvPr>
            <p:cNvSpPr txBox="1">
              <a:spLocks noChangeArrowheads="1"/>
            </p:cNvSpPr>
            <p:nvPr/>
          </p:nvSpPr>
          <p:spPr bwMode="auto">
            <a:xfrm>
              <a:off x="90" y="544"/>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INTR</a:t>
              </a:r>
            </a:p>
          </p:txBody>
        </p:sp>
      </p:grpSp>
      <p:sp>
        <p:nvSpPr>
          <p:cNvPr id="7232" name="灯片编号占位符 1">
            <a:extLst>
              <a:ext uri="{FF2B5EF4-FFF2-40B4-BE49-F238E27FC236}">
                <a16:creationId xmlns:a16="http://schemas.microsoft.com/office/drawing/2014/main" id="{4124DD07-D70F-48B0-958F-659B5272559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5E7E8A1A-403E-4360-A652-1C99085AC042}" type="slidenum">
              <a:rPr lang="zh-CN" altLang="en-US" smtClean="0"/>
              <a:pPr eaLnBrk="0" hangingPunct="0"/>
              <a:t>4</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slide(fromLeft)">
                                      <p:cBhvr>
                                        <p:cTn id="7" dur="500"/>
                                        <p:tgtEl>
                                          <p:spTgt spid="7170"/>
                                        </p:tgtEl>
                                      </p:cBhvr>
                                    </p:animEffect>
                                  </p:childTnLst>
                                </p:cTn>
                              </p:par>
                            </p:childTnLst>
                          </p:cTn>
                        </p:par>
                        <p:par>
                          <p:cTn id="8" fill="hold" nodeType="afterGroup">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171"/>
                                        </p:tgtEl>
                                        <p:attrNameLst>
                                          <p:attrName>style.visibility</p:attrName>
                                        </p:attrNameLst>
                                      </p:cBhvr>
                                      <p:to>
                                        <p:strVal val="visible"/>
                                      </p:to>
                                    </p:set>
                                    <p:animEffect transition="in" filter="barn(outVertical)">
                                      <p:cBhvr>
                                        <p:cTn id="11"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17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0" name="矩形标注 8279">
            <a:extLst>
              <a:ext uri="{FF2B5EF4-FFF2-40B4-BE49-F238E27FC236}">
                <a16:creationId xmlns:a16="http://schemas.microsoft.com/office/drawing/2014/main" id="{3EC7400E-6399-4537-B2CB-9CF7EC38B03D}"/>
              </a:ext>
            </a:extLst>
          </p:cNvPr>
          <p:cNvSpPr>
            <a:spLocks noChangeArrowheads="1"/>
          </p:cNvSpPr>
          <p:nvPr/>
        </p:nvSpPr>
        <p:spPr bwMode="auto">
          <a:xfrm>
            <a:off x="755650" y="5229225"/>
            <a:ext cx="7920038" cy="1295400"/>
          </a:xfrm>
          <a:prstGeom prst="wedgeRectCallout">
            <a:avLst>
              <a:gd name="adj1" fmla="val 8269"/>
              <a:gd name="adj2" fmla="val -108333"/>
            </a:avLst>
          </a:prstGeom>
          <a:solidFill>
            <a:schemeClr val="bg1"/>
          </a:solidFill>
          <a:ln w="25400">
            <a:solidFill>
              <a:schemeClr val="tx1"/>
            </a:solidFill>
            <a:miter lim="800000"/>
            <a:headEnd/>
            <a:tailEnd/>
          </a:ln>
        </p:spPr>
        <p:txBody>
          <a:bodyPr tIns="0" bIns="0"/>
          <a:lstStyle/>
          <a:p>
            <a:r>
              <a:rPr lang="zh-CN" altLang="en-US" sz="2000" b="1" dirty="0">
                <a:solidFill>
                  <a:schemeClr val="folHlink"/>
                </a:solidFill>
                <a:latin typeface="楷体_GB2312" pitchFamily="1" charset="-122"/>
                <a:ea typeface="楷体_GB2312" pitchFamily="1" charset="-122"/>
              </a:rPr>
              <a:t>中断服务寄存器</a:t>
            </a:r>
            <a:r>
              <a:rPr lang="en-US" altLang="zh-CN" sz="2000" b="1" dirty="0">
                <a:solidFill>
                  <a:schemeClr val="folHlink"/>
                </a:solidFill>
                <a:latin typeface="楷体_GB2312" pitchFamily="1" charset="-122"/>
                <a:ea typeface="楷体_GB2312" pitchFamily="1" charset="-122"/>
              </a:rPr>
              <a:t>ISR</a:t>
            </a:r>
            <a:r>
              <a:rPr lang="zh-CN" altLang="en-US" sz="2000" b="1" dirty="0">
                <a:solidFill>
                  <a:schemeClr val="folHlink"/>
                </a:solidFill>
                <a:latin typeface="楷体_GB2312" pitchFamily="1" charset="-122"/>
                <a:ea typeface="楷体_GB2312" pitchFamily="1" charset="-122"/>
              </a:rPr>
              <a:t>（</a:t>
            </a:r>
            <a:r>
              <a:rPr lang="en-US" altLang="zh-CN" sz="2000" b="1" dirty="0">
                <a:solidFill>
                  <a:schemeClr val="folHlink"/>
                </a:solidFill>
                <a:latin typeface="楷体_GB2312" pitchFamily="1" charset="-122"/>
                <a:ea typeface="楷体_GB2312" pitchFamily="1" charset="-122"/>
              </a:rPr>
              <a:t>8</a:t>
            </a:r>
            <a:r>
              <a:rPr lang="zh-CN" altLang="en-US" sz="2000" b="1" dirty="0">
                <a:solidFill>
                  <a:schemeClr val="folHlink"/>
                </a:solidFill>
                <a:latin typeface="楷体_GB2312" pitchFamily="1" charset="-122"/>
                <a:ea typeface="楷体_GB2312" pitchFamily="1" charset="-122"/>
              </a:rPr>
              <a:t>位）</a:t>
            </a:r>
            <a:r>
              <a:rPr lang="en-US" altLang="zh-CN" sz="2000" b="1" dirty="0">
                <a:solidFill>
                  <a:schemeClr val="folHlink"/>
                </a:solidFill>
                <a:latin typeface="楷体_GB2312" pitchFamily="1" charset="-122"/>
                <a:ea typeface="楷体_GB2312" pitchFamily="1" charset="-122"/>
              </a:rPr>
              <a:t>:</a:t>
            </a:r>
            <a:r>
              <a:rPr lang="zh-CN" altLang="en-US" sz="2000" b="1" dirty="0">
                <a:solidFill>
                  <a:schemeClr val="folHlink"/>
                </a:solidFill>
                <a:latin typeface="楷体_GB2312" pitchFamily="1" charset="-122"/>
                <a:ea typeface="楷体_GB2312" pitchFamily="1" charset="-122"/>
              </a:rPr>
              <a:t>记录所有</a:t>
            </a:r>
            <a:r>
              <a:rPr lang="zh-CN" altLang="en-US" sz="2000" b="1" dirty="0">
                <a:solidFill>
                  <a:srgbClr val="DEA900"/>
                </a:solidFill>
                <a:latin typeface="楷体_GB2312" pitchFamily="1" charset="-122"/>
                <a:ea typeface="楷体_GB2312" pitchFamily="1" charset="-122"/>
              </a:rPr>
              <a:t>正在被服务的中断源</a:t>
            </a:r>
            <a:r>
              <a:rPr lang="zh-CN" altLang="en-US" sz="2000" b="1" dirty="0">
                <a:solidFill>
                  <a:schemeClr val="folHlink"/>
                </a:solidFill>
                <a:latin typeface="楷体_GB2312" pitchFamily="1" charset="-122"/>
                <a:ea typeface="楷体_GB2312" pitchFamily="1" charset="-122"/>
              </a:rPr>
              <a:t>，即若某个中断请求</a:t>
            </a:r>
            <a:r>
              <a:rPr lang="en-US" altLang="zh-CN" sz="2000" b="1" dirty="0" err="1">
                <a:solidFill>
                  <a:schemeClr val="folHlink"/>
                </a:solidFill>
                <a:latin typeface="楷体_GB2312" pitchFamily="1" charset="-122"/>
                <a:ea typeface="楷体_GB2312" pitchFamily="1" charset="-122"/>
              </a:rPr>
              <a:t>IRi</a:t>
            </a:r>
            <a:r>
              <a:rPr lang="zh-CN" altLang="en-US" sz="2000" b="1" dirty="0">
                <a:solidFill>
                  <a:schemeClr val="folHlink"/>
                </a:solidFill>
                <a:latin typeface="楷体_GB2312" pitchFamily="1" charset="-122"/>
                <a:ea typeface="楷体_GB2312" pitchFamily="1" charset="-122"/>
              </a:rPr>
              <a:t>被响应，</a:t>
            </a:r>
            <a:r>
              <a:rPr lang="en-US" altLang="zh-CN" sz="2000" b="1" dirty="0">
                <a:solidFill>
                  <a:schemeClr val="folHlink"/>
                </a:solidFill>
                <a:latin typeface="楷体_GB2312" pitchFamily="1" charset="-122"/>
                <a:ea typeface="楷体_GB2312" pitchFamily="1" charset="-122"/>
              </a:rPr>
              <a:t>CPU</a:t>
            </a:r>
            <a:r>
              <a:rPr lang="zh-CN" altLang="en-US" sz="2000" b="1" dirty="0">
                <a:solidFill>
                  <a:schemeClr val="folHlink"/>
                </a:solidFill>
                <a:latin typeface="楷体_GB2312" pitchFamily="1" charset="-122"/>
                <a:ea typeface="楷体_GB2312" pitchFamily="1" charset="-122"/>
              </a:rPr>
              <a:t>正在执行它的中断服务程序，则</a:t>
            </a:r>
            <a:r>
              <a:rPr lang="en-US" altLang="zh-CN" sz="2000" b="1" dirty="0">
                <a:solidFill>
                  <a:schemeClr val="folHlink"/>
                </a:solidFill>
                <a:latin typeface="楷体_GB2312" pitchFamily="1" charset="-122"/>
                <a:ea typeface="楷体_GB2312" pitchFamily="1" charset="-122"/>
              </a:rPr>
              <a:t>ISR</a:t>
            </a:r>
            <a:r>
              <a:rPr lang="zh-CN" altLang="en-US" sz="2000" b="1" dirty="0">
                <a:solidFill>
                  <a:schemeClr val="folHlink"/>
                </a:solidFill>
                <a:latin typeface="楷体_GB2312" pitchFamily="1" charset="-122"/>
                <a:ea typeface="楷体_GB2312" pitchFamily="1" charset="-122"/>
              </a:rPr>
              <a:t>的对应位</a:t>
            </a:r>
            <a:r>
              <a:rPr lang="en-US" altLang="zh-CN" sz="2000" b="1" dirty="0" err="1">
                <a:solidFill>
                  <a:schemeClr val="folHlink"/>
                </a:solidFill>
                <a:latin typeface="楷体_GB2312" pitchFamily="1" charset="-122"/>
                <a:ea typeface="楷体_GB2312" pitchFamily="1" charset="-122"/>
              </a:rPr>
              <a:t>ISRi</a:t>
            </a:r>
            <a:r>
              <a:rPr lang="zh-CN" altLang="en-US" sz="2000" b="1" dirty="0">
                <a:solidFill>
                  <a:schemeClr val="folHlink"/>
                </a:solidFill>
                <a:latin typeface="楷体_GB2312" pitchFamily="1" charset="-122"/>
                <a:ea typeface="楷体_GB2312" pitchFamily="1" charset="-122"/>
              </a:rPr>
              <a:t>也为</a:t>
            </a:r>
            <a:r>
              <a:rPr lang="en-US" altLang="zh-CN" sz="2000" b="1" dirty="0">
                <a:solidFill>
                  <a:schemeClr val="folHlink"/>
                </a:solidFill>
                <a:latin typeface="楷体_GB2312" pitchFamily="1" charset="-122"/>
                <a:ea typeface="楷体_GB2312" pitchFamily="1" charset="-122"/>
              </a:rPr>
              <a:t>1</a:t>
            </a:r>
            <a:r>
              <a:rPr lang="zh-CN" altLang="en-US" sz="2000" b="1" dirty="0">
                <a:solidFill>
                  <a:schemeClr val="folHlink"/>
                </a:solidFill>
                <a:latin typeface="楷体_GB2312" pitchFamily="1" charset="-122"/>
                <a:ea typeface="楷体_GB2312" pitchFamily="1" charset="-122"/>
              </a:rPr>
              <a:t>，并将保持到该中断请求被处理完毕后，该位复位为</a:t>
            </a:r>
            <a:r>
              <a:rPr lang="en-US" altLang="zh-CN" sz="2000" b="1" dirty="0">
                <a:solidFill>
                  <a:schemeClr val="folHlink"/>
                </a:solidFill>
                <a:latin typeface="楷体_GB2312" pitchFamily="1" charset="-122"/>
                <a:ea typeface="楷体_GB2312" pitchFamily="1" charset="-122"/>
              </a:rPr>
              <a:t>0</a:t>
            </a:r>
            <a:r>
              <a:rPr lang="zh-CN" altLang="en-US" sz="2000" b="1" dirty="0">
                <a:solidFill>
                  <a:schemeClr val="bg1"/>
                </a:solidFill>
                <a:latin typeface="楷体_GB2312" pitchFamily="1" charset="-122"/>
                <a:ea typeface="楷体_GB2312" pitchFamily="1" charset="-122"/>
              </a:rPr>
              <a:t>。（</a:t>
            </a:r>
            <a:r>
              <a:rPr lang="zh-CN" altLang="en-US" sz="2000" b="1" dirty="0">
                <a:solidFill>
                  <a:srgbClr val="FF0000"/>
                </a:solidFill>
                <a:latin typeface="楷体_GB2312" pitchFamily="1" charset="-122"/>
                <a:ea typeface="楷体_GB2312" pitchFamily="1" charset="-122"/>
              </a:rPr>
              <a:t>思考：中断嵌套时会怎么样？</a:t>
            </a:r>
            <a:r>
              <a:rPr lang="zh-CN" altLang="en-US" sz="2000" b="1" dirty="0">
                <a:solidFill>
                  <a:schemeClr val="bg1"/>
                </a:solidFill>
                <a:latin typeface="楷体_GB2312" pitchFamily="1" charset="-122"/>
                <a:ea typeface="楷体_GB2312" pitchFamily="1" charset="-122"/>
              </a:rPr>
              <a:t>）</a:t>
            </a:r>
          </a:p>
        </p:txBody>
      </p:sp>
      <p:sp>
        <p:nvSpPr>
          <p:cNvPr id="8281" name="矩形标注 8280">
            <a:extLst>
              <a:ext uri="{FF2B5EF4-FFF2-40B4-BE49-F238E27FC236}">
                <a16:creationId xmlns:a16="http://schemas.microsoft.com/office/drawing/2014/main" id="{57C04542-D03B-4C95-A2C1-59938B5A4904}"/>
              </a:ext>
            </a:extLst>
          </p:cNvPr>
          <p:cNvSpPr>
            <a:spLocks noChangeArrowheads="1"/>
          </p:cNvSpPr>
          <p:nvPr/>
        </p:nvSpPr>
        <p:spPr bwMode="auto">
          <a:xfrm>
            <a:off x="611188" y="5373688"/>
            <a:ext cx="6553200" cy="1295400"/>
          </a:xfrm>
          <a:prstGeom prst="wedgeRectCallout">
            <a:avLst>
              <a:gd name="adj1" fmla="val 39463"/>
              <a:gd name="adj2" fmla="val -114093"/>
            </a:avLst>
          </a:prstGeom>
          <a:solidFill>
            <a:schemeClr val="bg1"/>
          </a:solidFill>
          <a:ln w="25400">
            <a:solidFill>
              <a:schemeClr val="tx1"/>
            </a:solidFill>
            <a:miter lim="800000"/>
            <a:headEnd/>
            <a:tailEnd/>
          </a:ln>
        </p:spPr>
        <p:txBody>
          <a:bodyPr tIns="0" bIns="0"/>
          <a:lstStyle/>
          <a:p>
            <a:r>
              <a:rPr lang="zh-CN" altLang="en-US" sz="2000" b="1" dirty="0">
                <a:solidFill>
                  <a:schemeClr val="folHlink"/>
                </a:solidFill>
                <a:latin typeface="楷体_GB2312" pitchFamily="1" charset="-122"/>
                <a:ea typeface="楷体_GB2312" pitchFamily="1" charset="-122"/>
              </a:rPr>
              <a:t>优先权电路</a:t>
            </a:r>
            <a:r>
              <a:rPr lang="en-US" altLang="zh-CN" sz="2000" b="1" dirty="0">
                <a:solidFill>
                  <a:schemeClr val="folHlink"/>
                </a:solidFill>
                <a:latin typeface="楷体_GB2312" pitchFamily="1" charset="-122"/>
                <a:ea typeface="楷体_GB2312" pitchFamily="1" charset="-122"/>
              </a:rPr>
              <a:t>PR:</a:t>
            </a:r>
            <a:r>
              <a:rPr lang="zh-CN" altLang="en-US" sz="2000" b="1" dirty="0">
                <a:solidFill>
                  <a:schemeClr val="folHlink"/>
                </a:solidFill>
                <a:latin typeface="楷体_GB2312" pitchFamily="1" charset="-122"/>
                <a:ea typeface="楷体_GB2312" pitchFamily="1" charset="-122"/>
              </a:rPr>
              <a:t>比较、判断保存在</a:t>
            </a:r>
            <a:r>
              <a:rPr lang="en-US" altLang="zh-CN" sz="2000" b="1" dirty="0">
                <a:solidFill>
                  <a:schemeClr val="folHlink"/>
                </a:solidFill>
                <a:latin typeface="楷体_GB2312" pitchFamily="1" charset="-122"/>
                <a:ea typeface="楷体_GB2312" pitchFamily="1" charset="-122"/>
              </a:rPr>
              <a:t>IRR</a:t>
            </a:r>
            <a:r>
              <a:rPr lang="zh-CN" altLang="en-US" sz="2000" b="1" dirty="0">
                <a:solidFill>
                  <a:schemeClr val="folHlink"/>
                </a:solidFill>
                <a:latin typeface="楷体_GB2312" pitchFamily="1" charset="-122"/>
                <a:ea typeface="楷体_GB2312" pitchFamily="1" charset="-122"/>
              </a:rPr>
              <a:t>中的各个中断请求的优先级别，并选出优先权最高的中断请求存储在中断服务寄存器</a:t>
            </a:r>
            <a:r>
              <a:rPr lang="en-US" altLang="zh-CN" sz="2000" b="1" dirty="0">
                <a:solidFill>
                  <a:schemeClr val="folHlink"/>
                </a:solidFill>
                <a:latin typeface="楷体_GB2312" pitchFamily="1" charset="-122"/>
                <a:ea typeface="楷体_GB2312" pitchFamily="1" charset="-122"/>
              </a:rPr>
              <a:t>ISR</a:t>
            </a:r>
            <a:r>
              <a:rPr lang="zh-CN" altLang="en-US" sz="2000" b="1" dirty="0">
                <a:solidFill>
                  <a:schemeClr val="folHlink"/>
                </a:solidFill>
                <a:latin typeface="楷体_GB2312" pitchFamily="1" charset="-122"/>
                <a:ea typeface="楷体_GB2312" pitchFamily="1" charset="-122"/>
              </a:rPr>
              <a:t>中；</a:t>
            </a:r>
            <a:r>
              <a:rPr lang="en-US" altLang="zh-CN" sz="2000" b="1" dirty="0">
                <a:solidFill>
                  <a:schemeClr val="folHlink"/>
                </a:solidFill>
                <a:latin typeface="楷体_GB2312" pitchFamily="1" charset="-122"/>
                <a:ea typeface="楷体_GB2312" pitchFamily="1" charset="-122"/>
              </a:rPr>
              <a:t>PR</a:t>
            </a:r>
            <a:r>
              <a:rPr lang="zh-CN" altLang="en-US" sz="2000" b="1" dirty="0">
                <a:solidFill>
                  <a:schemeClr val="folHlink"/>
                </a:solidFill>
                <a:latin typeface="楷体_GB2312" pitchFamily="1" charset="-122"/>
                <a:ea typeface="楷体_GB2312" pitchFamily="1" charset="-122"/>
              </a:rPr>
              <a:t>还比较、判断</a:t>
            </a:r>
            <a:r>
              <a:rPr lang="en-US" altLang="zh-CN" sz="2000" b="1" dirty="0">
                <a:solidFill>
                  <a:schemeClr val="folHlink"/>
                </a:solidFill>
                <a:latin typeface="楷体_GB2312" pitchFamily="1" charset="-122"/>
                <a:ea typeface="楷体_GB2312" pitchFamily="1" charset="-122"/>
              </a:rPr>
              <a:t>CPU</a:t>
            </a:r>
            <a:r>
              <a:rPr lang="zh-CN" altLang="en-US" sz="2000" b="1" dirty="0">
                <a:solidFill>
                  <a:schemeClr val="folHlink"/>
                </a:solidFill>
                <a:latin typeface="楷体_GB2312" pitchFamily="1" charset="-122"/>
                <a:ea typeface="楷体_GB2312" pitchFamily="1" charset="-122"/>
              </a:rPr>
              <a:t>正在服务的中断级别和新进入</a:t>
            </a:r>
            <a:r>
              <a:rPr lang="en-US" altLang="zh-CN" sz="2000" b="1" dirty="0">
                <a:solidFill>
                  <a:schemeClr val="folHlink"/>
                </a:solidFill>
                <a:latin typeface="楷体_GB2312" pitchFamily="1" charset="-122"/>
                <a:ea typeface="楷体_GB2312" pitchFamily="1" charset="-122"/>
              </a:rPr>
              <a:t>IRR</a:t>
            </a:r>
            <a:r>
              <a:rPr lang="zh-CN" altLang="en-US" sz="2000" b="1" dirty="0">
                <a:solidFill>
                  <a:schemeClr val="folHlink"/>
                </a:solidFill>
                <a:latin typeface="楷体_GB2312" pitchFamily="1" charset="-122"/>
                <a:ea typeface="楷体_GB2312" pitchFamily="1" charset="-122"/>
              </a:rPr>
              <a:t>的级别。</a:t>
            </a:r>
          </a:p>
        </p:txBody>
      </p:sp>
      <p:sp>
        <p:nvSpPr>
          <p:cNvPr id="8282" name="矩形标注 8281">
            <a:extLst>
              <a:ext uri="{FF2B5EF4-FFF2-40B4-BE49-F238E27FC236}">
                <a16:creationId xmlns:a16="http://schemas.microsoft.com/office/drawing/2014/main" id="{549DAFD0-6FA7-404B-8253-288FA1FEE01D}"/>
              </a:ext>
            </a:extLst>
          </p:cNvPr>
          <p:cNvSpPr>
            <a:spLocks noChangeArrowheads="1"/>
          </p:cNvSpPr>
          <p:nvPr/>
        </p:nvSpPr>
        <p:spPr bwMode="auto">
          <a:xfrm>
            <a:off x="0" y="5273675"/>
            <a:ext cx="8208963" cy="1584325"/>
          </a:xfrm>
          <a:prstGeom prst="wedgeRectCallout">
            <a:avLst>
              <a:gd name="adj1" fmla="val 23407"/>
              <a:gd name="adj2" fmla="val -219139"/>
            </a:avLst>
          </a:prstGeom>
          <a:solidFill>
            <a:schemeClr val="bg1"/>
          </a:solidFill>
          <a:ln w="25400">
            <a:solidFill>
              <a:schemeClr val="tx1"/>
            </a:solidFill>
            <a:miter lim="800000"/>
            <a:headEnd/>
            <a:tailEnd/>
          </a:ln>
        </p:spPr>
        <p:txBody>
          <a:bodyPr tIns="0" bIns="0"/>
          <a:lstStyle/>
          <a:p>
            <a:r>
              <a:rPr lang="zh-CN" altLang="en-US" sz="2000" b="1" dirty="0">
                <a:solidFill>
                  <a:srgbClr val="FF0000"/>
                </a:solidFill>
                <a:latin typeface="楷体_GB2312" pitchFamily="1" charset="-122"/>
                <a:ea typeface="楷体_GB2312" pitchFamily="1" charset="-122"/>
              </a:rPr>
              <a:t>控制逻辑</a:t>
            </a:r>
            <a:r>
              <a:rPr lang="en-US" altLang="zh-CN" sz="2000" b="1" dirty="0">
                <a:solidFill>
                  <a:schemeClr val="bg1"/>
                </a:solidFill>
                <a:latin typeface="楷体_GB2312" pitchFamily="1" charset="-122"/>
                <a:ea typeface="楷体_GB2312" pitchFamily="1" charset="-122"/>
              </a:rPr>
              <a:t>:</a:t>
            </a:r>
            <a:r>
              <a:rPr lang="zh-CN" altLang="en-US" sz="2000" b="1" dirty="0">
                <a:solidFill>
                  <a:schemeClr val="folHlink"/>
                </a:solidFill>
                <a:latin typeface="楷体_GB2312" pitchFamily="1" charset="-122"/>
                <a:ea typeface="楷体_GB2312" pitchFamily="1" charset="-122"/>
              </a:rPr>
              <a:t>是</a:t>
            </a:r>
            <a:r>
              <a:rPr lang="en-US" altLang="zh-CN" sz="2000" b="1" dirty="0">
                <a:solidFill>
                  <a:schemeClr val="folHlink"/>
                </a:solidFill>
                <a:latin typeface="楷体_GB2312" pitchFamily="1" charset="-122"/>
                <a:ea typeface="楷体_GB2312" pitchFamily="1" charset="-122"/>
              </a:rPr>
              <a:t>8259A</a:t>
            </a:r>
            <a:r>
              <a:rPr lang="zh-CN" altLang="en-US" sz="2000" b="1" dirty="0">
                <a:solidFill>
                  <a:schemeClr val="folHlink"/>
                </a:solidFill>
                <a:latin typeface="楷体_GB2312" pitchFamily="1" charset="-122"/>
                <a:ea typeface="楷体_GB2312" pitchFamily="1" charset="-122"/>
              </a:rPr>
              <a:t>内部的控制电路，有两组可编程的</a:t>
            </a:r>
            <a:r>
              <a:rPr lang="zh-CN" altLang="en-US" sz="2000" b="1" dirty="0">
                <a:solidFill>
                  <a:srgbClr val="FF0000"/>
                </a:solidFill>
                <a:latin typeface="楷体_GB2312" pitchFamily="1" charset="-122"/>
                <a:ea typeface="楷体_GB2312" pitchFamily="1" charset="-122"/>
              </a:rPr>
              <a:t>命令字寄存器</a:t>
            </a:r>
            <a:r>
              <a:rPr lang="zh-CN" altLang="en-US" sz="2000" b="1" dirty="0">
                <a:solidFill>
                  <a:schemeClr val="bg1"/>
                </a:solidFill>
                <a:latin typeface="楷体_GB2312" pitchFamily="1" charset="-122"/>
                <a:ea typeface="楷体_GB2312" pitchFamily="1" charset="-122"/>
              </a:rPr>
              <a:t>，</a:t>
            </a:r>
            <a:r>
              <a:rPr lang="zh-CN" altLang="en-US" sz="2000" b="1" dirty="0">
                <a:solidFill>
                  <a:schemeClr val="folHlink"/>
                </a:solidFill>
                <a:latin typeface="楷体_GB2312" pitchFamily="1" charset="-122"/>
                <a:ea typeface="楷体_GB2312" pitchFamily="1" charset="-122"/>
              </a:rPr>
              <a:t>它们分别存储初始化命令字</a:t>
            </a:r>
            <a:r>
              <a:rPr lang="en-US" altLang="zh-CN" sz="2000" b="1" dirty="0">
                <a:solidFill>
                  <a:srgbClr val="FF0000"/>
                </a:solidFill>
                <a:latin typeface="楷体_GB2312" pitchFamily="1" charset="-122"/>
                <a:ea typeface="楷体_GB2312" pitchFamily="1" charset="-122"/>
              </a:rPr>
              <a:t>ICW1</a:t>
            </a:r>
            <a:r>
              <a:rPr lang="en-US" altLang="zh-CN" sz="2000" b="1" dirty="0">
                <a:solidFill>
                  <a:srgbClr val="FF0000"/>
                </a:solidFill>
                <a:latin typeface="Tahoma" panose="020B0604030504040204" pitchFamily="34" charset="0"/>
              </a:rPr>
              <a:t>~</a:t>
            </a:r>
            <a:r>
              <a:rPr lang="en-US" altLang="zh-CN" sz="2000" b="1" dirty="0">
                <a:solidFill>
                  <a:srgbClr val="FF0000"/>
                </a:solidFill>
                <a:latin typeface="楷体_GB2312" pitchFamily="1" charset="-122"/>
                <a:ea typeface="楷体_GB2312" pitchFamily="1" charset="-122"/>
              </a:rPr>
              <a:t>ICW4</a:t>
            </a:r>
            <a:r>
              <a:rPr lang="zh-CN" altLang="en-US" sz="2000" b="1" dirty="0">
                <a:solidFill>
                  <a:schemeClr val="folHlink"/>
                </a:solidFill>
                <a:latin typeface="楷体_GB2312" pitchFamily="1" charset="-122"/>
                <a:ea typeface="楷体_GB2312" pitchFamily="1" charset="-122"/>
              </a:rPr>
              <a:t>和操作命令字</a:t>
            </a:r>
            <a:r>
              <a:rPr lang="en-US" altLang="zh-CN" sz="2000" b="1" dirty="0">
                <a:solidFill>
                  <a:srgbClr val="FF0000"/>
                </a:solidFill>
                <a:latin typeface="楷体_GB2312" pitchFamily="1" charset="-122"/>
                <a:ea typeface="楷体_GB2312" pitchFamily="1" charset="-122"/>
              </a:rPr>
              <a:t>OCW1</a:t>
            </a:r>
            <a:r>
              <a:rPr lang="en-US" altLang="zh-CN" sz="2000" b="1" dirty="0">
                <a:solidFill>
                  <a:srgbClr val="FF0000"/>
                </a:solidFill>
                <a:latin typeface="Verdana" panose="020B0604030504040204" pitchFamily="34" charset="0"/>
                <a:ea typeface="楷体_GB2312" pitchFamily="1" charset="-122"/>
              </a:rPr>
              <a:t>~</a:t>
            </a:r>
            <a:r>
              <a:rPr lang="en-US" altLang="zh-CN" sz="2000" b="1" dirty="0">
                <a:solidFill>
                  <a:srgbClr val="FF0000"/>
                </a:solidFill>
                <a:latin typeface="楷体_GB2312" pitchFamily="1" charset="-122"/>
                <a:ea typeface="楷体_GB2312" pitchFamily="1" charset="-122"/>
              </a:rPr>
              <a:t>OCW3</a:t>
            </a:r>
            <a:r>
              <a:rPr lang="zh-CN" altLang="en-US" sz="2000" b="1" dirty="0">
                <a:solidFill>
                  <a:schemeClr val="bg1"/>
                </a:solidFill>
                <a:latin typeface="楷体_GB2312" pitchFamily="1" charset="-122"/>
                <a:ea typeface="楷体_GB2312" pitchFamily="1" charset="-122"/>
              </a:rPr>
              <a:t>。</a:t>
            </a:r>
            <a:r>
              <a:rPr lang="zh-CN" altLang="en-US" sz="2000" b="1" dirty="0">
                <a:solidFill>
                  <a:schemeClr val="folHlink"/>
                </a:solidFill>
                <a:latin typeface="楷体_GB2312" pitchFamily="1" charset="-122"/>
                <a:ea typeface="楷体_GB2312" pitchFamily="1" charset="-122"/>
              </a:rPr>
              <a:t>这些命令字经译码后产生内部控制信号，根据中断请求和中断优先级的判别结果，向</a:t>
            </a:r>
            <a:r>
              <a:rPr lang="en-US" altLang="zh-CN" sz="2000" b="1" dirty="0">
                <a:solidFill>
                  <a:schemeClr val="folHlink"/>
                </a:solidFill>
                <a:latin typeface="楷体_GB2312" pitchFamily="1" charset="-122"/>
                <a:ea typeface="楷体_GB2312" pitchFamily="1" charset="-122"/>
              </a:rPr>
              <a:t>CPU</a:t>
            </a:r>
            <a:r>
              <a:rPr lang="zh-CN" altLang="en-US" sz="2000" b="1" dirty="0">
                <a:solidFill>
                  <a:schemeClr val="folHlink"/>
                </a:solidFill>
                <a:latin typeface="楷体_GB2312" pitchFamily="1" charset="-122"/>
                <a:ea typeface="楷体_GB2312" pitchFamily="1" charset="-122"/>
              </a:rPr>
              <a:t>发出中断请求信号</a:t>
            </a:r>
            <a:r>
              <a:rPr lang="en-US" altLang="zh-CN" sz="2000" b="1" dirty="0">
                <a:solidFill>
                  <a:schemeClr val="folHlink"/>
                </a:solidFill>
                <a:latin typeface="楷体_GB2312" pitchFamily="1" charset="-122"/>
                <a:ea typeface="楷体_GB2312" pitchFamily="1" charset="-122"/>
              </a:rPr>
              <a:t>INT</a:t>
            </a:r>
            <a:r>
              <a:rPr lang="zh-CN" altLang="en-US" sz="2000" b="1" dirty="0">
                <a:solidFill>
                  <a:schemeClr val="folHlink"/>
                </a:solidFill>
                <a:latin typeface="楷体_GB2312" pitchFamily="1" charset="-122"/>
                <a:ea typeface="楷体_GB2312" pitchFamily="1" charset="-122"/>
              </a:rPr>
              <a:t>，并接受来自</a:t>
            </a:r>
            <a:r>
              <a:rPr lang="en-US" altLang="zh-CN" sz="2000" b="1" dirty="0">
                <a:solidFill>
                  <a:schemeClr val="folHlink"/>
                </a:solidFill>
                <a:latin typeface="楷体_GB2312" pitchFamily="1" charset="-122"/>
                <a:ea typeface="楷体_GB2312" pitchFamily="1" charset="-122"/>
              </a:rPr>
              <a:t>CPU</a:t>
            </a:r>
            <a:r>
              <a:rPr lang="zh-CN" altLang="en-US" sz="2000" b="1" dirty="0">
                <a:solidFill>
                  <a:schemeClr val="folHlink"/>
                </a:solidFill>
                <a:latin typeface="楷体_GB2312" pitchFamily="1" charset="-122"/>
                <a:ea typeface="楷体_GB2312" pitchFamily="1" charset="-122"/>
              </a:rPr>
              <a:t>的中断响应信号</a:t>
            </a:r>
            <a:r>
              <a:rPr lang="en-US" altLang="zh-CN" sz="2000" b="1" dirty="0">
                <a:solidFill>
                  <a:schemeClr val="folHlink"/>
                </a:solidFill>
                <a:latin typeface="楷体_GB2312" pitchFamily="1" charset="-122"/>
                <a:ea typeface="楷体_GB2312" pitchFamily="1" charset="-122"/>
              </a:rPr>
              <a:t>INTA</a:t>
            </a:r>
            <a:r>
              <a:rPr lang="zh-CN" altLang="en-US" sz="2000" b="1" dirty="0">
                <a:solidFill>
                  <a:schemeClr val="folHlink"/>
                </a:solidFill>
                <a:latin typeface="楷体_GB2312" pitchFamily="1" charset="-122"/>
                <a:ea typeface="楷体_GB2312" pitchFamily="1" charset="-122"/>
              </a:rPr>
              <a:t>，控制</a:t>
            </a:r>
            <a:r>
              <a:rPr lang="en-US" altLang="zh-CN" sz="2000" b="1" dirty="0">
                <a:solidFill>
                  <a:schemeClr val="folHlink"/>
                </a:solidFill>
                <a:latin typeface="楷体_GB2312" pitchFamily="1" charset="-122"/>
                <a:ea typeface="楷体_GB2312" pitchFamily="1" charset="-122"/>
              </a:rPr>
              <a:t>8259A</a:t>
            </a:r>
            <a:r>
              <a:rPr lang="zh-CN" altLang="en-US" sz="2000" b="1" dirty="0">
                <a:solidFill>
                  <a:schemeClr val="folHlink"/>
                </a:solidFill>
                <a:latin typeface="楷体_GB2312" pitchFamily="1" charset="-122"/>
                <a:ea typeface="楷体_GB2312" pitchFamily="1" charset="-122"/>
              </a:rPr>
              <a:t>进入中断服务。</a:t>
            </a:r>
          </a:p>
        </p:txBody>
      </p:sp>
      <p:grpSp>
        <p:nvGrpSpPr>
          <p:cNvPr id="8193" name="组合 8193">
            <a:extLst>
              <a:ext uri="{FF2B5EF4-FFF2-40B4-BE49-F238E27FC236}">
                <a16:creationId xmlns:a16="http://schemas.microsoft.com/office/drawing/2014/main" id="{88981564-33F9-42A3-B07E-72E01F7C98F0}"/>
              </a:ext>
            </a:extLst>
          </p:cNvPr>
          <p:cNvGrpSpPr>
            <a:grpSpLocks/>
          </p:cNvGrpSpPr>
          <p:nvPr/>
        </p:nvGrpSpPr>
        <p:grpSpPr bwMode="auto">
          <a:xfrm>
            <a:off x="661988" y="1281113"/>
            <a:ext cx="8482012" cy="4872037"/>
            <a:chOff x="0" y="0"/>
            <a:chExt cx="5343" cy="3069"/>
          </a:xfrm>
        </p:grpSpPr>
        <p:grpSp>
          <p:nvGrpSpPr>
            <p:cNvPr id="8194" name="组合 8194">
              <a:extLst>
                <a:ext uri="{FF2B5EF4-FFF2-40B4-BE49-F238E27FC236}">
                  <a16:creationId xmlns:a16="http://schemas.microsoft.com/office/drawing/2014/main" id="{9797EC6B-7521-4A11-A56F-066249866A71}"/>
                </a:ext>
              </a:extLst>
            </p:cNvPr>
            <p:cNvGrpSpPr>
              <a:grpSpLocks/>
            </p:cNvGrpSpPr>
            <p:nvPr/>
          </p:nvGrpSpPr>
          <p:grpSpPr bwMode="auto">
            <a:xfrm>
              <a:off x="4717" y="1053"/>
              <a:ext cx="626" cy="311"/>
              <a:chOff x="0" y="0"/>
              <a:chExt cx="626" cy="311"/>
            </a:xfrm>
          </p:grpSpPr>
          <p:sp>
            <p:nvSpPr>
              <p:cNvPr id="8195" name="直接连接符 8195">
                <a:extLst>
                  <a:ext uri="{FF2B5EF4-FFF2-40B4-BE49-F238E27FC236}">
                    <a16:creationId xmlns:a16="http://schemas.microsoft.com/office/drawing/2014/main" id="{B40D581F-0C2A-47F2-8F39-87665ABB33E9}"/>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 name="文本框 8196">
                <a:extLst>
                  <a:ext uri="{FF2B5EF4-FFF2-40B4-BE49-F238E27FC236}">
                    <a16:creationId xmlns:a16="http://schemas.microsoft.com/office/drawing/2014/main" id="{CD794081-859D-4454-B883-EED95EC55451}"/>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8197" name="组合 8197">
              <a:extLst>
                <a:ext uri="{FF2B5EF4-FFF2-40B4-BE49-F238E27FC236}">
                  <a16:creationId xmlns:a16="http://schemas.microsoft.com/office/drawing/2014/main" id="{4E35187C-7D12-4C61-8248-DC4E4670F4AF}"/>
                </a:ext>
              </a:extLst>
            </p:cNvPr>
            <p:cNvGrpSpPr>
              <a:grpSpLocks/>
            </p:cNvGrpSpPr>
            <p:nvPr/>
          </p:nvGrpSpPr>
          <p:grpSpPr bwMode="auto">
            <a:xfrm>
              <a:off x="4718" y="1244"/>
              <a:ext cx="625" cy="311"/>
              <a:chOff x="0" y="0"/>
              <a:chExt cx="625" cy="311"/>
            </a:xfrm>
          </p:grpSpPr>
          <p:sp>
            <p:nvSpPr>
              <p:cNvPr id="8198" name="直接连接符 8198">
                <a:extLst>
                  <a:ext uri="{FF2B5EF4-FFF2-40B4-BE49-F238E27FC236}">
                    <a16:creationId xmlns:a16="http://schemas.microsoft.com/office/drawing/2014/main" id="{8E4A2BD5-A0E9-401A-AFA2-BFE17BE15E4A}"/>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9" name="文本框 8199">
                <a:extLst>
                  <a:ext uri="{FF2B5EF4-FFF2-40B4-BE49-F238E27FC236}">
                    <a16:creationId xmlns:a16="http://schemas.microsoft.com/office/drawing/2014/main" id="{75823318-8DE5-4DB9-A253-21ECECAD8EA2}"/>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8200" name="组合 8200">
              <a:extLst>
                <a:ext uri="{FF2B5EF4-FFF2-40B4-BE49-F238E27FC236}">
                  <a16:creationId xmlns:a16="http://schemas.microsoft.com/office/drawing/2014/main" id="{54164B9D-CAB4-4E45-9D1B-851A4EBEE73E}"/>
                </a:ext>
              </a:extLst>
            </p:cNvPr>
            <p:cNvGrpSpPr>
              <a:grpSpLocks/>
            </p:cNvGrpSpPr>
            <p:nvPr/>
          </p:nvGrpSpPr>
          <p:grpSpPr bwMode="auto">
            <a:xfrm>
              <a:off x="0" y="0"/>
              <a:ext cx="4912" cy="3069"/>
              <a:chOff x="0" y="0"/>
              <a:chExt cx="4912" cy="3069"/>
            </a:xfrm>
          </p:grpSpPr>
          <p:sp>
            <p:nvSpPr>
              <p:cNvPr id="8201" name="文本框 8201">
                <a:extLst>
                  <a:ext uri="{FF2B5EF4-FFF2-40B4-BE49-F238E27FC236}">
                    <a16:creationId xmlns:a16="http://schemas.microsoft.com/office/drawing/2014/main" id="{645E622F-8D25-4742-A364-906688C7F3C2}"/>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8202" name="左右箭头 8202">
                <a:extLst>
                  <a:ext uri="{FF2B5EF4-FFF2-40B4-BE49-F238E27FC236}">
                    <a16:creationId xmlns:a16="http://schemas.microsoft.com/office/drawing/2014/main" id="{04F9BEC7-69FF-4E60-89A2-64645A00D21E}"/>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8203" name="左右箭头 8203">
                <a:extLst>
                  <a:ext uri="{FF2B5EF4-FFF2-40B4-BE49-F238E27FC236}">
                    <a16:creationId xmlns:a16="http://schemas.microsoft.com/office/drawing/2014/main" id="{5409EF58-196B-42E8-AC52-578B6A2F7D15}"/>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8204" name="文本框 8204">
                <a:extLst>
                  <a:ext uri="{FF2B5EF4-FFF2-40B4-BE49-F238E27FC236}">
                    <a16:creationId xmlns:a16="http://schemas.microsoft.com/office/drawing/2014/main" id="{685E4882-884B-4B84-95DB-4BD1AC645A30}"/>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8205" name="文本框 8205">
                <a:extLst>
                  <a:ext uri="{FF2B5EF4-FFF2-40B4-BE49-F238E27FC236}">
                    <a16:creationId xmlns:a16="http://schemas.microsoft.com/office/drawing/2014/main" id="{792DD89E-9444-442D-8A9E-69E1E2815A5A}"/>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8206" name="直接连接符 8206">
                <a:extLst>
                  <a:ext uri="{FF2B5EF4-FFF2-40B4-BE49-F238E27FC236}">
                    <a16:creationId xmlns:a16="http://schemas.microsoft.com/office/drawing/2014/main" id="{04083D0B-8F9C-4D10-89A4-FE5E8643DD83}"/>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文本框 8207">
                <a:extLst>
                  <a:ext uri="{FF2B5EF4-FFF2-40B4-BE49-F238E27FC236}">
                    <a16:creationId xmlns:a16="http://schemas.microsoft.com/office/drawing/2014/main" id="{935F163E-33FD-4574-A3D6-719320CBEFBB}"/>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8208" name="直接连接符 8208">
                <a:extLst>
                  <a:ext uri="{FF2B5EF4-FFF2-40B4-BE49-F238E27FC236}">
                    <a16:creationId xmlns:a16="http://schemas.microsoft.com/office/drawing/2014/main" id="{BCBAF378-B2E0-4DFE-A30B-B225BB43D1E1}"/>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9" name="文本框 8209">
                <a:extLst>
                  <a:ext uri="{FF2B5EF4-FFF2-40B4-BE49-F238E27FC236}">
                    <a16:creationId xmlns:a16="http://schemas.microsoft.com/office/drawing/2014/main" id="{BB048C45-9C22-4911-AE6C-1259E6B76972}"/>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8210" name="直接连接符 8210">
                <a:extLst>
                  <a:ext uri="{FF2B5EF4-FFF2-40B4-BE49-F238E27FC236}">
                    <a16:creationId xmlns:a16="http://schemas.microsoft.com/office/drawing/2014/main" id="{C4AE8B80-3B2A-4397-869F-EF80734F4DF7}"/>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1" name="文本框 8211">
                <a:extLst>
                  <a:ext uri="{FF2B5EF4-FFF2-40B4-BE49-F238E27FC236}">
                    <a16:creationId xmlns:a16="http://schemas.microsoft.com/office/drawing/2014/main" id="{301238D9-57DE-4EB4-9F0C-DADC375DB627}"/>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8212" name="组合 8212">
                <a:extLst>
                  <a:ext uri="{FF2B5EF4-FFF2-40B4-BE49-F238E27FC236}">
                    <a16:creationId xmlns:a16="http://schemas.microsoft.com/office/drawing/2014/main" id="{539AFF88-8849-49E3-9801-43B067D59B99}"/>
                  </a:ext>
                </a:extLst>
              </p:cNvPr>
              <p:cNvGrpSpPr>
                <a:grpSpLocks/>
              </p:cNvGrpSpPr>
              <p:nvPr/>
            </p:nvGrpSpPr>
            <p:grpSpPr bwMode="auto">
              <a:xfrm>
                <a:off x="1266" y="2526"/>
                <a:ext cx="54" cy="262"/>
                <a:chOff x="0" y="0"/>
                <a:chExt cx="79" cy="405"/>
              </a:xfrm>
            </p:grpSpPr>
            <p:sp>
              <p:nvSpPr>
                <p:cNvPr id="8213" name="椭圆 8213">
                  <a:extLst>
                    <a:ext uri="{FF2B5EF4-FFF2-40B4-BE49-F238E27FC236}">
                      <a16:creationId xmlns:a16="http://schemas.microsoft.com/office/drawing/2014/main" id="{794971B9-D306-40CE-8604-CBB3DB3D276D}"/>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8214" name="直接连接符 8214">
                  <a:extLst>
                    <a:ext uri="{FF2B5EF4-FFF2-40B4-BE49-F238E27FC236}">
                      <a16:creationId xmlns:a16="http://schemas.microsoft.com/office/drawing/2014/main" id="{0FE659C1-37B6-4742-AF4E-73A5337E190C}"/>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15" name="直接连接符 8215">
                <a:extLst>
                  <a:ext uri="{FF2B5EF4-FFF2-40B4-BE49-F238E27FC236}">
                    <a16:creationId xmlns:a16="http://schemas.microsoft.com/office/drawing/2014/main" id="{8593A6D5-E29C-4B1C-B6C6-3C8A443477B9}"/>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6" name="文本框 8216">
                <a:extLst>
                  <a:ext uri="{FF2B5EF4-FFF2-40B4-BE49-F238E27FC236}">
                    <a16:creationId xmlns:a16="http://schemas.microsoft.com/office/drawing/2014/main" id="{B89B2072-CB62-4C9A-9225-5C502171D2F6}"/>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8217" name="直接连接符 8217">
                <a:extLst>
                  <a:ext uri="{FF2B5EF4-FFF2-40B4-BE49-F238E27FC236}">
                    <a16:creationId xmlns:a16="http://schemas.microsoft.com/office/drawing/2014/main" id="{D1D19506-BEBC-41BD-9BD9-DA1F09DC40B5}"/>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直接连接符 8218">
                <a:extLst>
                  <a:ext uri="{FF2B5EF4-FFF2-40B4-BE49-F238E27FC236}">
                    <a16:creationId xmlns:a16="http://schemas.microsoft.com/office/drawing/2014/main" id="{929D8C29-62BD-40D5-9F57-48511B5584D4}"/>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文本框 8219">
                <a:extLst>
                  <a:ext uri="{FF2B5EF4-FFF2-40B4-BE49-F238E27FC236}">
                    <a16:creationId xmlns:a16="http://schemas.microsoft.com/office/drawing/2014/main" id="{63A41FB3-13E1-4F2E-A4D2-249A8437D0DE}"/>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8220" name="组合 8220">
                <a:extLst>
                  <a:ext uri="{FF2B5EF4-FFF2-40B4-BE49-F238E27FC236}">
                    <a16:creationId xmlns:a16="http://schemas.microsoft.com/office/drawing/2014/main" id="{87E4BBA0-F456-4FCD-8AAC-5D0124214197}"/>
                  </a:ext>
                </a:extLst>
              </p:cNvPr>
              <p:cNvGrpSpPr>
                <a:grpSpLocks/>
              </p:cNvGrpSpPr>
              <p:nvPr/>
            </p:nvGrpSpPr>
            <p:grpSpPr bwMode="auto">
              <a:xfrm>
                <a:off x="2368" y="0"/>
                <a:ext cx="2380" cy="2040"/>
                <a:chOff x="0" y="0"/>
                <a:chExt cx="2380" cy="2040"/>
              </a:xfrm>
            </p:grpSpPr>
            <p:grpSp>
              <p:nvGrpSpPr>
                <p:cNvPr id="8221" name="组合 8221">
                  <a:extLst>
                    <a:ext uri="{FF2B5EF4-FFF2-40B4-BE49-F238E27FC236}">
                      <a16:creationId xmlns:a16="http://schemas.microsoft.com/office/drawing/2014/main" id="{9EFA51E0-E2A5-4BBA-B7AC-E4D931E7C5D1}"/>
                    </a:ext>
                  </a:extLst>
                </p:cNvPr>
                <p:cNvGrpSpPr>
                  <a:grpSpLocks/>
                </p:cNvGrpSpPr>
                <p:nvPr/>
              </p:nvGrpSpPr>
              <p:grpSpPr bwMode="auto">
                <a:xfrm>
                  <a:off x="412" y="0"/>
                  <a:ext cx="1968" cy="2040"/>
                  <a:chOff x="0" y="0"/>
                  <a:chExt cx="1968" cy="2040"/>
                </a:xfrm>
              </p:grpSpPr>
              <p:grpSp>
                <p:nvGrpSpPr>
                  <p:cNvPr id="8222" name="组合 8222">
                    <a:extLst>
                      <a:ext uri="{FF2B5EF4-FFF2-40B4-BE49-F238E27FC236}">
                        <a16:creationId xmlns:a16="http://schemas.microsoft.com/office/drawing/2014/main" id="{B015C026-CBB9-4A53-993F-487A1C1BCD7D}"/>
                      </a:ext>
                    </a:extLst>
                  </p:cNvPr>
                  <p:cNvGrpSpPr>
                    <a:grpSpLocks/>
                  </p:cNvGrpSpPr>
                  <p:nvPr/>
                </p:nvGrpSpPr>
                <p:grpSpPr bwMode="auto">
                  <a:xfrm>
                    <a:off x="0" y="0"/>
                    <a:ext cx="1968" cy="796"/>
                    <a:chOff x="0" y="0"/>
                    <a:chExt cx="1968" cy="796"/>
                  </a:xfrm>
                </p:grpSpPr>
                <p:sp>
                  <p:nvSpPr>
                    <p:cNvPr id="8223" name="文本框 8223">
                      <a:extLst>
                        <a:ext uri="{FF2B5EF4-FFF2-40B4-BE49-F238E27FC236}">
                          <a16:creationId xmlns:a16="http://schemas.microsoft.com/office/drawing/2014/main" id="{FA6AC859-1D02-4FD4-A329-5BE56E6E1A60}"/>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8224" name="组合 8224">
                      <a:extLst>
                        <a:ext uri="{FF2B5EF4-FFF2-40B4-BE49-F238E27FC236}">
                          <a16:creationId xmlns:a16="http://schemas.microsoft.com/office/drawing/2014/main" id="{55C8D4AA-8099-499F-94E0-B8267544E96A}"/>
                        </a:ext>
                      </a:extLst>
                    </p:cNvPr>
                    <p:cNvGrpSpPr>
                      <a:grpSpLocks/>
                    </p:cNvGrpSpPr>
                    <p:nvPr/>
                  </p:nvGrpSpPr>
                  <p:grpSpPr bwMode="auto">
                    <a:xfrm>
                      <a:off x="313" y="38"/>
                      <a:ext cx="618" cy="440"/>
                      <a:chOff x="0" y="0"/>
                      <a:chExt cx="618" cy="440"/>
                    </a:xfrm>
                  </p:grpSpPr>
                  <p:sp>
                    <p:nvSpPr>
                      <p:cNvPr id="8225" name="椭圆 8225">
                        <a:extLst>
                          <a:ext uri="{FF2B5EF4-FFF2-40B4-BE49-F238E27FC236}">
                            <a16:creationId xmlns:a16="http://schemas.microsoft.com/office/drawing/2014/main" id="{6564E2EC-6636-4C77-BA73-BE1A55F1C857}"/>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8226" name="直接连接符 8226">
                        <a:extLst>
                          <a:ext uri="{FF2B5EF4-FFF2-40B4-BE49-F238E27FC236}">
                            <a16:creationId xmlns:a16="http://schemas.microsoft.com/office/drawing/2014/main" id="{43C32A43-67E4-4F83-A659-91F7BBADBB74}"/>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227" name="组合 8227">
                        <a:extLst>
                          <a:ext uri="{FF2B5EF4-FFF2-40B4-BE49-F238E27FC236}">
                            <a16:creationId xmlns:a16="http://schemas.microsoft.com/office/drawing/2014/main" id="{0FEFC6EC-9402-4C53-B6A8-48409C7BA36D}"/>
                          </a:ext>
                        </a:extLst>
                      </p:cNvPr>
                      <p:cNvGrpSpPr>
                        <a:grpSpLocks/>
                      </p:cNvGrpSpPr>
                      <p:nvPr/>
                    </p:nvGrpSpPr>
                    <p:grpSpPr bwMode="auto">
                      <a:xfrm>
                        <a:off x="0" y="0"/>
                        <a:ext cx="618" cy="359"/>
                        <a:chOff x="0" y="0"/>
                        <a:chExt cx="618" cy="359"/>
                      </a:xfrm>
                    </p:grpSpPr>
                    <p:sp>
                      <p:nvSpPr>
                        <p:cNvPr id="8228" name="文本框 8228">
                          <a:extLst>
                            <a:ext uri="{FF2B5EF4-FFF2-40B4-BE49-F238E27FC236}">
                              <a16:creationId xmlns:a16="http://schemas.microsoft.com/office/drawing/2014/main" id="{8529C5A4-BB6C-4820-B26E-9CAE045F55C4}"/>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8229" name="直接连接符 8229">
                          <a:extLst>
                            <a:ext uri="{FF2B5EF4-FFF2-40B4-BE49-F238E27FC236}">
                              <a16:creationId xmlns:a16="http://schemas.microsoft.com/office/drawing/2014/main" id="{3EBC7DED-A14C-4C53-A176-0CFD0B7FD3EA}"/>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230" name="组合 8230">
                      <a:extLst>
                        <a:ext uri="{FF2B5EF4-FFF2-40B4-BE49-F238E27FC236}">
                          <a16:creationId xmlns:a16="http://schemas.microsoft.com/office/drawing/2014/main" id="{6DB6F1E9-6B1C-4DF4-9A76-6F0FD3FE79C1}"/>
                        </a:ext>
                      </a:extLst>
                    </p:cNvPr>
                    <p:cNvGrpSpPr>
                      <a:grpSpLocks/>
                    </p:cNvGrpSpPr>
                    <p:nvPr/>
                  </p:nvGrpSpPr>
                  <p:grpSpPr bwMode="auto">
                    <a:xfrm>
                      <a:off x="1408" y="0"/>
                      <a:ext cx="531" cy="466"/>
                      <a:chOff x="0" y="0"/>
                      <a:chExt cx="531" cy="466"/>
                    </a:xfrm>
                  </p:grpSpPr>
                  <p:sp>
                    <p:nvSpPr>
                      <p:cNvPr id="8231" name="直接连接符 8231">
                        <a:extLst>
                          <a:ext uri="{FF2B5EF4-FFF2-40B4-BE49-F238E27FC236}">
                            <a16:creationId xmlns:a16="http://schemas.microsoft.com/office/drawing/2014/main" id="{1DCAAB8F-5CF2-4613-9E29-46A16B38479F}"/>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2" name="文本框 8232">
                        <a:extLst>
                          <a:ext uri="{FF2B5EF4-FFF2-40B4-BE49-F238E27FC236}">
                            <a16:creationId xmlns:a16="http://schemas.microsoft.com/office/drawing/2014/main" id="{9A522FAF-59EC-411F-AE60-3C4EB88B20C5}"/>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8233" name="组合 8233">
                    <a:extLst>
                      <a:ext uri="{FF2B5EF4-FFF2-40B4-BE49-F238E27FC236}">
                        <a16:creationId xmlns:a16="http://schemas.microsoft.com/office/drawing/2014/main" id="{155C412A-286D-4E5C-8C68-768ABED8D919}"/>
                      </a:ext>
                    </a:extLst>
                  </p:cNvPr>
                  <p:cNvGrpSpPr>
                    <a:grpSpLocks/>
                  </p:cNvGrpSpPr>
                  <p:nvPr/>
                </p:nvGrpSpPr>
                <p:grpSpPr bwMode="auto">
                  <a:xfrm>
                    <a:off x="12" y="796"/>
                    <a:ext cx="412" cy="1225"/>
                    <a:chOff x="0" y="0"/>
                    <a:chExt cx="600" cy="1890"/>
                  </a:xfrm>
                </p:grpSpPr>
                <p:sp>
                  <p:nvSpPr>
                    <p:cNvPr id="8234" name="文本框 8234">
                      <a:extLst>
                        <a:ext uri="{FF2B5EF4-FFF2-40B4-BE49-F238E27FC236}">
                          <a16:creationId xmlns:a16="http://schemas.microsoft.com/office/drawing/2014/main" id="{ADA2347D-85FF-4979-9873-BA99F3326252}"/>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8235" name="直接连接符 8235">
                      <a:extLst>
                        <a:ext uri="{FF2B5EF4-FFF2-40B4-BE49-F238E27FC236}">
                          <a16:creationId xmlns:a16="http://schemas.microsoft.com/office/drawing/2014/main" id="{CA7377AA-12D0-452A-B92A-FDF72D7E7E5C}"/>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236" name="组合 8236">
                    <a:extLst>
                      <a:ext uri="{FF2B5EF4-FFF2-40B4-BE49-F238E27FC236}">
                        <a16:creationId xmlns:a16="http://schemas.microsoft.com/office/drawing/2014/main" id="{A5A20360-1A1B-4CF5-A9BA-20E46BB676B8}"/>
                      </a:ext>
                    </a:extLst>
                  </p:cNvPr>
                  <p:cNvGrpSpPr>
                    <a:grpSpLocks/>
                  </p:cNvGrpSpPr>
                  <p:nvPr/>
                </p:nvGrpSpPr>
                <p:grpSpPr bwMode="auto">
                  <a:xfrm>
                    <a:off x="763" y="787"/>
                    <a:ext cx="412" cy="1243"/>
                    <a:chOff x="0" y="0"/>
                    <a:chExt cx="600" cy="1920"/>
                  </a:xfrm>
                </p:grpSpPr>
                <p:sp>
                  <p:nvSpPr>
                    <p:cNvPr id="8237" name="文本框 8237">
                      <a:extLst>
                        <a:ext uri="{FF2B5EF4-FFF2-40B4-BE49-F238E27FC236}">
                          <a16:creationId xmlns:a16="http://schemas.microsoft.com/office/drawing/2014/main" id="{690983AF-2492-4AD8-93FD-2E7EF24E93B5}"/>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8238" name="直接连接符 8238">
                      <a:extLst>
                        <a:ext uri="{FF2B5EF4-FFF2-40B4-BE49-F238E27FC236}">
                          <a16:creationId xmlns:a16="http://schemas.microsoft.com/office/drawing/2014/main" id="{BA094226-F569-4212-829F-115582915620}"/>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239" name="组合 8239">
                    <a:extLst>
                      <a:ext uri="{FF2B5EF4-FFF2-40B4-BE49-F238E27FC236}">
                        <a16:creationId xmlns:a16="http://schemas.microsoft.com/office/drawing/2014/main" id="{DD61FD13-3A95-44CE-9BBD-B80E42C558C8}"/>
                      </a:ext>
                    </a:extLst>
                  </p:cNvPr>
                  <p:cNvGrpSpPr>
                    <a:grpSpLocks/>
                  </p:cNvGrpSpPr>
                  <p:nvPr/>
                </p:nvGrpSpPr>
                <p:grpSpPr bwMode="auto">
                  <a:xfrm>
                    <a:off x="1526" y="796"/>
                    <a:ext cx="412" cy="1244"/>
                    <a:chOff x="0" y="0"/>
                    <a:chExt cx="600" cy="1920"/>
                  </a:xfrm>
                </p:grpSpPr>
                <p:sp>
                  <p:nvSpPr>
                    <p:cNvPr id="8240" name="文本框 8240">
                      <a:extLst>
                        <a:ext uri="{FF2B5EF4-FFF2-40B4-BE49-F238E27FC236}">
                          <a16:creationId xmlns:a16="http://schemas.microsoft.com/office/drawing/2014/main" id="{D2D96B89-5EB1-452D-ACC7-FDAA5FEAC7E2}"/>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8241" name="直接连接符 8241">
                      <a:extLst>
                        <a:ext uri="{FF2B5EF4-FFF2-40B4-BE49-F238E27FC236}">
                          <a16:creationId xmlns:a16="http://schemas.microsoft.com/office/drawing/2014/main" id="{8BAC7A63-7628-4DBA-A012-3B7752C6452E}"/>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42" name="左右箭头 8242">
                    <a:extLst>
                      <a:ext uri="{FF2B5EF4-FFF2-40B4-BE49-F238E27FC236}">
                        <a16:creationId xmlns:a16="http://schemas.microsoft.com/office/drawing/2014/main" id="{67198F18-F7B4-44C2-8EA8-C8C528B65076}"/>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8243" name="左箭头 8243">
                    <a:extLst>
                      <a:ext uri="{FF2B5EF4-FFF2-40B4-BE49-F238E27FC236}">
                        <a16:creationId xmlns:a16="http://schemas.microsoft.com/office/drawing/2014/main" id="{FCA9565F-99FF-407F-922C-BFACA0537814}"/>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8244" name="左箭头 8244">
                  <a:extLst>
                    <a:ext uri="{FF2B5EF4-FFF2-40B4-BE49-F238E27FC236}">
                      <a16:creationId xmlns:a16="http://schemas.microsoft.com/office/drawing/2014/main" id="{39E52CB4-5DA5-4DC6-B6A6-1F8CFAFBFAED}"/>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8245" name="文本框 8245">
                <a:extLst>
                  <a:ext uri="{FF2B5EF4-FFF2-40B4-BE49-F238E27FC236}">
                    <a16:creationId xmlns:a16="http://schemas.microsoft.com/office/drawing/2014/main" id="{4C1B3758-C964-4C82-B6D9-1B561988AA43}"/>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8246" name="椭圆 8246">
                <a:extLst>
                  <a:ext uri="{FF2B5EF4-FFF2-40B4-BE49-F238E27FC236}">
                    <a16:creationId xmlns:a16="http://schemas.microsoft.com/office/drawing/2014/main" id="{5A630E3F-1A49-457C-AEA8-29614F7AC884}"/>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8247" name="直接连接符 8247">
                <a:extLst>
                  <a:ext uri="{FF2B5EF4-FFF2-40B4-BE49-F238E27FC236}">
                    <a16:creationId xmlns:a16="http://schemas.microsoft.com/office/drawing/2014/main" id="{DB5BF5C1-4026-4B8F-815B-05738D01DB76}"/>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48" name="文本框 8248">
                <a:extLst>
                  <a:ext uri="{FF2B5EF4-FFF2-40B4-BE49-F238E27FC236}">
                    <a16:creationId xmlns:a16="http://schemas.microsoft.com/office/drawing/2014/main" id="{C7494E89-043D-41B5-AA95-8D0952408F95}"/>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8249" name="直接连接符 8249">
                <a:extLst>
                  <a:ext uri="{FF2B5EF4-FFF2-40B4-BE49-F238E27FC236}">
                    <a16:creationId xmlns:a16="http://schemas.microsoft.com/office/drawing/2014/main" id="{0B565129-D949-4504-82BE-C509E715436B}"/>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 name="直接连接符 8250">
                <a:extLst>
                  <a:ext uri="{FF2B5EF4-FFF2-40B4-BE49-F238E27FC236}">
                    <a16:creationId xmlns:a16="http://schemas.microsoft.com/office/drawing/2014/main" id="{F4469B66-8F25-4069-93E7-73F150DDAD4F}"/>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51" name="文本框 8251">
                <a:extLst>
                  <a:ext uri="{FF2B5EF4-FFF2-40B4-BE49-F238E27FC236}">
                    <a16:creationId xmlns:a16="http://schemas.microsoft.com/office/drawing/2014/main" id="{F79979CD-129E-4B8E-BC95-80C6386FEAC2}"/>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8252" name="组合 8252">
                <a:extLst>
                  <a:ext uri="{FF2B5EF4-FFF2-40B4-BE49-F238E27FC236}">
                    <a16:creationId xmlns:a16="http://schemas.microsoft.com/office/drawing/2014/main" id="{78E8D2A7-DE7F-4F35-9CF1-0E531B799710}"/>
                  </a:ext>
                </a:extLst>
              </p:cNvPr>
              <p:cNvGrpSpPr>
                <a:grpSpLocks/>
              </p:cNvGrpSpPr>
              <p:nvPr/>
            </p:nvGrpSpPr>
            <p:grpSpPr bwMode="auto">
              <a:xfrm>
                <a:off x="853" y="1322"/>
                <a:ext cx="364" cy="51"/>
                <a:chOff x="0" y="0"/>
                <a:chExt cx="364" cy="51"/>
              </a:xfrm>
            </p:grpSpPr>
            <p:sp>
              <p:nvSpPr>
                <p:cNvPr id="8253" name="椭圆 8253">
                  <a:extLst>
                    <a:ext uri="{FF2B5EF4-FFF2-40B4-BE49-F238E27FC236}">
                      <a16:creationId xmlns:a16="http://schemas.microsoft.com/office/drawing/2014/main" id="{077CEED9-26A6-4448-82DB-237B7D1DF25E}"/>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8254" name="直接连接符 8254">
                  <a:extLst>
                    <a:ext uri="{FF2B5EF4-FFF2-40B4-BE49-F238E27FC236}">
                      <a16:creationId xmlns:a16="http://schemas.microsoft.com/office/drawing/2014/main" id="{9C594C70-22D0-46F5-B07E-C20E1F8CDCCD}"/>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55" name="文本框 8255">
                <a:extLst>
                  <a:ext uri="{FF2B5EF4-FFF2-40B4-BE49-F238E27FC236}">
                    <a16:creationId xmlns:a16="http://schemas.microsoft.com/office/drawing/2014/main" id="{08783DB8-F83A-425D-94B8-A2BC8FEBC1C7}"/>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8256" name="直接连接符 8256">
                <a:extLst>
                  <a:ext uri="{FF2B5EF4-FFF2-40B4-BE49-F238E27FC236}">
                    <a16:creationId xmlns:a16="http://schemas.microsoft.com/office/drawing/2014/main" id="{D1EE1E39-D2B7-4C18-A9D4-A1734DD563D0}"/>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57" name="组合 8257">
                <a:extLst>
                  <a:ext uri="{FF2B5EF4-FFF2-40B4-BE49-F238E27FC236}">
                    <a16:creationId xmlns:a16="http://schemas.microsoft.com/office/drawing/2014/main" id="{8DA7004B-3F05-4D3B-A9B9-76457BEB1533}"/>
                  </a:ext>
                </a:extLst>
              </p:cNvPr>
              <p:cNvGrpSpPr>
                <a:grpSpLocks/>
              </p:cNvGrpSpPr>
              <p:nvPr/>
            </p:nvGrpSpPr>
            <p:grpSpPr bwMode="auto">
              <a:xfrm>
                <a:off x="1431" y="1632"/>
                <a:ext cx="54" cy="194"/>
                <a:chOff x="0" y="0"/>
                <a:chExt cx="54" cy="194"/>
              </a:xfrm>
            </p:grpSpPr>
            <p:sp>
              <p:nvSpPr>
                <p:cNvPr id="8258" name="椭圆 8258">
                  <a:extLst>
                    <a:ext uri="{FF2B5EF4-FFF2-40B4-BE49-F238E27FC236}">
                      <a16:creationId xmlns:a16="http://schemas.microsoft.com/office/drawing/2014/main" id="{F29E4B3B-6B95-4455-B844-2A6D594728BE}"/>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8259" name="直接连接符 8259">
                  <a:extLst>
                    <a:ext uri="{FF2B5EF4-FFF2-40B4-BE49-F238E27FC236}">
                      <a16:creationId xmlns:a16="http://schemas.microsoft.com/office/drawing/2014/main" id="{8A3CD694-FC2E-47EB-8C6D-C6AE43C63516}"/>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60" name="直接连接符 8260">
                <a:extLst>
                  <a:ext uri="{FF2B5EF4-FFF2-40B4-BE49-F238E27FC236}">
                    <a16:creationId xmlns:a16="http://schemas.microsoft.com/office/drawing/2014/main" id="{25A9C37F-8482-4008-AFB4-BB8F048E1A33}"/>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1" name="文本框 8261">
                <a:extLst>
                  <a:ext uri="{FF2B5EF4-FFF2-40B4-BE49-F238E27FC236}">
                    <a16:creationId xmlns:a16="http://schemas.microsoft.com/office/drawing/2014/main" id="{37A3F01B-E234-452B-867D-F3E3E9B6261B}"/>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8262" name="直接连接符 8262">
                <a:extLst>
                  <a:ext uri="{FF2B5EF4-FFF2-40B4-BE49-F238E27FC236}">
                    <a16:creationId xmlns:a16="http://schemas.microsoft.com/office/drawing/2014/main" id="{DC3C44FF-217E-4C4D-A542-4B4B78055F78}"/>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63" name="组合 8263">
                <a:extLst>
                  <a:ext uri="{FF2B5EF4-FFF2-40B4-BE49-F238E27FC236}">
                    <a16:creationId xmlns:a16="http://schemas.microsoft.com/office/drawing/2014/main" id="{E50FD54E-09E6-4155-8496-EF3846FECBBA}"/>
                  </a:ext>
                </a:extLst>
              </p:cNvPr>
              <p:cNvGrpSpPr>
                <a:grpSpLocks/>
              </p:cNvGrpSpPr>
              <p:nvPr/>
            </p:nvGrpSpPr>
            <p:grpSpPr bwMode="auto">
              <a:xfrm>
                <a:off x="1741" y="651"/>
                <a:ext cx="1040" cy="1583"/>
                <a:chOff x="0" y="0"/>
                <a:chExt cx="1514" cy="2445"/>
              </a:xfrm>
            </p:grpSpPr>
            <p:sp>
              <p:nvSpPr>
                <p:cNvPr id="8264" name="直接连接符 8264">
                  <a:extLst>
                    <a:ext uri="{FF2B5EF4-FFF2-40B4-BE49-F238E27FC236}">
                      <a16:creationId xmlns:a16="http://schemas.microsoft.com/office/drawing/2014/main" id="{F9356852-B59E-409C-934B-EC05373E6A45}"/>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5" name="直接连接符 8265">
                  <a:extLst>
                    <a:ext uri="{FF2B5EF4-FFF2-40B4-BE49-F238E27FC236}">
                      <a16:creationId xmlns:a16="http://schemas.microsoft.com/office/drawing/2014/main" id="{AA3D0043-A425-4E7A-B65C-5F5F2465D875}"/>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6" name="直接连接符 8266">
                  <a:extLst>
                    <a:ext uri="{FF2B5EF4-FFF2-40B4-BE49-F238E27FC236}">
                      <a16:creationId xmlns:a16="http://schemas.microsoft.com/office/drawing/2014/main" id="{F3DC7607-EAFF-40D6-9572-79B9DB3400EA}"/>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67" name="直接连接符 8267">
                  <a:extLst>
                    <a:ext uri="{FF2B5EF4-FFF2-40B4-BE49-F238E27FC236}">
                      <a16:creationId xmlns:a16="http://schemas.microsoft.com/office/drawing/2014/main" id="{D702E899-064A-4D36-91FC-99BE783F17CD}"/>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68" name="直接连接符 8268">
                  <a:extLst>
                    <a:ext uri="{FF2B5EF4-FFF2-40B4-BE49-F238E27FC236}">
                      <a16:creationId xmlns:a16="http://schemas.microsoft.com/office/drawing/2014/main" id="{2FECC936-FA14-48F3-900B-3545258C8C27}"/>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69" name="组合 8269">
                <a:extLst>
                  <a:ext uri="{FF2B5EF4-FFF2-40B4-BE49-F238E27FC236}">
                    <a16:creationId xmlns:a16="http://schemas.microsoft.com/office/drawing/2014/main" id="{E92B3650-78D1-4FAC-83B0-A1C1FCF833F7}"/>
                  </a:ext>
                </a:extLst>
              </p:cNvPr>
              <p:cNvGrpSpPr>
                <a:grpSpLocks/>
              </p:cNvGrpSpPr>
              <p:nvPr/>
            </p:nvGrpSpPr>
            <p:grpSpPr bwMode="auto">
              <a:xfrm>
                <a:off x="2377" y="2021"/>
                <a:ext cx="2253" cy="612"/>
                <a:chOff x="0" y="0"/>
                <a:chExt cx="3280" cy="945"/>
              </a:xfrm>
            </p:grpSpPr>
            <p:sp>
              <p:nvSpPr>
                <p:cNvPr id="8270" name="文本框 8270">
                  <a:extLst>
                    <a:ext uri="{FF2B5EF4-FFF2-40B4-BE49-F238E27FC236}">
                      <a16:creationId xmlns:a16="http://schemas.microsoft.com/office/drawing/2014/main" id="{8C0B7333-FFF7-4C14-874F-E598D17072AC}"/>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8271" name="直接连接符 8271">
                  <a:extLst>
                    <a:ext uri="{FF2B5EF4-FFF2-40B4-BE49-F238E27FC236}">
                      <a16:creationId xmlns:a16="http://schemas.microsoft.com/office/drawing/2014/main" id="{C847563B-190C-443B-B38D-69E286A7900D}"/>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72" name="直接连接符 8272">
                  <a:extLst>
                    <a:ext uri="{FF2B5EF4-FFF2-40B4-BE49-F238E27FC236}">
                      <a16:creationId xmlns:a16="http://schemas.microsoft.com/office/drawing/2014/main" id="{EBE85607-CA96-4890-BB2D-A1F198A3D338}"/>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73" name="直接连接符 8273">
                  <a:extLst>
                    <a:ext uri="{FF2B5EF4-FFF2-40B4-BE49-F238E27FC236}">
                      <a16:creationId xmlns:a16="http://schemas.microsoft.com/office/drawing/2014/main" id="{A19F9983-49F5-4762-965F-8911F41EF5D5}"/>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74" name="左右箭头 8274">
                  <a:extLst>
                    <a:ext uri="{FF2B5EF4-FFF2-40B4-BE49-F238E27FC236}">
                      <a16:creationId xmlns:a16="http://schemas.microsoft.com/office/drawing/2014/main" id="{89DDBC35-C329-41D6-A63C-A4D2505C95B9}"/>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8275" name="直接连接符 8275">
                <a:extLst>
                  <a:ext uri="{FF2B5EF4-FFF2-40B4-BE49-F238E27FC236}">
                    <a16:creationId xmlns:a16="http://schemas.microsoft.com/office/drawing/2014/main" id="{61F2853A-A2EE-4BAE-888F-A9F2218137BA}"/>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76" name="文本框 8276">
              <a:extLst>
                <a:ext uri="{FF2B5EF4-FFF2-40B4-BE49-F238E27FC236}">
                  <a16:creationId xmlns:a16="http://schemas.microsoft.com/office/drawing/2014/main" id="{3752934C-F8CD-4B58-B532-1B2ACC39CA59}"/>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8278" name="矩形标注 8277">
            <a:extLst>
              <a:ext uri="{FF2B5EF4-FFF2-40B4-BE49-F238E27FC236}">
                <a16:creationId xmlns:a16="http://schemas.microsoft.com/office/drawing/2014/main" id="{2B328D08-4109-49D5-821A-40A9F0EE6FF8}"/>
              </a:ext>
            </a:extLst>
          </p:cNvPr>
          <p:cNvSpPr>
            <a:spLocks noChangeArrowheads="1"/>
          </p:cNvSpPr>
          <p:nvPr/>
        </p:nvSpPr>
        <p:spPr bwMode="auto">
          <a:xfrm>
            <a:off x="611188" y="5562600"/>
            <a:ext cx="7920037" cy="1295400"/>
          </a:xfrm>
          <a:prstGeom prst="wedgeRectCallout">
            <a:avLst>
              <a:gd name="adj1" fmla="val 21056"/>
              <a:gd name="adj2" fmla="val -70954"/>
            </a:avLst>
          </a:prstGeom>
          <a:solidFill>
            <a:schemeClr val="bg1"/>
          </a:solidFill>
          <a:ln w="25400">
            <a:solidFill>
              <a:schemeClr val="tx1"/>
            </a:solidFill>
            <a:miter lim="800000"/>
            <a:headEnd/>
            <a:tailEnd/>
          </a:ln>
        </p:spPr>
        <p:txBody>
          <a:bodyPr tIns="0" bIns="0"/>
          <a:lstStyle/>
          <a:p>
            <a:r>
              <a:rPr lang="zh-CN" altLang="en-US" sz="2000" b="1" dirty="0">
                <a:solidFill>
                  <a:schemeClr val="folHlink"/>
                </a:solidFill>
                <a:latin typeface="楷体_GB2312" pitchFamily="1" charset="-122"/>
                <a:ea typeface="楷体_GB2312" pitchFamily="1" charset="-122"/>
              </a:rPr>
              <a:t>中断屏蔽寄存器</a:t>
            </a:r>
            <a:r>
              <a:rPr lang="en-US" altLang="zh-CN" sz="2000" b="1" dirty="0">
                <a:solidFill>
                  <a:schemeClr val="folHlink"/>
                </a:solidFill>
                <a:latin typeface="楷体_GB2312" pitchFamily="1" charset="-122"/>
                <a:ea typeface="楷体_GB2312" pitchFamily="1" charset="-122"/>
              </a:rPr>
              <a:t>IMR</a:t>
            </a:r>
            <a:r>
              <a:rPr lang="zh-CN" altLang="en-US" sz="2000" b="1" dirty="0">
                <a:solidFill>
                  <a:schemeClr val="folHlink"/>
                </a:solidFill>
                <a:latin typeface="楷体_GB2312" pitchFamily="1" charset="-122"/>
                <a:ea typeface="楷体_GB2312" pitchFamily="1" charset="-122"/>
              </a:rPr>
              <a:t>（</a:t>
            </a:r>
            <a:r>
              <a:rPr lang="en-US" altLang="zh-CN" sz="2000" b="1" dirty="0">
                <a:solidFill>
                  <a:schemeClr val="folHlink"/>
                </a:solidFill>
                <a:latin typeface="楷体_GB2312" pitchFamily="1" charset="-122"/>
                <a:ea typeface="楷体_GB2312" pitchFamily="1" charset="-122"/>
              </a:rPr>
              <a:t>8</a:t>
            </a:r>
            <a:r>
              <a:rPr lang="zh-CN" altLang="en-US" sz="2000" b="1" dirty="0">
                <a:solidFill>
                  <a:schemeClr val="folHlink"/>
                </a:solidFill>
                <a:latin typeface="楷体_GB2312" pitchFamily="1" charset="-122"/>
                <a:ea typeface="楷体_GB2312" pitchFamily="1" charset="-122"/>
              </a:rPr>
              <a:t>位）</a:t>
            </a:r>
            <a:r>
              <a:rPr lang="en-US" altLang="zh-CN" sz="2000" b="1" dirty="0">
                <a:solidFill>
                  <a:schemeClr val="folHlink"/>
                </a:solidFill>
                <a:latin typeface="楷体_GB2312" pitchFamily="1" charset="-122"/>
                <a:ea typeface="楷体_GB2312" pitchFamily="1" charset="-122"/>
              </a:rPr>
              <a:t>:</a:t>
            </a:r>
            <a:r>
              <a:rPr lang="zh-CN" altLang="en-US" sz="2000" b="1" dirty="0">
                <a:solidFill>
                  <a:schemeClr val="folHlink"/>
                </a:solidFill>
                <a:latin typeface="楷体_GB2312" pitchFamily="1" charset="-122"/>
                <a:ea typeface="楷体_GB2312" pitchFamily="1" charset="-122"/>
              </a:rPr>
              <a:t>用于存放程序员写入的</a:t>
            </a:r>
            <a:r>
              <a:rPr lang="zh-CN" altLang="en-US" sz="2000" b="1" dirty="0">
                <a:solidFill>
                  <a:srgbClr val="FFC000"/>
                </a:solidFill>
                <a:latin typeface="楷体_GB2312" pitchFamily="1" charset="-122"/>
                <a:ea typeface="楷体_GB2312" pitchFamily="1" charset="-122"/>
              </a:rPr>
              <a:t>中断屏蔽字</a:t>
            </a:r>
            <a:r>
              <a:rPr lang="zh-CN" altLang="en-US" sz="2000" b="1" dirty="0">
                <a:solidFill>
                  <a:schemeClr val="folHlink"/>
                </a:solidFill>
                <a:latin typeface="楷体_GB2312" pitchFamily="1" charset="-122"/>
                <a:ea typeface="楷体_GB2312" pitchFamily="1" charset="-122"/>
              </a:rPr>
              <a:t>，</a:t>
            </a:r>
            <a:r>
              <a:rPr lang="en-US" altLang="zh-CN" sz="2000" b="1" dirty="0">
                <a:solidFill>
                  <a:schemeClr val="folHlink"/>
                </a:solidFill>
                <a:latin typeface="楷体_GB2312" pitchFamily="1" charset="-122"/>
                <a:ea typeface="楷体_GB2312" pitchFamily="1" charset="-122"/>
              </a:rPr>
              <a:t>IMR</a:t>
            </a:r>
            <a:r>
              <a:rPr lang="zh-CN" altLang="en-US" sz="2000" b="1" dirty="0">
                <a:solidFill>
                  <a:schemeClr val="folHlink"/>
                </a:solidFill>
                <a:latin typeface="楷体_GB2312" pitchFamily="1" charset="-122"/>
                <a:ea typeface="楷体_GB2312" pitchFamily="1" charset="-122"/>
              </a:rPr>
              <a:t>的每一位可对</a:t>
            </a:r>
            <a:r>
              <a:rPr lang="en-US" altLang="zh-CN" sz="2000" b="1" dirty="0">
                <a:solidFill>
                  <a:schemeClr val="folHlink"/>
                </a:solidFill>
                <a:latin typeface="楷体_GB2312" pitchFamily="1" charset="-122"/>
                <a:ea typeface="楷体_GB2312" pitchFamily="1" charset="-122"/>
              </a:rPr>
              <a:t>IRR</a:t>
            </a:r>
            <a:r>
              <a:rPr lang="zh-CN" altLang="en-US" sz="2000" b="1" dirty="0">
                <a:solidFill>
                  <a:schemeClr val="folHlink"/>
                </a:solidFill>
                <a:latin typeface="楷体_GB2312" pitchFamily="1" charset="-122"/>
                <a:ea typeface="楷体_GB2312" pitchFamily="1" charset="-122"/>
              </a:rPr>
              <a:t>中对应的中断请求进行屏蔽。若</a:t>
            </a:r>
            <a:r>
              <a:rPr lang="en-US" altLang="zh-CN" sz="2000" b="1" dirty="0" err="1">
                <a:solidFill>
                  <a:schemeClr val="folHlink"/>
                </a:solidFill>
                <a:latin typeface="楷体_GB2312" pitchFamily="1" charset="-122"/>
                <a:ea typeface="楷体_GB2312" pitchFamily="1" charset="-122"/>
              </a:rPr>
              <a:t>IMRi</a:t>
            </a:r>
            <a:r>
              <a:rPr lang="zh-CN" altLang="en-US" sz="2000" b="1" dirty="0">
                <a:solidFill>
                  <a:schemeClr val="folHlink"/>
                </a:solidFill>
                <a:latin typeface="楷体_GB2312" pitchFamily="1" charset="-122"/>
                <a:ea typeface="楷体_GB2312" pitchFamily="1" charset="-122"/>
              </a:rPr>
              <a:t>位为</a:t>
            </a:r>
            <a:r>
              <a:rPr lang="en-US" altLang="zh-CN" sz="2000" b="1" dirty="0">
                <a:solidFill>
                  <a:schemeClr val="folHlink"/>
                </a:solidFill>
                <a:latin typeface="楷体_GB2312" pitchFamily="1" charset="-122"/>
                <a:ea typeface="楷体_GB2312" pitchFamily="1" charset="-122"/>
              </a:rPr>
              <a:t>1</a:t>
            </a:r>
            <a:r>
              <a:rPr lang="zh-CN" altLang="en-US" sz="2000" b="1" dirty="0">
                <a:solidFill>
                  <a:schemeClr val="folHlink"/>
                </a:solidFill>
                <a:latin typeface="楷体_GB2312" pitchFamily="1" charset="-122"/>
                <a:ea typeface="楷体_GB2312" pitchFamily="1" charset="-122"/>
              </a:rPr>
              <a:t>，则</a:t>
            </a:r>
            <a:r>
              <a:rPr lang="en-US" altLang="zh-CN" sz="2000" b="1" dirty="0" err="1">
                <a:solidFill>
                  <a:schemeClr val="folHlink"/>
                </a:solidFill>
                <a:latin typeface="楷体_GB2312" pitchFamily="1" charset="-122"/>
                <a:ea typeface="楷体_GB2312" pitchFamily="1" charset="-122"/>
              </a:rPr>
              <a:t>IRRi</a:t>
            </a:r>
            <a:r>
              <a:rPr lang="zh-CN" altLang="en-US" sz="2000" b="1" dirty="0">
                <a:solidFill>
                  <a:schemeClr val="folHlink"/>
                </a:solidFill>
                <a:latin typeface="楷体_GB2312" pitchFamily="1" charset="-122"/>
                <a:ea typeface="楷体_GB2312" pitchFamily="1" charset="-122"/>
              </a:rPr>
              <a:t>位对应的中断请求被屏蔽，便不可能进入优先权电路；若</a:t>
            </a:r>
            <a:r>
              <a:rPr lang="en-US" altLang="zh-CN" sz="2000" b="1" dirty="0" err="1">
                <a:solidFill>
                  <a:schemeClr val="folHlink"/>
                </a:solidFill>
                <a:latin typeface="楷体_GB2312" pitchFamily="1" charset="-122"/>
                <a:ea typeface="楷体_GB2312" pitchFamily="1" charset="-122"/>
              </a:rPr>
              <a:t>IMRi</a:t>
            </a:r>
            <a:r>
              <a:rPr lang="zh-CN" altLang="en-US" sz="2000" b="1" dirty="0">
                <a:solidFill>
                  <a:schemeClr val="folHlink"/>
                </a:solidFill>
                <a:latin typeface="楷体_GB2312" pitchFamily="1" charset="-122"/>
                <a:ea typeface="楷体_GB2312" pitchFamily="1" charset="-122"/>
              </a:rPr>
              <a:t>位为</a:t>
            </a:r>
            <a:r>
              <a:rPr lang="en-US" altLang="zh-CN" sz="2000" b="1" dirty="0">
                <a:solidFill>
                  <a:schemeClr val="folHlink"/>
                </a:solidFill>
                <a:latin typeface="楷体_GB2312" pitchFamily="1" charset="-122"/>
                <a:ea typeface="楷体_GB2312" pitchFamily="1" charset="-122"/>
              </a:rPr>
              <a:t>0</a:t>
            </a:r>
            <a:r>
              <a:rPr lang="zh-CN" altLang="en-US" sz="2000" b="1" dirty="0">
                <a:solidFill>
                  <a:schemeClr val="folHlink"/>
                </a:solidFill>
                <a:latin typeface="楷体_GB2312" pitchFamily="1" charset="-122"/>
                <a:ea typeface="楷体_GB2312" pitchFamily="1" charset="-122"/>
              </a:rPr>
              <a:t>，则所对应的中断请求是开放的。</a:t>
            </a:r>
          </a:p>
        </p:txBody>
      </p:sp>
      <p:sp>
        <p:nvSpPr>
          <p:cNvPr id="2" name="文本框 8278">
            <a:extLst>
              <a:ext uri="{FF2B5EF4-FFF2-40B4-BE49-F238E27FC236}">
                <a16:creationId xmlns:a16="http://schemas.microsoft.com/office/drawing/2014/main" id="{45C3178A-B05A-464C-B2A7-A566F66EB874}"/>
              </a:ext>
            </a:extLst>
          </p:cNvPr>
          <p:cNvSpPr txBox="1">
            <a:spLocks noChangeArrowheads="1"/>
          </p:cNvSpPr>
          <p:nvPr/>
        </p:nvSpPr>
        <p:spPr bwMode="auto">
          <a:xfrm>
            <a:off x="574675" y="263525"/>
            <a:ext cx="7237413" cy="122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3200" b="1">
                <a:solidFill>
                  <a:srgbClr val="FFFF00"/>
                </a:solidFill>
                <a:latin typeface="Times New Roman" panose="02020603050405020304" pitchFamily="18" charset="0"/>
              </a:rPr>
              <a:t>3.1 8259A </a:t>
            </a:r>
            <a:r>
              <a:rPr lang="zh-CN" altLang="en-US" sz="3200" b="1">
                <a:solidFill>
                  <a:srgbClr val="FFFF00"/>
                </a:solidFill>
                <a:latin typeface="Times New Roman" panose="02020603050405020304" pitchFamily="18" charset="0"/>
              </a:rPr>
              <a:t>的内部结构与管脚分配</a:t>
            </a:r>
          </a:p>
          <a:p>
            <a:pPr algn="just">
              <a:spcBef>
                <a:spcPct val="50000"/>
              </a:spcBef>
            </a:pPr>
            <a:r>
              <a:rPr lang="zh-CN" altLang="en-US" sz="2800" b="1">
                <a:latin typeface="Times New Roman" panose="02020603050405020304" pitchFamily="18" charset="0"/>
              </a:rPr>
              <a:t>一、内部结构</a:t>
            </a:r>
            <a:endParaRPr lang="zh-CN" altLang="en-US" sz="2800" b="1">
              <a:latin typeface="Times New Roman" panose="02020603050405020304" pitchFamily="18" charset="0"/>
              <a:ea typeface="楷体_GB2312" pitchFamily="1" charset="-122"/>
            </a:endParaRPr>
          </a:p>
        </p:txBody>
      </p:sp>
      <p:sp>
        <p:nvSpPr>
          <p:cNvPr id="3" name="灯片编号占位符 1">
            <a:extLst>
              <a:ext uri="{FF2B5EF4-FFF2-40B4-BE49-F238E27FC236}">
                <a16:creationId xmlns:a16="http://schemas.microsoft.com/office/drawing/2014/main" id="{B6866E5D-1AB4-4549-AECA-31A225D0E98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2E3F13F3-041E-4857-8C4F-01D31F29EACF}" type="slidenum">
              <a:rPr lang="zh-CN" altLang="en-US" smtClean="0"/>
              <a:pPr eaLnBrk="0" hangingPunct="0"/>
              <a:t>5</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81"/>
                                        </p:tgtEl>
                                        <p:attrNameLst>
                                          <p:attrName>style.visibility</p:attrName>
                                        </p:attrNameLst>
                                      </p:cBhvr>
                                      <p:to>
                                        <p:strVal val="visible"/>
                                      </p:to>
                                    </p:set>
                                    <p:anim calcmode="lin" valueType="num">
                                      <p:cBhvr additive="base">
                                        <p:cTn id="7" dur="500" fill="hold"/>
                                        <p:tgtEl>
                                          <p:spTgt spid="8281"/>
                                        </p:tgtEl>
                                        <p:attrNameLst>
                                          <p:attrName>ppt_x</p:attrName>
                                        </p:attrNameLst>
                                      </p:cBhvr>
                                      <p:tavLst>
                                        <p:tav tm="0">
                                          <p:val>
                                            <p:strVal val="#ppt_x"/>
                                          </p:val>
                                        </p:tav>
                                        <p:tav tm="100000">
                                          <p:val>
                                            <p:strVal val="#ppt_x"/>
                                          </p:val>
                                        </p:tav>
                                      </p:tavLst>
                                    </p:anim>
                                    <p:anim calcmode="lin" valueType="num">
                                      <p:cBhvr additive="base">
                                        <p:cTn id="8" dur="500" fill="hold"/>
                                        <p:tgtEl>
                                          <p:spTgt spid="82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1" nodeType="clickEffect">
                                  <p:stCondLst>
                                    <p:cond delay="0"/>
                                  </p:stCondLst>
                                  <p:childTnLst>
                                    <p:anim calcmode="lin" valueType="num">
                                      <p:cBhvr additive="base">
                                        <p:cTn id="12" dur="500"/>
                                        <p:tgtEl>
                                          <p:spTgt spid="8281"/>
                                        </p:tgtEl>
                                        <p:attrNameLst>
                                          <p:attrName>ppt_x</p:attrName>
                                        </p:attrNameLst>
                                      </p:cBhvr>
                                      <p:tavLst>
                                        <p:tav tm="0">
                                          <p:val>
                                            <p:strVal val="ppt_x"/>
                                          </p:val>
                                        </p:tav>
                                        <p:tav tm="100000">
                                          <p:val>
                                            <p:strVal val="ppt_x"/>
                                          </p:val>
                                        </p:tav>
                                      </p:tavLst>
                                    </p:anim>
                                    <p:anim calcmode="lin" valueType="num">
                                      <p:cBhvr additive="base">
                                        <p:cTn id="13" dur="500"/>
                                        <p:tgtEl>
                                          <p:spTgt spid="8281"/>
                                        </p:tgtEl>
                                        <p:attrNameLst>
                                          <p:attrName>ppt_y</p:attrName>
                                        </p:attrNameLst>
                                      </p:cBhvr>
                                      <p:tavLst>
                                        <p:tav tm="0">
                                          <p:val>
                                            <p:strVal val="ppt_y"/>
                                          </p:val>
                                        </p:tav>
                                        <p:tav tm="100000">
                                          <p:val>
                                            <p:strVal val="1+ppt_h/2"/>
                                          </p:val>
                                        </p:tav>
                                      </p:tavLst>
                                    </p:anim>
                                    <p:set>
                                      <p:cBhvr>
                                        <p:cTn id="14" dur="1" fill="hold">
                                          <p:stCondLst>
                                            <p:cond delay="499"/>
                                          </p:stCondLst>
                                        </p:cTn>
                                        <p:tgtEl>
                                          <p:spTgt spid="8281"/>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280"/>
                                        </p:tgtEl>
                                        <p:attrNameLst>
                                          <p:attrName>style.visibility</p:attrName>
                                        </p:attrNameLst>
                                      </p:cBhvr>
                                      <p:to>
                                        <p:strVal val="visible"/>
                                      </p:to>
                                    </p:set>
                                    <p:anim calcmode="lin" valueType="num">
                                      <p:cBhvr additive="base">
                                        <p:cTn id="19" dur="500" fill="hold"/>
                                        <p:tgtEl>
                                          <p:spTgt spid="8280"/>
                                        </p:tgtEl>
                                        <p:attrNameLst>
                                          <p:attrName>ppt_x</p:attrName>
                                        </p:attrNameLst>
                                      </p:cBhvr>
                                      <p:tavLst>
                                        <p:tav tm="0">
                                          <p:val>
                                            <p:strVal val="#ppt_x"/>
                                          </p:val>
                                        </p:tav>
                                        <p:tav tm="100000">
                                          <p:val>
                                            <p:strVal val="#ppt_x"/>
                                          </p:val>
                                        </p:tav>
                                      </p:tavLst>
                                    </p:anim>
                                    <p:anim calcmode="lin" valueType="num">
                                      <p:cBhvr additive="base">
                                        <p:cTn id="20" dur="500" fill="hold"/>
                                        <p:tgtEl>
                                          <p:spTgt spid="828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xit" presetSubtype="4" fill="hold" grpId="1" nodeType="clickEffect">
                                  <p:stCondLst>
                                    <p:cond delay="0"/>
                                  </p:stCondLst>
                                  <p:childTnLst>
                                    <p:anim calcmode="lin" valueType="num">
                                      <p:cBhvr additive="base">
                                        <p:cTn id="24" dur="500"/>
                                        <p:tgtEl>
                                          <p:spTgt spid="8280"/>
                                        </p:tgtEl>
                                        <p:attrNameLst>
                                          <p:attrName>ppt_x</p:attrName>
                                        </p:attrNameLst>
                                      </p:cBhvr>
                                      <p:tavLst>
                                        <p:tav tm="0">
                                          <p:val>
                                            <p:strVal val="ppt_x"/>
                                          </p:val>
                                        </p:tav>
                                        <p:tav tm="100000">
                                          <p:val>
                                            <p:strVal val="ppt_x"/>
                                          </p:val>
                                        </p:tav>
                                      </p:tavLst>
                                    </p:anim>
                                    <p:anim calcmode="lin" valueType="num">
                                      <p:cBhvr additive="base">
                                        <p:cTn id="25" dur="500"/>
                                        <p:tgtEl>
                                          <p:spTgt spid="8280"/>
                                        </p:tgtEl>
                                        <p:attrNameLst>
                                          <p:attrName>ppt_y</p:attrName>
                                        </p:attrNameLst>
                                      </p:cBhvr>
                                      <p:tavLst>
                                        <p:tav tm="0">
                                          <p:val>
                                            <p:strVal val="ppt_y"/>
                                          </p:val>
                                        </p:tav>
                                        <p:tav tm="100000">
                                          <p:val>
                                            <p:strVal val="1+ppt_h/2"/>
                                          </p:val>
                                        </p:tav>
                                      </p:tavLst>
                                    </p:anim>
                                    <p:set>
                                      <p:cBhvr>
                                        <p:cTn id="26" dur="1" fill="hold">
                                          <p:stCondLst>
                                            <p:cond delay="499"/>
                                          </p:stCondLst>
                                        </p:cTn>
                                        <p:tgtEl>
                                          <p:spTgt spid="8280"/>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278"/>
                                        </p:tgtEl>
                                        <p:attrNameLst>
                                          <p:attrName>style.visibility</p:attrName>
                                        </p:attrNameLst>
                                      </p:cBhvr>
                                      <p:to>
                                        <p:strVal val="visible"/>
                                      </p:to>
                                    </p:set>
                                    <p:anim calcmode="lin" valueType="num">
                                      <p:cBhvr additive="base">
                                        <p:cTn id="31" dur="500" fill="hold"/>
                                        <p:tgtEl>
                                          <p:spTgt spid="8278"/>
                                        </p:tgtEl>
                                        <p:attrNameLst>
                                          <p:attrName>ppt_x</p:attrName>
                                        </p:attrNameLst>
                                      </p:cBhvr>
                                      <p:tavLst>
                                        <p:tav tm="0">
                                          <p:val>
                                            <p:strVal val="#ppt_x"/>
                                          </p:val>
                                        </p:tav>
                                        <p:tav tm="100000">
                                          <p:val>
                                            <p:strVal val="#ppt_x"/>
                                          </p:val>
                                        </p:tav>
                                      </p:tavLst>
                                    </p:anim>
                                    <p:anim calcmode="lin" valueType="num">
                                      <p:cBhvr additive="base">
                                        <p:cTn id="32" dur="500" fill="hold"/>
                                        <p:tgtEl>
                                          <p:spTgt spid="8278"/>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xit" presetSubtype="4" fill="hold" grpId="1" nodeType="clickEffect">
                                  <p:stCondLst>
                                    <p:cond delay="0"/>
                                  </p:stCondLst>
                                  <p:childTnLst>
                                    <p:anim calcmode="lin" valueType="num">
                                      <p:cBhvr additive="base">
                                        <p:cTn id="36" dur="500"/>
                                        <p:tgtEl>
                                          <p:spTgt spid="8278"/>
                                        </p:tgtEl>
                                        <p:attrNameLst>
                                          <p:attrName>ppt_x</p:attrName>
                                        </p:attrNameLst>
                                      </p:cBhvr>
                                      <p:tavLst>
                                        <p:tav tm="0">
                                          <p:val>
                                            <p:strVal val="ppt_x"/>
                                          </p:val>
                                        </p:tav>
                                        <p:tav tm="100000">
                                          <p:val>
                                            <p:strVal val="ppt_x"/>
                                          </p:val>
                                        </p:tav>
                                      </p:tavLst>
                                    </p:anim>
                                    <p:anim calcmode="lin" valueType="num">
                                      <p:cBhvr additive="base">
                                        <p:cTn id="37" dur="500"/>
                                        <p:tgtEl>
                                          <p:spTgt spid="8278"/>
                                        </p:tgtEl>
                                        <p:attrNameLst>
                                          <p:attrName>ppt_y</p:attrName>
                                        </p:attrNameLst>
                                      </p:cBhvr>
                                      <p:tavLst>
                                        <p:tav tm="0">
                                          <p:val>
                                            <p:strVal val="ppt_y"/>
                                          </p:val>
                                        </p:tav>
                                        <p:tav tm="100000">
                                          <p:val>
                                            <p:strVal val="1+ppt_h/2"/>
                                          </p:val>
                                        </p:tav>
                                      </p:tavLst>
                                    </p:anim>
                                    <p:set>
                                      <p:cBhvr>
                                        <p:cTn id="38" dur="1" fill="hold">
                                          <p:stCondLst>
                                            <p:cond delay="499"/>
                                          </p:stCondLst>
                                        </p:cTn>
                                        <p:tgtEl>
                                          <p:spTgt spid="8278"/>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282"/>
                                        </p:tgtEl>
                                        <p:attrNameLst>
                                          <p:attrName>style.visibility</p:attrName>
                                        </p:attrNameLst>
                                      </p:cBhvr>
                                      <p:to>
                                        <p:strVal val="visible"/>
                                      </p:to>
                                    </p:set>
                                    <p:anim calcmode="lin" valueType="num">
                                      <p:cBhvr additive="base">
                                        <p:cTn id="43" dur="500" fill="hold"/>
                                        <p:tgtEl>
                                          <p:spTgt spid="8282"/>
                                        </p:tgtEl>
                                        <p:attrNameLst>
                                          <p:attrName>ppt_x</p:attrName>
                                        </p:attrNameLst>
                                      </p:cBhvr>
                                      <p:tavLst>
                                        <p:tav tm="0">
                                          <p:val>
                                            <p:strVal val="#ppt_x"/>
                                          </p:val>
                                        </p:tav>
                                        <p:tav tm="100000">
                                          <p:val>
                                            <p:strVal val="#ppt_x"/>
                                          </p:val>
                                        </p:tav>
                                      </p:tavLst>
                                    </p:anim>
                                    <p:anim calcmode="lin" valueType="num">
                                      <p:cBhvr additive="base">
                                        <p:cTn id="44" dur="500" fill="hold"/>
                                        <p:tgtEl>
                                          <p:spTgt spid="8282"/>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xit" presetSubtype="4" fill="hold" grpId="1" nodeType="clickEffect">
                                  <p:stCondLst>
                                    <p:cond delay="0"/>
                                  </p:stCondLst>
                                  <p:childTnLst>
                                    <p:anim calcmode="lin" valueType="num">
                                      <p:cBhvr additive="base">
                                        <p:cTn id="48" dur="500"/>
                                        <p:tgtEl>
                                          <p:spTgt spid="8282"/>
                                        </p:tgtEl>
                                        <p:attrNameLst>
                                          <p:attrName>ppt_x</p:attrName>
                                        </p:attrNameLst>
                                      </p:cBhvr>
                                      <p:tavLst>
                                        <p:tav tm="0">
                                          <p:val>
                                            <p:strVal val="ppt_x"/>
                                          </p:val>
                                        </p:tav>
                                        <p:tav tm="100000">
                                          <p:val>
                                            <p:strVal val="ppt_x"/>
                                          </p:val>
                                        </p:tav>
                                      </p:tavLst>
                                    </p:anim>
                                    <p:anim calcmode="lin" valueType="num">
                                      <p:cBhvr additive="base">
                                        <p:cTn id="49" dur="500"/>
                                        <p:tgtEl>
                                          <p:spTgt spid="8282"/>
                                        </p:tgtEl>
                                        <p:attrNameLst>
                                          <p:attrName>ppt_y</p:attrName>
                                        </p:attrNameLst>
                                      </p:cBhvr>
                                      <p:tavLst>
                                        <p:tav tm="0">
                                          <p:val>
                                            <p:strVal val="ppt_y"/>
                                          </p:val>
                                        </p:tav>
                                        <p:tav tm="100000">
                                          <p:val>
                                            <p:strVal val="1+ppt_h/2"/>
                                          </p:val>
                                        </p:tav>
                                      </p:tavLst>
                                    </p:anim>
                                    <p:set>
                                      <p:cBhvr>
                                        <p:cTn id="50" dur="1" fill="hold">
                                          <p:stCondLst>
                                            <p:cond delay="499"/>
                                          </p:stCondLst>
                                        </p:cTn>
                                        <p:tgtEl>
                                          <p:spTgt spid="82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0" grpId="0" animBg="1"/>
      <p:bldP spid="8280" grpId="1" animBg="1"/>
      <p:bldP spid="8281" grpId="0" animBg="1"/>
      <p:bldP spid="8281" grpId="1" animBg="1"/>
      <p:bldP spid="8282" grpId="0" animBg="1"/>
      <p:bldP spid="8282" grpId="1" animBg="1"/>
      <p:bldP spid="8278" grpId="0" animBg="1"/>
      <p:bldP spid="827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7" name="组合 9217">
            <a:extLst>
              <a:ext uri="{FF2B5EF4-FFF2-40B4-BE49-F238E27FC236}">
                <a16:creationId xmlns:a16="http://schemas.microsoft.com/office/drawing/2014/main" id="{57B1E3CA-0D73-4E07-9364-738BAEF52B53}"/>
              </a:ext>
            </a:extLst>
          </p:cNvPr>
          <p:cNvGrpSpPr>
            <a:grpSpLocks/>
          </p:cNvGrpSpPr>
          <p:nvPr/>
        </p:nvGrpSpPr>
        <p:grpSpPr bwMode="auto">
          <a:xfrm>
            <a:off x="-17463" y="1281113"/>
            <a:ext cx="8477251" cy="4872037"/>
            <a:chOff x="0" y="0"/>
            <a:chExt cx="5343" cy="3069"/>
          </a:xfrm>
        </p:grpSpPr>
        <p:grpSp>
          <p:nvGrpSpPr>
            <p:cNvPr id="9218" name="组合 9218">
              <a:extLst>
                <a:ext uri="{FF2B5EF4-FFF2-40B4-BE49-F238E27FC236}">
                  <a16:creationId xmlns:a16="http://schemas.microsoft.com/office/drawing/2014/main" id="{9F9729E8-B13A-4647-8DE4-BE98DA71FC47}"/>
                </a:ext>
              </a:extLst>
            </p:cNvPr>
            <p:cNvGrpSpPr>
              <a:grpSpLocks/>
            </p:cNvGrpSpPr>
            <p:nvPr/>
          </p:nvGrpSpPr>
          <p:grpSpPr bwMode="auto">
            <a:xfrm>
              <a:off x="4717" y="1053"/>
              <a:ext cx="626" cy="311"/>
              <a:chOff x="0" y="0"/>
              <a:chExt cx="626" cy="311"/>
            </a:xfrm>
          </p:grpSpPr>
          <p:sp>
            <p:nvSpPr>
              <p:cNvPr id="9219" name="直接连接符 9219">
                <a:extLst>
                  <a:ext uri="{FF2B5EF4-FFF2-40B4-BE49-F238E27FC236}">
                    <a16:creationId xmlns:a16="http://schemas.microsoft.com/office/drawing/2014/main" id="{6F671AD1-B7DB-47CB-A460-6F371B9427C5}"/>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0" name="文本框 9220">
                <a:extLst>
                  <a:ext uri="{FF2B5EF4-FFF2-40B4-BE49-F238E27FC236}">
                    <a16:creationId xmlns:a16="http://schemas.microsoft.com/office/drawing/2014/main" id="{2FC186EC-D64C-46E8-BE92-F257BE003C19}"/>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9221" name="组合 9221">
              <a:extLst>
                <a:ext uri="{FF2B5EF4-FFF2-40B4-BE49-F238E27FC236}">
                  <a16:creationId xmlns:a16="http://schemas.microsoft.com/office/drawing/2014/main" id="{A703263E-7A74-4F9E-8CF9-0E036066F895}"/>
                </a:ext>
              </a:extLst>
            </p:cNvPr>
            <p:cNvGrpSpPr>
              <a:grpSpLocks/>
            </p:cNvGrpSpPr>
            <p:nvPr/>
          </p:nvGrpSpPr>
          <p:grpSpPr bwMode="auto">
            <a:xfrm>
              <a:off x="4718" y="1244"/>
              <a:ext cx="625" cy="311"/>
              <a:chOff x="0" y="0"/>
              <a:chExt cx="625" cy="311"/>
            </a:xfrm>
          </p:grpSpPr>
          <p:sp>
            <p:nvSpPr>
              <p:cNvPr id="9222" name="直接连接符 9222">
                <a:extLst>
                  <a:ext uri="{FF2B5EF4-FFF2-40B4-BE49-F238E27FC236}">
                    <a16:creationId xmlns:a16="http://schemas.microsoft.com/office/drawing/2014/main" id="{3D99A7AE-BFBB-48A1-8AC4-543BF26C27C5}"/>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3" name="文本框 9223">
                <a:extLst>
                  <a:ext uri="{FF2B5EF4-FFF2-40B4-BE49-F238E27FC236}">
                    <a16:creationId xmlns:a16="http://schemas.microsoft.com/office/drawing/2014/main" id="{4478CE53-0ED0-494E-A086-6262848922F9}"/>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9224" name="组合 9224">
              <a:extLst>
                <a:ext uri="{FF2B5EF4-FFF2-40B4-BE49-F238E27FC236}">
                  <a16:creationId xmlns:a16="http://schemas.microsoft.com/office/drawing/2014/main" id="{7F63C64E-585F-4BA0-B3F7-D73B413C3801}"/>
                </a:ext>
              </a:extLst>
            </p:cNvPr>
            <p:cNvGrpSpPr>
              <a:grpSpLocks/>
            </p:cNvGrpSpPr>
            <p:nvPr/>
          </p:nvGrpSpPr>
          <p:grpSpPr bwMode="auto">
            <a:xfrm>
              <a:off x="0" y="0"/>
              <a:ext cx="4912" cy="3069"/>
              <a:chOff x="0" y="0"/>
              <a:chExt cx="4912" cy="3069"/>
            </a:xfrm>
          </p:grpSpPr>
          <p:sp>
            <p:nvSpPr>
              <p:cNvPr id="9225" name="文本框 9225">
                <a:extLst>
                  <a:ext uri="{FF2B5EF4-FFF2-40B4-BE49-F238E27FC236}">
                    <a16:creationId xmlns:a16="http://schemas.microsoft.com/office/drawing/2014/main" id="{D1787E55-3585-474F-9BD7-4D1C6F760CA1}"/>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9226" name="左右箭头 9226">
                <a:extLst>
                  <a:ext uri="{FF2B5EF4-FFF2-40B4-BE49-F238E27FC236}">
                    <a16:creationId xmlns:a16="http://schemas.microsoft.com/office/drawing/2014/main" id="{1B10AD11-8E62-409B-AF72-1CFFEB496DD4}"/>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9227" name="左右箭头 9227">
                <a:extLst>
                  <a:ext uri="{FF2B5EF4-FFF2-40B4-BE49-F238E27FC236}">
                    <a16:creationId xmlns:a16="http://schemas.microsoft.com/office/drawing/2014/main" id="{84A1156D-E0E3-484C-80CF-27305A07A074}"/>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9228" name="文本框 9228">
                <a:extLst>
                  <a:ext uri="{FF2B5EF4-FFF2-40B4-BE49-F238E27FC236}">
                    <a16:creationId xmlns:a16="http://schemas.microsoft.com/office/drawing/2014/main" id="{05E63EDE-DB0E-406F-A720-0780C68220BD}"/>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9229" name="文本框 9229">
                <a:extLst>
                  <a:ext uri="{FF2B5EF4-FFF2-40B4-BE49-F238E27FC236}">
                    <a16:creationId xmlns:a16="http://schemas.microsoft.com/office/drawing/2014/main" id="{DE4DF185-35F5-442D-9F99-24E20C9DE904}"/>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9230" name="直接连接符 9230">
                <a:extLst>
                  <a:ext uri="{FF2B5EF4-FFF2-40B4-BE49-F238E27FC236}">
                    <a16:creationId xmlns:a16="http://schemas.microsoft.com/office/drawing/2014/main" id="{59242FB1-F1AA-448E-88CE-D2F827B830DF}"/>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1" name="文本框 9231">
                <a:extLst>
                  <a:ext uri="{FF2B5EF4-FFF2-40B4-BE49-F238E27FC236}">
                    <a16:creationId xmlns:a16="http://schemas.microsoft.com/office/drawing/2014/main" id="{EC093287-AC09-4C51-BEE0-543B1FED5DD4}"/>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9232" name="直接连接符 9232">
                <a:extLst>
                  <a:ext uri="{FF2B5EF4-FFF2-40B4-BE49-F238E27FC236}">
                    <a16:creationId xmlns:a16="http://schemas.microsoft.com/office/drawing/2014/main" id="{7BDF624B-2B98-44A4-BFFD-5386AEB963AC}"/>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3" name="文本框 9233">
                <a:extLst>
                  <a:ext uri="{FF2B5EF4-FFF2-40B4-BE49-F238E27FC236}">
                    <a16:creationId xmlns:a16="http://schemas.microsoft.com/office/drawing/2014/main" id="{E048F37F-DFA7-4A03-92EC-DAA6D48D5C50}"/>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9234" name="直接连接符 9234">
                <a:extLst>
                  <a:ext uri="{FF2B5EF4-FFF2-40B4-BE49-F238E27FC236}">
                    <a16:creationId xmlns:a16="http://schemas.microsoft.com/office/drawing/2014/main" id="{FD8675FE-C557-4014-BDCE-B2ECFC55A347}"/>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5" name="文本框 9235">
                <a:extLst>
                  <a:ext uri="{FF2B5EF4-FFF2-40B4-BE49-F238E27FC236}">
                    <a16:creationId xmlns:a16="http://schemas.microsoft.com/office/drawing/2014/main" id="{731BF2BA-AE7B-460F-BE02-958F092704B4}"/>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9236" name="组合 9236">
                <a:extLst>
                  <a:ext uri="{FF2B5EF4-FFF2-40B4-BE49-F238E27FC236}">
                    <a16:creationId xmlns:a16="http://schemas.microsoft.com/office/drawing/2014/main" id="{76FC5BC1-B1D2-4D7C-85E8-DB6AF2AA423A}"/>
                  </a:ext>
                </a:extLst>
              </p:cNvPr>
              <p:cNvGrpSpPr>
                <a:grpSpLocks/>
              </p:cNvGrpSpPr>
              <p:nvPr/>
            </p:nvGrpSpPr>
            <p:grpSpPr bwMode="auto">
              <a:xfrm>
                <a:off x="1266" y="2526"/>
                <a:ext cx="54" cy="262"/>
                <a:chOff x="0" y="0"/>
                <a:chExt cx="79" cy="405"/>
              </a:xfrm>
            </p:grpSpPr>
            <p:sp>
              <p:nvSpPr>
                <p:cNvPr id="9237" name="椭圆 9237">
                  <a:extLst>
                    <a:ext uri="{FF2B5EF4-FFF2-40B4-BE49-F238E27FC236}">
                      <a16:creationId xmlns:a16="http://schemas.microsoft.com/office/drawing/2014/main" id="{44BF1ECF-3478-4DF5-A20B-51DD79EF4C7E}"/>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9238" name="直接连接符 9238">
                  <a:extLst>
                    <a:ext uri="{FF2B5EF4-FFF2-40B4-BE49-F238E27FC236}">
                      <a16:creationId xmlns:a16="http://schemas.microsoft.com/office/drawing/2014/main" id="{3EDD3085-EFB3-4162-AFFB-2C141A44F4EB}"/>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239" name="直接连接符 9239">
                <a:extLst>
                  <a:ext uri="{FF2B5EF4-FFF2-40B4-BE49-F238E27FC236}">
                    <a16:creationId xmlns:a16="http://schemas.microsoft.com/office/drawing/2014/main" id="{198FAD61-64A5-4680-908D-85FBD731F8EB}"/>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0" name="文本框 9240">
                <a:extLst>
                  <a:ext uri="{FF2B5EF4-FFF2-40B4-BE49-F238E27FC236}">
                    <a16:creationId xmlns:a16="http://schemas.microsoft.com/office/drawing/2014/main" id="{DE5090FE-9C87-4DA2-8D83-969425858ECC}"/>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9241" name="直接连接符 9241">
                <a:extLst>
                  <a:ext uri="{FF2B5EF4-FFF2-40B4-BE49-F238E27FC236}">
                    <a16:creationId xmlns:a16="http://schemas.microsoft.com/office/drawing/2014/main" id="{85BF47B2-4D81-4025-B05A-4F8BF37348A0}"/>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2" name="直接连接符 9242">
                <a:extLst>
                  <a:ext uri="{FF2B5EF4-FFF2-40B4-BE49-F238E27FC236}">
                    <a16:creationId xmlns:a16="http://schemas.microsoft.com/office/drawing/2014/main" id="{6C3F08AA-8409-44D6-815F-EF55F2724C3D}"/>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3" name="文本框 9243">
                <a:extLst>
                  <a:ext uri="{FF2B5EF4-FFF2-40B4-BE49-F238E27FC236}">
                    <a16:creationId xmlns:a16="http://schemas.microsoft.com/office/drawing/2014/main" id="{F8A7C199-54B6-44FE-A0C7-BC0BECF52544}"/>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9244" name="组合 9244">
                <a:extLst>
                  <a:ext uri="{FF2B5EF4-FFF2-40B4-BE49-F238E27FC236}">
                    <a16:creationId xmlns:a16="http://schemas.microsoft.com/office/drawing/2014/main" id="{344247DB-5A7A-4C97-9ED8-59E25B7080B6}"/>
                  </a:ext>
                </a:extLst>
              </p:cNvPr>
              <p:cNvGrpSpPr>
                <a:grpSpLocks/>
              </p:cNvGrpSpPr>
              <p:nvPr/>
            </p:nvGrpSpPr>
            <p:grpSpPr bwMode="auto">
              <a:xfrm>
                <a:off x="2368" y="0"/>
                <a:ext cx="2380" cy="2040"/>
                <a:chOff x="0" y="0"/>
                <a:chExt cx="2380" cy="2040"/>
              </a:xfrm>
            </p:grpSpPr>
            <p:grpSp>
              <p:nvGrpSpPr>
                <p:cNvPr id="9245" name="组合 9245">
                  <a:extLst>
                    <a:ext uri="{FF2B5EF4-FFF2-40B4-BE49-F238E27FC236}">
                      <a16:creationId xmlns:a16="http://schemas.microsoft.com/office/drawing/2014/main" id="{0B0F8090-37AA-4B78-A438-E22B21AD1473}"/>
                    </a:ext>
                  </a:extLst>
                </p:cNvPr>
                <p:cNvGrpSpPr>
                  <a:grpSpLocks/>
                </p:cNvGrpSpPr>
                <p:nvPr/>
              </p:nvGrpSpPr>
              <p:grpSpPr bwMode="auto">
                <a:xfrm>
                  <a:off x="412" y="0"/>
                  <a:ext cx="1968" cy="2040"/>
                  <a:chOff x="0" y="0"/>
                  <a:chExt cx="1968" cy="2040"/>
                </a:xfrm>
              </p:grpSpPr>
              <p:grpSp>
                <p:nvGrpSpPr>
                  <p:cNvPr id="9246" name="组合 9246">
                    <a:extLst>
                      <a:ext uri="{FF2B5EF4-FFF2-40B4-BE49-F238E27FC236}">
                        <a16:creationId xmlns:a16="http://schemas.microsoft.com/office/drawing/2014/main" id="{3EFD1E74-E216-4BA0-B98E-D6EDD50D52CF}"/>
                      </a:ext>
                    </a:extLst>
                  </p:cNvPr>
                  <p:cNvGrpSpPr>
                    <a:grpSpLocks/>
                  </p:cNvGrpSpPr>
                  <p:nvPr/>
                </p:nvGrpSpPr>
                <p:grpSpPr bwMode="auto">
                  <a:xfrm>
                    <a:off x="0" y="0"/>
                    <a:ext cx="1968" cy="796"/>
                    <a:chOff x="0" y="0"/>
                    <a:chExt cx="1968" cy="796"/>
                  </a:xfrm>
                </p:grpSpPr>
                <p:sp>
                  <p:nvSpPr>
                    <p:cNvPr id="9247" name="文本框 9247">
                      <a:extLst>
                        <a:ext uri="{FF2B5EF4-FFF2-40B4-BE49-F238E27FC236}">
                          <a16:creationId xmlns:a16="http://schemas.microsoft.com/office/drawing/2014/main" id="{30B86614-A384-4B8B-8CD4-57C152064661}"/>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9248" name="组合 9248">
                      <a:extLst>
                        <a:ext uri="{FF2B5EF4-FFF2-40B4-BE49-F238E27FC236}">
                          <a16:creationId xmlns:a16="http://schemas.microsoft.com/office/drawing/2014/main" id="{F7354F03-1E78-4D54-B383-93048CAB8269}"/>
                        </a:ext>
                      </a:extLst>
                    </p:cNvPr>
                    <p:cNvGrpSpPr>
                      <a:grpSpLocks/>
                    </p:cNvGrpSpPr>
                    <p:nvPr/>
                  </p:nvGrpSpPr>
                  <p:grpSpPr bwMode="auto">
                    <a:xfrm>
                      <a:off x="313" y="38"/>
                      <a:ext cx="618" cy="440"/>
                      <a:chOff x="0" y="0"/>
                      <a:chExt cx="618" cy="440"/>
                    </a:xfrm>
                  </p:grpSpPr>
                  <p:sp>
                    <p:nvSpPr>
                      <p:cNvPr id="9249" name="椭圆 9249">
                        <a:extLst>
                          <a:ext uri="{FF2B5EF4-FFF2-40B4-BE49-F238E27FC236}">
                            <a16:creationId xmlns:a16="http://schemas.microsoft.com/office/drawing/2014/main" id="{C9630089-DDAA-4BDF-996A-3FBC694549B3}"/>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9250" name="直接连接符 9250">
                        <a:extLst>
                          <a:ext uri="{FF2B5EF4-FFF2-40B4-BE49-F238E27FC236}">
                            <a16:creationId xmlns:a16="http://schemas.microsoft.com/office/drawing/2014/main" id="{2CADC71F-D6E6-4878-87D8-B27B9CA9C996}"/>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251" name="组合 9251">
                        <a:extLst>
                          <a:ext uri="{FF2B5EF4-FFF2-40B4-BE49-F238E27FC236}">
                            <a16:creationId xmlns:a16="http://schemas.microsoft.com/office/drawing/2014/main" id="{396F36D0-106B-42F0-B4D4-808A343A7A90}"/>
                          </a:ext>
                        </a:extLst>
                      </p:cNvPr>
                      <p:cNvGrpSpPr>
                        <a:grpSpLocks/>
                      </p:cNvGrpSpPr>
                      <p:nvPr/>
                    </p:nvGrpSpPr>
                    <p:grpSpPr bwMode="auto">
                      <a:xfrm>
                        <a:off x="0" y="0"/>
                        <a:ext cx="618" cy="359"/>
                        <a:chOff x="0" y="0"/>
                        <a:chExt cx="618" cy="359"/>
                      </a:xfrm>
                    </p:grpSpPr>
                    <p:sp>
                      <p:nvSpPr>
                        <p:cNvPr id="9252" name="文本框 9252">
                          <a:extLst>
                            <a:ext uri="{FF2B5EF4-FFF2-40B4-BE49-F238E27FC236}">
                              <a16:creationId xmlns:a16="http://schemas.microsoft.com/office/drawing/2014/main" id="{DAFE4088-D0A6-48B2-B314-D67B95A4AD4F}"/>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9253" name="直接连接符 9253">
                          <a:extLst>
                            <a:ext uri="{FF2B5EF4-FFF2-40B4-BE49-F238E27FC236}">
                              <a16:creationId xmlns:a16="http://schemas.microsoft.com/office/drawing/2014/main" id="{5FF86A7E-8F8E-4336-A0D1-8899B910D489}"/>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254" name="组合 9254">
                      <a:extLst>
                        <a:ext uri="{FF2B5EF4-FFF2-40B4-BE49-F238E27FC236}">
                          <a16:creationId xmlns:a16="http://schemas.microsoft.com/office/drawing/2014/main" id="{F235F151-62B5-4C3D-BE63-1F75F8D1AF51}"/>
                        </a:ext>
                      </a:extLst>
                    </p:cNvPr>
                    <p:cNvGrpSpPr>
                      <a:grpSpLocks/>
                    </p:cNvGrpSpPr>
                    <p:nvPr/>
                  </p:nvGrpSpPr>
                  <p:grpSpPr bwMode="auto">
                    <a:xfrm>
                      <a:off x="1408" y="0"/>
                      <a:ext cx="531" cy="466"/>
                      <a:chOff x="0" y="0"/>
                      <a:chExt cx="531" cy="466"/>
                    </a:xfrm>
                  </p:grpSpPr>
                  <p:sp>
                    <p:nvSpPr>
                      <p:cNvPr id="9255" name="直接连接符 9255">
                        <a:extLst>
                          <a:ext uri="{FF2B5EF4-FFF2-40B4-BE49-F238E27FC236}">
                            <a16:creationId xmlns:a16="http://schemas.microsoft.com/office/drawing/2014/main" id="{8E6F923F-BC9B-4E1A-A8A0-10433FBF1678}"/>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6" name="文本框 9256">
                        <a:extLst>
                          <a:ext uri="{FF2B5EF4-FFF2-40B4-BE49-F238E27FC236}">
                            <a16:creationId xmlns:a16="http://schemas.microsoft.com/office/drawing/2014/main" id="{81A57ED6-29EC-41F5-A87C-44455E6EBF25}"/>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9257" name="组合 9257">
                    <a:extLst>
                      <a:ext uri="{FF2B5EF4-FFF2-40B4-BE49-F238E27FC236}">
                        <a16:creationId xmlns:a16="http://schemas.microsoft.com/office/drawing/2014/main" id="{71E72378-5488-4310-9274-E51D6F2693B6}"/>
                      </a:ext>
                    </a:extLst>
                  </p:cNvPr>
                  <p:cNvGrpSpPr>
                    <a:grpSpLocks/>
                  </p:cNvGrpSpPr>
                  <p:nvPr/>
                </p:nvGrpSpPr>
                <p:grpSpPr bwMode="auto">
                  <a:xfrm>
                    <a:off x="12" y="796"/>
                    <a:ext cx="412" cy="1225"/>
                    <a:chOff x="0" y="0"/>
                    <a:chExt cx="600" cy="1890"/>
                  </a:xfrm>
                </p:grpSpPr>
                <p:sp>
                  <p:nvSpPr>
                    <p:cNvPr id="9258" name="文本框 9258">
                      <a:extLst>
                        <a:ext uri="{FF2B5EF4-FFF2-40B4-BE49-F238E27FC236}">
                          <a16:creationId xmlns:a16="http://schemas.microsoft.com/office/drawing/2014/main" id="{4104F6E1-6B0A-4FE6-8402-9E4EC7BE9B6B}"/>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9259" name="直接连接符 9259">
                      <a:extLst>
                        <a:ext uri="{FF2B5EF4-FFF2-40B4-BE49-F238E27FC236}">
                          <a16:creationId xmlns:a16="http://schemas.microsoft.com/office/drawing/2014/main" id="{4F9C2229-2919-4820-8A52-E2EAA7803E43}"/>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260" name="组合 9260">
                    <a:extLst>
                      <a:ext uri="{FF2B5EF4-FFF2-40B4-BE49-F238E27FC236}">
                        <a16:creationId xmlns:a16="http://schemas.microsoft.com/office/drawing/2014/main" id="{0D7EC272-D1C1-4CF4-B77E-9EA9C2D10411}"/>
                      </a:ext>
                    </a:extLst>
                  </p:cNvPr>
                  <p:cNvGrpSpPr>
                    <a:grpSpLocks/>
                  </p:cNvGrpSpPr>
                  <p:nvPr/>
                </p:nvGrpSpPr>
                <p:grpSpPr bwMode="auto">
                  <a:xfrm>
                    <a:off x="763" y="787"/>
                    <a:ext cx="412" cy="1243"/>
                    <a:chOff x="0" y="0"/>
                    <a:chExt cx="600" cy="1920"/>
                  </a:xfrm>
                </p:grpSpPr>
                <p:sp>
                  <p:nvSpPr>
                    <p:cNvPr id="9261" name="文本框 9261">
                      <a:extLst>
                        <a:ext uri="{FF2B5EF4-FFF2-40B4-BE49-F238E27FC236}">
                          <a16:creationId xmlns:a16="http://schemas.microsoft.com/office/drawing/2014/main" id="{507C1DB5-1543-4553-84FF-673A88DF21CE}"/>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9262" name="直接连接符 9262">
                      <a:extLst>
                        <a:ext uri="{FF2B5EF4-FFF2-40B4-BE49-F238E27FC236}">
                          <a16:creationId xmlns:a16="http://schemas.microsoft.com/office/drawing/2014/main" id="{E8EEBB3A-52E7-4A5C-A5B4-CCB9E4EB130D}"/>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263" name="组合 9263">
                    <a:extLst>
                      <a:ext uri="{FF2B5EF4-FFF2-40B4-BE49-F238E27FC236}">
                        <a16:creationId xmlns:a16="http://schemas.microsoft.com/office/drawing/2014/main" id="{074C139A-2EA0-4C7A-BE95-D9ED548B71A7}"/>
                      </a:ext>
                    </a:extLst>
                  </p:cNvPr>
                  <p:cNvGrpSpPr>
                    <a:grpSpLocks/>
                  </p:cNvGrpSpPr>
                  <p:nvPr/>
                </p:nvGrpSpPr>
                <p:grpSpPr bwMode="auto">
                  <a:xfrm>
                    <a:off x="1526" y="796"/>
                    <a:ext cx="412" cy="1244"/>
                    <a:chOff x="0" y="0"/>
                    <a:chExt cx="600" cy="1920"/>
                  </a:xfrm>
                </p:grpSpPr>
                <p:sp>
                  <p:nvSpPr>
                    <p:cNvPr id="9264" name="文本框 9264">
                      <a:extLst>
                        <a:ext uri="{FF2B5EF4-FFF2-40B4-BE49-F238E27FC236}">
                          <a16:creationId xmlns:a16="http://schemas.microsoft.com/office/drawing/2014/main" id="{A654C4B1-FB73-4A44-8A41-D441A372DCEE}"/>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9265" name="直接连接符 9265">
                      <a:extLst>
                        <a:ext uri="{FF2B5EF4-FFF2-40B4-BE49-F238E27FC236}">
                          <a16:creationId xmlns:a16="http://schemas.microsoft.com/office/drawing/2014/main" id="{57818609-3BC2-47B0-9FA3-88F2C7559966}"/>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266" name="左右箭头 9266">
                    <a:extLst>
                      <a:ext uri="{FF2B5EF4-FFF2-40B4-BE49-F238E27FC236}">
                        <a16:creationId xmlns:a16="http://schemas.microsoft.com/office/drawing/2014/main" id="{7C1C4DB7-2570-41CF-829D-1DB0D380A7ED}"/>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9267" name="左箭头 9267">
                    <a:extLst>
                      <a:ext uri="{FF2B5EF4-FFF2-40B4-BE49-F238E27FC236}">
                        <a16:creationId xmlns:a16="http://schemas.microsoft.com/office/drawing/2014/main" id="{D905B835-7ACC-49AF-A4CD-66664510CBB7}"/>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9268" name="左箭头 9268">
                  <a:extLst>
                    <a:ext uri="{FF2B5EF4-FFF2-40B4-BE49-F238E27FC236}">
                      <a16:creationId xmlns:a16="http://schemas.microsoft.com/office/drawing/2014/main" id="{1D6BC9AE-E712-4C12-9DBC-C87743F16EC3}"/>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9269" name="文本框 9269">
                <a:extLst>
                  <a:ext uri="{FF2B5EF4-FFF2-40B4-BE49-F238E27FC236}">
                    <a16:creationId xmlns:a16="http://schemas.microsoft.com/office/drawing/2014/main" id="{5BC4A1E9-9E41-45E0-8CFA-DD8EA13B050D}"/>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9270" name="椭圆 9270">
                <a:extLst>
                  <a:ext uri="{FF2B5EF4-FFF2-40B4-BE49-F238E27FC236}">
                    <a16:creationId xmlns:a16="http://schemas.microsoft.com/office/drawing/2014/main" id="{8B258A9C-F509-4AB2-B92A-FEA384C0E52D}"/>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9271" name="直接连接符 9271">
                <a:extLst>
                  <a:ext uri="{FF2B5EF4-FFF2-40B4-BE49-F238E27FC236}">
                    <a16:creationId xmlns:a16="http://schemas.microsoft.com/office/drawing/2014/main" id="{640DA347-1A35-412F-94A7-E6A2471CA4F7}"/>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72" name="文本框 9272">
                <a:extLst>
                  <a:ext uri="{FF2B5EF4-FFF2-40B4-BE49-F238E27FC236}">
                    <a16:creationId xmlns:a16="http://schemas.microsoft.com/office/drawing/2014/main" id="{ECE772FE-74EF-4305-941A-8EDD262F1D35}"/>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9273" name="直接连接符 9273">
                <a:extLst>
                  <a:ext uri="{FF2B5EF4-FFF2-40B4-BE49-F238E27FC236}">
                    <a16:creationId xmlns:a16="http://schemas.microsoft.com/office/drawing/2014/main" id="{7601C889-EFBE-4EE1-9B7A-B6C7D6D52166}"/>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74" name="直接连接符 9274">
                <a:extLst>
                  <a:ext uri="{FF2B5EF4-FFF2-40B4-BE49-F238E27FC236}">
                    <a16:creationId xmlns:a16="http://schemas.microsoft.com/office/drawing/2014/main" id="{EAB49299-6D79-4FC7-A435-8C18A6409397}"/>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75" name="文本框 9275">
                <a:extLst>
                  <a:ext uri="{FF2B5EF4-FFF2-40B4-BE49-F238E27FC236}">
                    <a16:creationId xmlns:a16="http://schemas.microsoft.com/office/drawing/2014/main" id="{ED6A5BFA-BE98-459C-A7DF-1967E4CC0FF2}"/>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9276" name="组合 9276">
                <a:extLst>
                  <a:ext uri="{FF2B5EF4-FFF2-40B4-BE49-F238E27FC236}">
                    <a16:creationId xmlns:a16="http://schemas.microsoft.com/office/drawing/2014/main" id="{F0C9F9DD-1266-4A47-AAF1-EDC68C68131B}"/>
                  </a:ext>
                </a:extLst>
              </p:cNvPr>
              <p:cNvGrpSpPr>
                <a:grpSpLocks/>
              </p:cNvGrpSpPr>
              <p:nvPr/>
            </p:nvGrpSpPr>
            <p:grpSpPr bwMode="auto">
              <a:xfrm>
                <a:off x="853" y="1322"/>
                <a:ext cx="364" cy="51"/>
                <a:chOff x="0" y="0"/>
                <a:chExt cx="364" cy="51"/>
              </a:xfrm>
            </p:grpSpPr>
            <p:sp>
              <p:nvSpPr>
                <p:cNvPr id="9277" name="椭圆 9277">
                  <a:extLst>
                    <a:ext uri="{FF2B5EF4-FFF2-40B4-BE49-F238E27FC236}">
                      <a16:creationId xmlns:a16="http://schemas.microsoft.com/office/drawing/2014/main" id="{8D266188-2F00-40B8-873D-75A5C9602D43}"/>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9278" name="直接连接符 9278">
                  <a:extLst>
                    <a:ext uri="{FF2B5EF4-FFF2-40B4-BE49-F238E27FC236}">
                      <a16:creationId xmlns:a16="http://schemas.microsoft.com/office/drawing/2014/main" id="{4BCA45DB-AA56-49C9-855A-09FAB54F527F}"/>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279" name="文本框 9279">
                <a:extLst>
                  <a:ext uri="{FF2B5EF4-FFF2-40B4-BE49-F238E27FC236}">
                    <a16:creationId xmlns:a16="http://schemas.microsoft.com/office/drawing/2014/main" id="{18D47367-EDBF-4E48-B75D-1AC975427E80}"/>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9280" name="直接连接符 9280">
                <a:extLst>
                  <a:ext uri="{FF2B5EF4-FFF2-40B4-BE49-F238E27FC236}">
                    <a16:creationId xmlns:a16="http://schemas.microsoft.com/office/drawing/2014/main" id="{7B821903-8198-4484-8943-5C121192372B}"/>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281" name="组合 9281">
                <a:extLst>
                  <a:ext uri="{FF2B5EF4-FFF2-40B4-BE49-F238E27FC236}">
                    <a16:creationId xmlns:a16="http://schemas.microsoft.com/office/drawing/2014/main" id="{51C4D0C2-86E6-4C86-8C1B-0A439597A4A7}"/>
                  </a:ext>
                </a:extLst>
              </p:cNvPr>
              <p:cNvGrpSpPr>
                <a:grpSpLocks/>
              </p:cNvGrpSpPr>
              <p:nvPr/>
            </p:nvGrpSpPr>
            <p:grpSpPr bwMode="auto">
              <a:xfrm>
                <a:off x="1431" y="1632"/>
                <a:ext cx="54" cy="194"/>
                <a:chOff x="0" y="0"/>
                <a:chExt cx="54" cy="194"/>
              </a:xfrm>
            </p:grpSpPr>
            <p:sp>
              <p:nvSpPr>
                <p:cNvPr id="9282" name="椭圆 9282">
                  <a:extLst>
                    <a:ext uri="{FF2B5EF4-FFF2-40B4-BE49-F238E27FC236}">
                      <a16:creationId xmlns:a16="http://schemas.microsoft.com/office/drawing/2014/main" id="{DEB67E43-5BB9-4930-BCA2-B147FB560981}"/>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9283" name="直接连接符 9283">
                  <a:extLst>
                    <a:ext uri="{FF2B5EF4-FFF2-40B4-BE49-F238E27FC236}">
                      <a16:creationId xmlns:a16="http://schemas.microsoft.com/office/drawing/2014/main" id="{0C830352-EA39-47BE-A270-A185F19199F2}"/>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284" name="直接连接符 9284">
                <a:extLst>
                  <a:ext uri="{FF2B5EF4-FFF2-40B4-BE49-F238E27FC236}">
                    <a16:creationId xmlns:a16="http://schemas.microsoft.com/office/drawing/2014/main" id="{8ADD98F8-0361-49C2-9019-D63A4876B75E}"/>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85" name="文本框 9285">
                <a:extLst>
                  <a:ext uri="{FF2B5EF4-FFF2-40B4-BE49-F238E27FC236}">
                    <a16:creationId xmlns:a16="http://schemas.microsoft.com/office/drawing/2014/main" id="{EDD1EFF7-BD22-4FC9-BEEB-7D39DB461BDA}"/>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9286" name="直接连接符 9286">
                <a:extLst>
                  <a:ext uri="{FF2B5EF4-FFF2-40B4-BE49-F238E27FC236}">
                    <a16:creationId xmlns:a16="http://schemas.microsoft.com/office/drawing/2014/main" id="{6BAE9272-2950-4CBB-848E-76B1B1D64059}"/>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287" name="组合 9287">
                <a:extLst>
                  <a:ext uri="{FF2B5EF4-FFF2-40B4-BE49-F238E27FC236}">
                    <a16:creationId xmlns:a16="http://schemas.microsoft.com/office/drawing/2014/main" id="{92A22634-E8DE-4F17-ABCF-069275873F51}"/>
                  </a:ext>
                </a:extLst>
              </p:cNvPr>
              <p:cNvGrpSpPr>
                <a:grpSpLocks/>
              </p:cNvGrpSpPr>
              <p:nvPr/>
            </p:nvGrpSpPr>
            <p:grpSpPr bwMode="auto">
              <a:xfrm>
                <a:off x="1741" y="651"/>
                <a:ext cx="1040" cy="1583"/>
                <a:chOff x="0" y="0"/>
                <a:chExt cx="1514" cy="2445"/>
              </a:xfrm>
            </p:grpSpPr>
            <p:sp>
              <p:nvSpPr>
                <p:cNvPr id="9288" name="直接连接符 9288">
                  <a:extLst>
                    <a:ext uri="{FF2B5EF4-FFF2-40B4-BE49-F238E27FC236}">
                      <a16:creationId xmlns:a16="http://schemas.microsoft.com/office/drawing/2014/main" id="{3D6DD0D9-F672-4423-9D3E-ABA915468EBE}"/>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89" name="直接连接符 9289">
                  <a:extLst>
                    <a:ext uri="{FF2B5EF4-FFF2-40B4-BE49-F238E27FC236}">
                      <a16:creationId xmlns:a16="http://schemas.microsoft.com/office/drawing/2014/main" id="{99E9A676-22E2-4250-8458-333A552A93E3}"/>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90" name="直接连接符 9290">
                  <a:extLst>
                    <a:ext uri="{FF2B5EF4-FFF2-40B4-BE49-F238E27FC236}">
                      <a16:creationId xmlns:a16="http://schemas.microsoft.com/office/drawing/2014/main" id="{EB44FEC7-D1F5-4041-8C65-B87A9170161B}"/>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91" name="直接连接符 9291">
                  <a:extLst>
                    <a:ext uri="{FF2B5EF4-FFF2-40B4-BE49-F238E27FC236}">
                      <a16:creationId xmlns:a16="http://schemas.microsoft.com/office/drawing/2014/main" id="{44421C1C-4A0D-4013-9A68-F80ADABACC05}"/>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92" name="直接连接符 9292">
                  <a:extLst>
                    <a:ext uri="{FF2B5EF4-FFF2-40B4-BE49-F238E27FC236}">
                      <a16:creationId xmlns:a16="http://schemas.microsoft.com/office/drawing/2014/main" id="{DE0364A1-56F1-473C-AC30-321DF6811499}"/>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93" name="组合 9293">
                <a:extLst>
                  <a:ext uri="{FF2B5EF4-FFF2-40B4-BE49-F238E27FC236}">
                    <a16:creationId xmlns:a16="http://schemas.microsoft.com/office/drawing/2014/main" id="{331BCAE3-54C1-4CB0-9942-6ADCB6162B69}"/>
                  </a:ext>
                </a:extLst>
              </p:cNvPr>
              <p:cNvGrpSpPr>
                <a:grpSpLocks/>
              </p:cNvGrpSpPr>
              <p:nvPr/>
            </p:nvGrpSpPr>
            <p:grpSpPr bwMode="auto">
              <a:xfrm>
                <a:off x="2377" y="2021"/>
                <a:ext cx="2253" cy="612"/>
                <a:chOff x="0" y="0"/>
                <a:chExt cx="3280" cy="945"/>
              </a:xfrm>
            </p:grpSpPr>
            <p:sp>
              <p:nvSpPr>
                <p:cNvPr id="9294" name="文本框 9294">
                  <a:extLst>
                    <a:ext uri="{FF2B5EF4-FFF2-40B4-BE49-F238E27FC236}">
                      <a16:creationId xmlns:a16="http://schemas.microsoft.com/office/drawing/2014/main" id="{B8BC4376-BAFC-4662-882F-4906549AB2B6}"/>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9295" name="直接连接符 9295">
                  <a:extLst>
                    <a:ext uri="{FF2B5EF4-FFF2-40B4-BE49-F238E27FC236}">
                      <a16:creationId xmlns:a16="http://schemas.microsoft.com/office/drawing/2014/main" id="{E6875FEF-3893-4195-8FD8-CAAEED88C275}"/>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96" name="直接连接符 9296">
                  <a:extLst>
                    <a:ext uri="{FF2B5EF4-FFF2-40B4-BE49-F238E27FC236}">
                      <a16:creationId xmlns:a16="http://schemas.microsoft.com/office/drawing/2014/main" id="{D8822B83-327A-4B03-B007-A9D54603F05D}"/>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97" name="直接连接符 9297">
                  <a:extLst>
                    <a:ext uri="{FF2B5EF4-FFF2-40B4-BE49-F238E27FC236}">
                      <a16:creationId xmlns:a16="http://schemas.microsoft.com/office/drawing/2014/main" id="{A8038A50-32A5-4550-B164-B03C0D3F57E4}"/>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98" name="左右箭头 9298">
                  <a:extLst>
                    <a:ext uri="{FF2B5EF4-FFF2-40B4-BE49-F238E27FC236}">
                      <a16:creationId xmlns:a16="http://schemas.microsoft.com/office/drawing/2014/main" id="{EFE74EE4-BA8B-46EF-AE9B-BB1A56BE9CAC}"/>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9299" name="直接连接符 9299">
                <a:extLst>
                  <a:ext uri="{FF2B5EF4-FFF2-40B4-BE49-F238E27FC236}">
                    <a16:creationId xmlns:a16="http://schemas.microsoft.com/office/drawing/2014/main" id="{47C525D5-71B5-4427-8C21-8DAA2A3D2943}"/>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300" name="文本框 9300">
              <a:extLst>
                <a:ext uri="{FF2B5EF4-FFF2-40B4-BE49-F238E27FC236}">
                  <a16:creationId xmlns:a16="http://schemas.microsoft.com/office/drawing/2014/main" id="{30088409-EDFC-4CE6-BEA9-00E206EE3C2F}"/>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9301" name="矩形 9301">
            <a:extLst>
              <a:ext uri="{FF2B5EF4-FFF2-40B4-BE49-F238E27FC236}">
                <a16:creationId xmlns:a16="http://schemas.microsoft.com/office/drawing/2014/main" id="{6B251F23-07DE-4C79-8DB3-AAFC6B81AF90}"/>
              </a:ext>
            </a:extLst>
          </p:cNvPr>
          <p:cNvSpPr>
            <a:spLocks noChangeArrowheads="1"/>
          </p:cNvSpPr>
          <p:nvPr/>
        </p:nvSpPr>
        <p:spPr bwMode="auto">
          <a:xfrm>
            <a:off x="3887788" y="1341438"/>
            <a:ext cx="5256212" cy="42910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FF0000"/>
                </a:solidFill>
                <a:latin typeface="楷体_GB2312" pitchFamily="1" charset="-122"/>
                <a:ea typeface="楷体_GB2312" pitchFamily="1" charset="-122"/>
              </a:rPr>
              <a:t>其他部件</a:t>
            </a:r>
          </a:p>
          <a:p>
            <a:pPr>
              <a:spcBef>
                <a:spcPct val="50000"/>
              </a:spcBef>
            </a:pPr>
            <a:r>
              <a:rPr lang="zh-CN" altLang="en-US" sz="2400" b="1">
                <a:solidFill>
                  <a:srgbClr val="FF0000"/>
                </a:solidFill>
                <a:latin typeface="楷体_GB2312" pitchFamily="1" charset="-122"/>
                <a:ea typeface="楷体_GB2312" pitchFamily="1" charset="-122"/>
              </a:rPr>
              <a:t>数据总线缓冲器</a:t>
            </a:r>
            <a:r>
              <a:rPr lang="en-US" altLang="zh-CN" sz="2400" b="1">
                <a:solidFill>
                  <a:srgbClr val="FF0000"/>
                </a:solidFill>
                <a:latin typeface="楷体_GB2312" pitchFamily="1" charset="-122"/>
                <a:ea typeface="楷体_GB2312" pitchFamily="1" charset="-122"/>
              </a:rPr>
              <a:t>:</a:t>
            </a:r>
            <a:r>
              <a:rPr lang="en-US" altLang="zh-CN" sz="2400" b="1">
                <a:solidFill>
                  <a:schemeClr val="folHlink"/>
                </a:solidFill>
                <a:latin typeface="楷体_GB2312" pitchFamily="1" charset="-122"/>
                <a:ea typeface="楷体_GB2312" pitchFamily="1" charset="-122"/>
              </a:rPr>
              <a:t>8</a:t>
            </a:r>
            <a:r>
              <a:rPr lang="zh-CN" altLang="en-US" sz="2400" b="1">
                <a:solidFill>
                  <a:schemeClr val="folHlink"/>
                </a:solidFill>
                <a:latin typeface="楷体_GB2312" pitchFamily="1" charset="-122"/>
                <a:ea typeface="楷体_GB2312" pitchFamily="1" charset="-122"/>
              </a:rPr>
              <a:t>位双向三态缓冲器，是与系统总线的接口，</a:t>
            </a:r>
            <a:r>
              <a:rPr lang="en-US" altLang="zh-CN" sz="2400" b="1">
                <a:solidFill>
                  <a:schemeClr val="folHlink"/>
                </a:solidFill>
                <a:latin typeface="楷体_GB2312" pitchFamily="1" charset="-122"/>
                <a:ea typeface="楷体_GB2312" pitchFamily="1" charset="-122"/>
              </a:rPr>
              <a:t>CPU</a:t>
            </a:r>
            <a:r>
              <a:rPr lang="zh-CN" altLang="en-US" sz="2400" b="1">
                <a:solidFill>
                  <a:schemeClr val="folHlink"/>
                </a:solidFill>
                <a:latin typeface="楷体_GB2312" pitchFamily="1" charset="-122"/>
                <a:ea typeface="楷体_GB2312" pitchFamily="1" charset="-122"/>
              </a:rPr>
              <a:t>写入</a:t>
            </a:r>
            <a:r>
              <a:rPr lang="en-US" altLang="zh-CN" sz="2400" b="1">
                <a:solidFill>
                  <a:schemeClr val="folHlink"/>
                </a:solidFill>
                <a:latin typeface="楷体_GB2312" pitchFamily="1" charset="-122"/>
                <a:ea typeface="楷体_GB2312" pitchFamily="1" charset="-122"/>
              </a:rPr>
              <a:t>8259A</a:t>
            </a:r>
            <a:r>
              <a:rPr lang="zh-CN" altLang="en-US" sz="2400" b="1">
                <a:solidFill>
                  <a:schemeClr val="folHlink"/>
                </a:solidFill>
                <a:latin typeface="楷体_GB2312" pitchFamily="1" charset="-122"/>
                <a:ea typeface="楷体_GB2312" pitchFamily="1" charset="-122"/>
              </a:rPr>
              <a:t>的命令字及读取</a:t>
            </a:r>
            <a:r>
              <a:rPr lang="en-US" altLang="zh-CN" sz="2400" b="1">
                <a:solidFill>
                  <a:schemeClr val="folHlink"/>
                </a:solidFill>
                <a:latin typeface="楷体_GB2312" pitchFamily="1" charset="-122"/>
                <a:ea typeface="楷体_GB2312" pitchFamily="1" charset="-122"/>
              </a:rPr>
              <a:t>8259A</a:t>
            </a:r>
            <a:r>
              <a:rPr lang="zh-CN" altLang="en-US" sz="2400" b="1">
                <a:solidFill>
                  <a:schemeClr val="folHlink"/>
                </a:solidFill>
                <a:latin typeface="楷体_GB2312" pitchFamily="1" charset="-122"/>
                <a:ea typeface="楷体_GB2312" pitchFamily="1" charset="-122"/>
              </a:rPr>
              <a:t>的状态字都是通过数据总线缓冲器实现的。</a:t>
            </a:r>
          </a:p>
          <a:p>
            <a:pPr>
              <a:spcBef>
                <a:spcPct val="50000"/>
              </a:spcBef>
            </a:pPr>
            <a:r>
              <a:rPr lang="zh-CN" altLang="en-US" sz="2400" b="1">
                <a:solidFill>
                  <a:srgbClr val="FF0000"/>
                </a:solidFill>
                <a:latin typeface="楷体_GB2312" pitchFamily="1" charset="-122"/>
                <a:ea typeface="楷体_GB2312" pitchFamily="1" charset="-122"/>
              </a:rPr>
              <a:t>读</a:t>
            </a:r>
            <a:r>
              <a:rPr lang="en-US" altLang="zh-CN" sz="2400" b="1">
                <a:solidFill>
                  <a:srgbClr val="FF0000"/>
                </a:solidFill>
                <a:latin typeface="楷体_GB2312" pitchFamily="1" charset="-122"/>
                <a:ea typeface="楷体_GB2312" pitchFamily="1" charset="-122"/>
              </a:rPr>
              <a:t>/</a:t>
            </a:r>
            <a:r>
              <a:rPr lang="zh-CN" altLang="en-US" sz="2400" b="1">
                <a:solidFill>
                  <a:srgbClr val="FF0000"/>
                </a:solidFill>
                <a:latin typeface="楷体_GB2312" pitchFamily="1" charset="-122"/>
                <a:ea typeface="楷体_GB2312" pitchFamily="1" charset="-122"/>
              </a:rPr>
              <a:t>写逻辑</a:t>
            </a:r>
            <a:r>
              <a:rPr lang="en-US" altLang="zh-CN" sz="2400" b="1">
                <a:solidFill>
                  <a:srgbClr val="FF0000"/>
                </a:solidFill>
                <a:latin typeface="楷体_GB2312" pitchFamily="1" charset="-122"/>
                <a:ea typeface="楷体_GB2312" pitchFamily="1" charset="-122"/>
              </a:rPr>
              <a:t>:</a:t>
            </a:r>
            <a:r>
              <a:rPr lang="zh-CN" altLang="en-US" sz="2400" b="1">
                <a:solidFill>
                  <a:schemeClr val="folHlink"/>
                </a:solidFill>
                <a:latin typeface="楷体_GB2312" pitchFamily="1" charset="-122"/>
                <a:ea typeface="楷体_GB2312" pitchFamily="1" charset="-122"/>
              </a:rPr>
              <a:t>实现</a:t>
            </a:r>
            <a:r>
              <a:rPr lang="en-US" altLang="zh-CN" sz="2400" b="1">
                <a:solidFill>
                  <a:schemeClr val="folHlink"/>
                </a:solidFill>
                <a:latin typeface="楷体_GB2312" pitchFamily="1" charset="-122"/>
                <a:ea typeface="楷体_GB2312" pitchFamily="1" charset="-122"/>
              </a:rPr>
              <a:t>CPU</a:t>
            </a:r>
            <a:r>
              <a:rPr lang="zh-CN" altLang="en-US" sz="2400" b="1">
                <a:solidFill>
                  <a:schemeClr val="folHlink"/>
                </a:solidFill>
                <a:latin typeface="楷体_GB2312" pitchFamily="1" charset="-122"/>
                <a:ea typeface="楷体_GB2312" pitchFamily="1" charset="-122"/>
              </a:rPr>
              <a:t>对</a:t>
            </a:r>
            <a:r>
              <a:rPr lang="en-US" altLang="zh-CN" sz="2400" b="1">
                <a:solidFill>
                  <a:schemeClr val="folHlink"/>
                </a:solidFill>
                <a:latin typeface="楷体_GB2312" pitchFamily="1" charset="-122"/>
                <a:ea typeface="楷体_GB2312" pitchFamily="1" charset="-122"/>
              </a:rPr>
              <a:t>8259A</a:t>
            </a:r>
            <a:r>
              <a:rPr lang="zh-CN" altLang="en-US" sz="2400" b="1">
                <a:solidFill>
                  <a:schemeClr val="folHlink"/>
                </a:solidFill>
                <a:latin typeface="楷体_GB2312" pitchFamily="1" charset="-122"/>
                <a:ea typeface="楷体_GB2312" pitchFamily="1" charset="-122"/>
              </a:rPr>
              <a:t>的读</a:t>
            </a:r>
            <a:r>
              <a:rPr lang="en-US" altLang="zh-CN" sz="2400" b="1">
                <a:solidFill>
                  <a:schemeClr val="folHlink"/>
                </a:solidFill>
                <a:latin typeface="楷体_GB2312" pitchFamily="1" charset="-122"/>
                <a:ea typeface="楷体_GB2312" pitchFamily="1" charset="-122"/>
              </a:rPr>
              <a:t>/</a:t>
            </a:r>
            <a:r>
              <a:rPr lang="zh-CN" altLang="en-US" sz="2400" b="1">
                <a:solidFill>
                  <a:schemeClr val="folHlink"/>
                </a:solidFill>
                <a:latin typeface="楷体_GB2312" pitchFamily="1" charset="-122"/>
                <a:ea typeface="楷体_GB2312" pitchFamily="1" charset="-122"/>
              </a:rPr>
              <a:t>写操作。</a:t>
            </a:r>
          </a:p>
          <a:p>
            <a:pPr>
              <a:spcBef>
                <a:spcPct val="50000"/>
              </a:spcBef>
            </a:pPr>
            <a:r>
              <a:rPr lang="zh-CN" altLang="en-US" sz="2400" b="1">
                <a:solidFill>
                  <a:srgbClr val="FF0000"/>
                </a:solidFill>
                <a:latin typeface="楷体_GB2312" pitchFamily="1" charset="-122"/>
                <a:ea typeface="楷体_GB2312" pitchFamily="1" charset="-122"/>
              </a:rPr>
              <a:t>级连</a:t>
            </a:r>
            <a:r>
              <a:rPr lang="en-US" altLang="zh-CN" sz="2400" b="1">
                <a:solidFill>
                  <a:srgbClr val="FF0000"/>
                </a:solidFill>
                <a:latin typeface="楷体_GB2312" pitchFamily="1" charset="-122"/>
                <a:ea typeface="楷体_GB2312" pitchFamily="1" charset="-122"/>
              </a:rPr>
              <a:t>/ </a:t>
            </a:r>
            <a:r>
              <a:rPr lang="zh-CN" altLang="en-US" sz="2400" b="1">
                <a:solidFill>
                  <a:srgbClr val="FF0000"/>
                </a:solidFill>
                <a:latin typeface="楷体_GB2312" pitchFamily="1" charset="-122"/>
                <a:ea typeface="楷体_GB2312" pitchFamily="1" charset="-122"/>
              </a:rPr>
              <a:t>缓冲比较器</a:t>
            </a:r>
            <a:r>
              <a:rPr lang="en-US" altLang="zh-CN" sz="2400" b="1">
                <a:solidFill>
                  <a:srgbClr val="FF0000"/>
                </a:solidFill>
                <a:latin typeface="楷体_GB2312" pitchFamily="1" charset="-122"/>
                <a:ea typeface="楷体_GB2312" pitchFamily="1" charset="-122"/>
              </a:rPr>
              <a:t>: </a:t>
            </a:r>
            <a:r>
              <a:rPr lang="zh-CN" altLang="en-US" sz="2400" b="1">
                <a:solidFill>
                  <a:schemeClr val="folHlink"/>
                </a:solidFill>
                <a:latin typeface="楷体_GB2312" pitchFamily="1" charset="-122"/>
                <a:ea typeface="楷体_GB2312" pitchFamily="1" charset="-122"/>
              </a:rPr>
              <a:t>用于多片</a:t>
            </a:r>
            <a:r>
              <a:rPr lang="en-US" altLang="zh-CN" sz="2400" b="1">
                <a:solidFill>
                  <a:schemeClr val="folHlink"/>
                </a:solidFill>
                <a:latin typeface="楷体_GB2312" pitchFamily="1" charset="-122"/>
                <a:ea typeface="楷体_GB2312" pitchFamily="1" charset="-122"/>
              </a:rPr>
              <a:t>8259A</a:t>
            </a:r>
            <a:r>
              <a:rPr lang="zh-CN" altLang="en-US" sz="2400" b="1">
                <a:solidFill>
                  <a:schemeClr val="folHlink"/>
                </a:solidFill>
                <a:latin typeface="楷体_GB2312" pitchFamily="1" charset="-122"/>
                <a:ea typeface="楷体_GB2312" pitchFamily="1" charset="-122"/>
              </a:rPr>
              <a:t>的主</a:t>
            </a:r>
            <a:r>
              <a:rPr lang="en-US" altLang="zh-CN" sz="2400" b="1">
                <a:solidFill>
                  <a:schemeClr val="folHlink"/>
                </a:solidFill>
                <a:latin typeface="楷体_GB2312" pitchFamily="1" charset="-122"/>
                <a:ea typeface="楷体_GB2312" pitchFamily="1" charset="-122"/>
              </a:rPr>
              <a:t>-</a:t>
            </a:r>
            <a:r>
              <a:rPr lang="zh-CN" altLang="en-US" sz="2400" b="1">
                <a:solidFill>
                  <a:schemeClr val="folHlink"/>
                </a:solidFill>
                <a:latin typeface="楷体_GB2312" pitchFamily="1" charset="-122"/>
                <a:ea typeface="楷体_GB2312" pitchFamily="1" charset="-122"/>
              </a:rPr>
              <a:t>从级连方式，可将中断优先级最多扩展到</a:t>
            </a:r>
            <a:r>
              <a:rPr lang="en-US" altLang="zh-CN" sz="2400" b="1">
                <a:solidFill>
                  <a:schemeClr val="folHlink"/>
                </a:solidFill>
                <a:latin typeface="楷体_GB2312" pitchFamily="1" charset="-122"/>
                <a:ea typeface="楷体_GB2312" pitchFamily="1" charset="-122"/>
              </a:rPr>
              <a:t>64</a:t>
            </a:r>
            <a:r>
              <a:rPr lang="zh-CN" altLang="en-US" sz="2400" b="1">
                <a:solidFill>
                  <a:schemeClr val="folHlink"/>
                </a:solidFill>
                <a:latin typeface="楷体_GB2312" pitchFamily="1" charset="-122"/>
                <a:ea typeface="楷体_GB2312" pitchFamily="1" charset="-122"/>
              </a:rPr>
              <a:t>级。</a:t>
            </a:r>
          </a:p>
        </p:txBody>
      </p:sp>
      <p:sp>
        <p:nvSpPr>
          <p:cNvPr id="9302" name="灯片编号占位符 1">
            <a:extLst>
              <a:ext uri="{FF2B5EF4-FFF2-40B4-BE49-F238E27FC236}">
                <a16:creationId xmlns:a16="http://schemas.microsoft.com/office/drawing/2014/main" id="{E58DC8AD-35BC-48FD-97F3-B23099C0D9A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ACE5F6B-D8A0-4E49-9DF2-1D0417662080}" type="slidenum">
              <a:rPr lang="zh-CN" altLang="en-US" smtClean="0"/>
              <a:pPr eaLnBrk="0" hangingPunct="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文本框 10241">
            <a:extLst>
              <a:ext uri="{FF2B5EF4-FFF2-40B4-BE49-F238E27FC236}">
                <a16:creationId xmlns:a16="http://schemas.microsoft.com/office/drawing/2014/main" id="{75837F73-4A97-41C4-BA52-281B88D492D8}"/>
              </a:ext>
            </a:extLst>
          </p:cNvPr>
          <p:cNvSpPr txBox="1">
            <a:spLocks noChangeArrowheads="1"/>
          </p:cNvSpPr>
          <p:nvPr/>
        </p:nvSpPr>
        <p:spPr bwMode="auto">
          <a:xfrm>
            <a:off x="533400" y="333375"/>
            <a:ext cx="861060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zh-CN" altLang="en-US" sz="2800" b="1">
                <a:solidFill>
                  <a:srgbClr val="FFFF00"/>
                </a:solidFill>
                <a:latin typeface="Times New Roman" panose="02020603050405020304" pitchFamily="18" charset="0"/>
              </a:rPr>
              <a:t>二、</a:t>
            </a:r>
            <a:r>
              <a:rPr lang="en-US" altLang="zh-CN" sz="2800" b="1">
                <a:solidFill>
                  <a:srgbClr val="FFFF00"/>
                </a:solidFill>
                <a:latin typeface="Times New Roman" panose="02020603050405020304" pitchFamily="18" charset="0"/>
              </a:rPr>
              <a:t>8259A</a:t>
            </a:r>
            <a:r>
              <a:rPr lang="zh-CN" altLang="en-US" sz="2800" b="1">
                <a:solidFill>
                  <a:srgbClr val="FFFF00"/>
                </a:solidFill>
                <a:latin typeface="Times New Roman" panose="02020603050405020304" pitchFamily="18" charset="0"/>
              </a:rPr>
              <a:t>的中断处理过程</a:t>
            </a:r>
            <a:endParaRPr lang="zh-CN" altLang="en-US" sz="2800">
              <a:solidFill>
                <a:srgbClr val="FFFF00"/>
              </a:solidFill>
              <a:latin typeface="Times New Roman" panose="02020603050405020304" pitchFamily="18" charset="0"/>
            </a:endParaRPr>
          </a:p>
          <a:p>
            <a:pPr algn="just">
              <a:spcBef>
                <a:spcPct val="50000"/>
              </a:spcBef>
              <a:buFont typeface="Arial" panose="020B0604020202020204" pitchFamily="34" charset="0"/>
              <a:buChar char="•"/>
            </a:pPr>
            <a:r>
              <a:rPr lang="zh-CN" altLang="en-US" sz="2400" b="1">
                <a:latin typeface="Times New Roman" panose="02020603050405020304" pitchFamily="18" charset="0"/>
              </a:rPr>
              <a:t>中断请求信号由引脚</a:t>
            </a:r>
            <a:r>
              <a:rPr lang="en-US" altLang="zh-CN" sz="2400" b="1">
                <a:latin typeface="Times New Roman" panose="02020603050405020304" pitchFamily="18" charset="0"/>
              </a:rPr>
              <a:t>IR0~IR7</a:t>
            </a:r>
            <a:r>
              <a:rPr lang="zh-CN" altLang="en-US" sz="2400" b="1">
                <a:latin typeface="Times New Roman" panose="02020603050405020304" pitchFamily="18" charset="0"/>
              </a:rPr>
              <a:t>进入</a:t>
            </a:r>
            <a:r>
              <a:rPr lang="zh-CN" altLang="en-US" sz="2400" b="1">
                <a:solidFill>
                  <a:schemeClr val="hlink"/>
                </a:solidFill>
                <a:latin typeface="Times New Roman" panose="02020603050405020304" pitchFamily="18" charset="0"/>
              </a:rPr>
              <a:t>中断请求寄存器</a:t>
            </a:r>
            <a:r>
              <a:rPr lang="en-US" altLang="zh-CN" sz="2400" b="1">
                <a:solidFill>
                  <a:schemeClr val="hlink"/>
                </a:solidFill>
                <a:latin typeface="Times New Roman" panose="02020603050405020304" pitchFamily="18" charset="0"/>
              </a:rPr>
              <a:t>IRR</a:t>
            </a:r>
            <a:r>
              <a:rPr lang="zh-CN" altLang="en-US" sz="2400" b="1">
                <a:latin typeface="Times New Roman" panose="02020603050405020304" pitchFamily="18" charset="0"/>
              </a:rPr>
              <a:t>，使其对应位置</a:t>
            </a:r>
            <a:r>
              <a:rPr lang="en-US" altLang="zh-CN" sz="2400" b="1">
                <a:latin typeface="Times New Roman" panose="02020603050405020304" pitchFamily="18" charset="0"/>
              </a:rPr>
              <a:t>1</a:t>
            </a:r>
            <a:r>
              <a:rPr lang="zh-CN" altLang="en-US" sz="2400" b="1">
                <a:latin typeface="Times New Roman" panose="02020603050405020304" pitchFamily="18" charset="0"/>
              </a:rPr>
              <a:t>。</a:t>
            </a:r>
          </a:p>
          <a:p>
            <a:pPr algn="just">
              <a:spcBef>
                <a:spcPct val="50000"/>
              </a:spcBef>
              <a:buFont typeface="Arial" panose="020B0604020202020204" pitchFamily="34" charset="0"/>
              <a:buChar char="•"/>
            </a:pPr>
            <a:r>
              <a:rPr lang="zh-CN" altLang="en-US" sz="2400" b="1">
                <a:solidFill>
                  <a:schemeClr val="hlink"/>
                </a:solidFill>
                <a:latin typeface="Times New Roman" panose="02020603050405020304" pitchFamily="18" charset="0"/>
              </a:rPr>
              <a:t>未被中断屏蔽寄存器</a:t>
            </a:r>
            <a:r>
              <a:rPr lang="en-US" altLang="zh-CN" sz="2400" b="1">
                <a:solidFill>
                  <a:schemeClr val="hlink"/>
                </a:solidFill>
                <a:latin typeface="Times New Roman" panose="02020603050405020304" pitchFamily="18" charset="0"/>
              </a:rPr>
              <a:t>IMR</a:t>
            </a:r>
            <a:r>
              <a:rPr lang="zh-CN" altLang="en-US" sz="2400" b="1">
                <a:solidFill>
                  <a:schemeClr val="hlink"/>
                </a:solidFill>
                <a:latin typeface="Times New Roman" panose="02020603050405020304" pitchFamily="18" charset="0"/>
              </a:rPr>
              <a:t>所屏蔽的</a:t>
            </a:r>
            <a:r>
              <a:rPr lang="zh-CN" altLang="en-US" sz="2400" b="1">
                <a:latin typeface="Times New Roman" panose="02020603050405020304" pitchFamily="18" charset="0"/>
              </a:rPr>
              <a:t>中断请求被送到优先权电路</a:t>
            </a:r>
            <a:r>
              <a:rPr lang="en-US" altLang="zh-CN" sz="2400" b="1">
                <a:latin typeface="Times New Roman" panose="02020603050405020304" pitchFamily="18" charset="0"/>
              </a:rPr>
              <a:t>PR</a:t>
            </a:r>
            <a:r>
              <a:rPr lang="zh-CN" altLang="en-US" sz="2400" b="1">
                <a:latin typeface="Times New Roman" panose="02020603050405020304" pitchFamily="18" charset="0"/>
              </a:rPr>
              <a:t>。</a:t>
            </a:r>
          </a:p>
          <a:p>
            <a:pPr algn="just">
              <a:spcBef>
                <a:spcPct val="50000"/>
              </a:spcBef>
              <a:buFont typeface="Arial" panose="020B0604020202020204" pitchFamily="34" charset="0"/>
              <a:buChar char="•"/>
            </a:pPr>
            <a:endParaRPr lang="zh-CN" altLang="en-US" sz="2400" b="1">
              <a:latin typeface="Times New Roman" panose="02020603050405020304" pitchFamily="18" charset="0"/>
            </a:endParaRPr>
          </a:p>
        </p:txBody>
      </p:sp>
      <p:grpSp>
        <p:nvGrpSpPr>
          <p:cNvPr id="10242" name="组合 10242">
            <a:extLst>
              <a:ext uri="{FF2B5EF4-FFF2-40B4-BE49-F238E27FC236}">
                <a16:creationId xmlns:a16="http://schemas.microsoft.com/office/drawing/2014/main" id="{FE2F1CCE-B34B-4731-A08D-85A2F38FCB12}"/>
              </a:ext>
            </a:extLst>
          </p:cNvPr>
          <p:cNvGrpSpPr>
            <a:grpSpLocks/>
          </p:cNvGrpSpPr>
          <p:nvPr/>
        </p:nvGrpSpPr>
        <p:grpSpPr bwMode="auto">
          <a:xfrm>
            <a:off x="1165225" y="2708275"/>
            <a:ext cx="7078663" cy="3432175"/>
            <a:chOff x="0" y="0"/>
            <a:chExt cx="4459" cy="2162"/>
          </a:xfrm>
        </p:grpSpPr>
        <p:grpSp>
          <p:nvGrpSpPr>
            <p:cNvPr id="10243" name="组合 10243">
              <a:extLst>
                <a:ext uri="{FF2B5EF4-FFF2-40B4-BE49-F238E27FC236}">
                  <a16:creationId xmlns:a16="http://schemas.microsoft.com/office/drawing/2014/main" id="{755B6D9A-C935-41FA-9A4E-B4D9845D7D74}"/>
                </a:ext>
              </a:extLst>
            </p:cNvPr>
            <p:cNvGrpSpPr>
              <a:grpSpLocks/>
            </p:cNvGrpSpPr>
            <p:nvPr/>
          </p:nvGrpSpPr>
          <p:grpSpPr bwMode="auto">
            <a:xfrm>
              <a:off x="3937" y="742"/>
              <a:ext cx="522" cy="219"/>
              <a:chOff x="0" y="0"/>
              <a:chExt cx="626" cy="311"/>
            </a:xfrm>
          </p:grpSpPr>
          <p:sp>
            <p:nvSpPr>
              <p:cNvPr id="10244" name="直接连接符 10244">
                <a:extLst>
                  <a:ext uri="{FF2B5EF4-FFF2-40B4-BE49-F238E27FC236}">
                    <a16:creationId xmlns:a16="http://schemas.microsoft.com/office/drawing/2014/main" id="{609FC79D-6E6A-40AC-ABC0-ABAC54911EFF}"/>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5" name="文本框 10245">
                <a:extLst>
                  <a:ext uri="{FF2B5EF4-FFF2-40B4-BE49-F238E27FC236}">
                    <a16:creationId xmlns:a16="http://schemas.microsoft.com/office/drawing/2014/main" id="{ED539839-86EF-4759-861D-AA9E34541AD5}"/>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0246" name="组合 10246">
              <a:extLst>
                <a:ext uri="{FF2B5EF4-FFF2-40B4-BE49-F238E27FC236}">
                  <a16:creationId xmlns:a16="http://schemas.microsoft.com/office/drawing/2014/main" id="{D85E1C0F-A8B0-4DC6-AA77-AE5C3891464F}"/>
                </a:ext>
              </a:extLst>
            </p:cNvPr>
            <p:cNvGrpSpPr>
              <a:grpSpLocks/>
            </p:cNvGrpSpPr>
            <p:nvPr/>
          </p:nvGrpSpPr>
          <p:grpSpPr bwMode="auto">
            <a:xfrm>
              <a:off x="3937" y="876"/>
              <a:ext cx="522" cy="219"/>
              <a:chOff x="0" y="0"/>
              <a:chExt cx="625" cy="311"/>
            </a:xfrm>
          </p:grpSpPr>
          <p:sp>
            <p:nvSpPr>
              <p:cNvPr id="10247" name="直接连接符 10247">
                <a:extLst>
                  <a:ext uri="{FF2B5EF4-FFF2-40B4-BE49-F238E27FC236}">
                    <a16:creationId xmlns:a16="http://schemas.microsoft.com/office/drawing/2014/main" id="{7CFB2C3A-4991-4CC5-9F5C-0B5583B892A7}"/>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8" name="文本框 10248">
                <a:extLst>
                  <a:ext uri="{FF2B5EF4-FFF2-40B4-BE49-F238E27FC236}">
                    <a16:creationId xmlns:a16="http://schemas.microsoft.com/office/drawing/2014/main" id="{E5E9C743-3DE9-4586-9680-C97B13CA6A5A}"/>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sp>
          <p:nvSpPr>
            <p:cNvPr id="10249" name="文本框 10249">
              <a:extLst>
                <a:ext uri="{FF2B5EF4-FFF2-40B4-BE49-F238E27FC236}">
                  <a16:creationId xmlns:a16="http://schemas.microsoft.com/office/drawing/2014/main" id="{45F83EBC-8D79-40EA-8AEF-81B479397B8E}"/>
                </a:ext>
              </a:extLst>
            </p:cNvPr>
            <p:cNvSpPr txBox="1">
              <a:spLocks noChangeArrowheads="1"/>
            </p:cNvSpPr>
            <p:nvPr/>
          </p:nvSpPr>
          <p:spPr bwMode="auto">
            <a:xfrm>
              <a:off x="996" y="89"/>
              <a:ext cx="491" cy="56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数据</a:t>
              </a:r>
            </a:p>
            <a:p>
              <a:pPr algn="just" eaLnBrk="0" hangingPunct="0"/>
              <a:r>
                <a:rPr lang="zh-CN" altLang="en-US">
                  <a:latin typeface="Times New Roman" panose="02020603050405020304" pitchFamily="18" charset="0"/>
                </a:rPr>
                <a:t>总线</a:t>
              </a:r>
            </a:p>
            <a:p>
              <a:pPr algn="just" eaLnBrk="0" hangingPunct="0"/>
              <a:r>
                <a:rPr lang="zh-CN" altLang="en-US">
                  <a:latin typeface="Times New Roman" panose="02020603050405020304" pitchFamily="18" charset="0"/>
                </a:rPr>
                <a:t>缓冲</a:t>
              </a:r>
              <a:endParaRPr lang="zh-CN" altLang="en-US" sz="2000">
                <a:latin typeface="Times New Roman" panose="02020603050405020304" pitchFamily="18" charset="0"/>
              </a:endParaRPr>
            </a:p>
          </p:txBody>
        </p:sp>
        <p:sp>
          <p:nvSpPr>
            <p:cNvPr id="10250" name="左右箭头 10250">
              <a:extLst>
                <a:ext uri="{FF2B5EF4-FFF2-40B4-BE49-F238E27FC236}">
                  <a16:creationId xmlns:a16="http://schemas.microsoft.com/office/drawing/2014/main" id="{6C41E718-2B35-43E6-8E88-E2FCD143BDFE}"/>
                </a:ext>
              </a:extLst>
            </p:cNvPr>
            <p:cNvSpPr>
              <a:spLocks noChangeArrowheads="1"/>
            </p:cNvSpPr>
            <p:nvPr/>
          </p:nvSpPr>
          <p:spPr bwMode="auto">
            <a:xfrm>
              <a:off x="670" y="314"/>
              <a:ext cx="319" cy="96"/>
            </a:xfrm>
            <a:prstGeom prst="leftRightArrow">
              <a:avLst>
                <a:gd name="adj1" fmla="val 50000"/>
                <a:gd name="adj2" fmla="val 66397"/>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0251" name="左右箭头 10251">
              <a:extLst>
                <a:ext uri="{FF2B5EF4-FFF2-40B4-BE49-F238E27FC236}">
                  <a16:creationId xmlns:a16="http://schemas.microsoft.com/office/drawing/2014/main" id="{CD3BCE98-D59C-4719-A569-A343175B7D5D}"/>
                </a:ext>
              </a:extLst>
            </p:cNvPr>
            <p:cNvSpPr>
              <a:spLocks noChangeArrowheads="1"/>
            </p:cNvSpPr>
            <p:nvPr/>
          </p:nvSpPr>
          <p:spPr bwMode="auto">
            <a:xfrm>
              <a:off x="1495" y="308"/>
              <a:ext cx="318" cy="96"/>
            </a:xfrm>
            <a:prstGeom prst="leftRightArrow">
              <a:avLst>
                <a:gd name="adj1" fmla="val 50000"/>
                <a:gd name="adj2" fmla="val 6625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0252" name="文本框 10252">
              <a:extLst>
                <a:ext uri="{FF2B5EF4-FFF2-40B4-BE49-F238E27FC236}">
                  <a16:creationId xmlns:a16="http://schemas.microsoft.com/office/drawing/2014/main" id="{DAD44631-571D-42EF-B02D-2B74139394AA}"/>
                </a:ext>
              </a:extLst>
            </p:cNvPr>
            <p:cNvSpPr txBox="1">
              <a:spLocks noChangeArrowheads="1"/>
            </p:cNvSpPr>
            <p:nvPr/>
          </p:nvSpPr>
          <p:spPr bwMode="auto">
            <a:xfrm>
              <a:off x="466" y="91"/>
              <a:ext cx="5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0253" name="文本框 10253">
              <a:extLst>
                <a:ext uri="{FF2B5EF4-FFF2-40B4-BE49-F238E27FC236}">
                  <a16:creationId xmlns:a16="http://schemas.microsoft.com/office/drawing/2014/main" id="{141ED384-A341-4402-95E1-C51D302AD14D}"/>
                </a:ext>
              </a:extLst>
            </p:cNvPr>
            <p:cNvSpPr txBox="1">
              <a:spLocks noChangeArrowheads="1"/>
            </p:cNvSpPr>
            <p:nvPr/>
          </p:nvSpPr>
          <p:spPr bwMode="auto">
            <a:xfrm>
              <a:off x="747" y="1389"/>
              <a:ext cx="713" cy="425"/>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级连</a:t>
              </a:r>
              <a:r>
                <a:rPr lang="en-US" altLang="zh-CN">
                  <a:latin typeface="Times New Roman" panose="02020603050405020304" pitchFamily="18" charset="0"/>
                </a:rPr>
                <a:t>/</a:t>
              </a:r>
              <a:r>
                <a:rPr lang="zh-CN" altLang="en-US">
                  <a:latin typeface="Times New Roman" panose="02020603050405020304" pitchFamily="18" charset="0"/>
                </a:rPr>
                <a:t>缓冲比较器</a:t>
              </a:r>
            </a:p>
          </p:txBody>
        </p:sp>
        <p:sp>
          <p:nvSpPr>
            <p:cNvPr id="10254" name="直接连接符 10254">
              <a:extLst>
                <a:ext uri="{FF2B5EF4-FFF2-40B4-BE49-F238E27FC236}">
                  <a16:creationId xmlns:a16="http://schemas.microsoft.com/office/drawing/2014/main" id="{D673A371-43EC-40D7-ABAC-32922B2EC1AE}"/>
                </a:ext>
              </a:extLst>
            </p:cNvPr>
            <p:cNvSpPr>
              <a:spLocks noChangeShapeType="1"/>
            </p:cNvSpPr>
            <p:nvPr/>
          </p:nvSpPr>
          <p:spPr bwMode="auto">
            <a:xfrm>
              <a:off x="437" y="1464"/>
              <a:ext cx="30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文本框 10255">
              <a:extLst>
                <a:ext uri="{FF2B5EF4-FFF2-40B4-BE49-F238E27FC236}">
                  <a16:creationId xmlns:a16="http://schemas.microsoft.com/office/drawing/2014/main" id="{732CCDE8-7CF7-4052-BA9F-C880A9C2BF37}"/>
                </a:ext>
              </a:extLst>
            </p:cNvPr>
            <p:cNvSpPr txBox="1">
              <a:spLocks noChangeArrowheads="1"/>
            </p:cNvSpPr>
            <p:nvPr/>
          </p:nvSpPr>
          <p:spPr bwMode="auto">
            <a:xfrm>
              <a:off x="42" y="1401"/>
              <a:ext cx="5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0256" name="直接连接符 10256">
              <a:extLst>
                <a:ext uri="{FF2B5EF4-FFF2-40B4-BE49-F238E27FC236}">
                  <a16:creationId xmlns:a16="http://schemas.microsoft.com/office/drawing/2014/main" id="{5938CD17-6909-4974-BC2B-65394A017867}"/>
                </a:ext>
              </a:extLst>
            </p:cNvPr>
            <p:cNvSpPr>
              <a:spLocks noChangeShapeType="1"/>
            </p:cNvSpPr>
            <p:nvPr/>
          </p:nvSpPr>
          <p:spPr bwMode="auto">
            <a:xfrm>
              <a:off x="438" y="1580"/>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7" name="文本框 10257">
              <a:extLst>
                <a:ext uri="{FF2B5EF4-FFF2-40B4-BE49-F238E27FC236}">
                  <a16:creationId xmlns:a16="http://schemas.microsoft.com/office/drawing/2014/main" id="{F0FCA856-4B4D-4768-BC7D-94CA23CE92E6}"/>
                </a:ext>
              </a:extLst>
            </p:cNvPr>
            <p:cNvSpPr txBox="1">
              <a:spLocks noChangeArrowheads="1"/>
            </p:cNvSpPr>
            <p:nvPr/>
          </p:nvSpPr>
          <p:spPr bwMode="auto">
            <a:xfrm>
              <a:off x="43" y="1525"/>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0258" name="直接连接符 10258">
              <a:extLst>
                <a:ext uri="{FF2B5EF4-FFF2-40B4-BE49-F238E27FC236}">
                  <a16:creationId xmlns:a16="http://schemas.microsoft.com/office/drawing/2014/main" id="{27C7E1C2-9E87-4F2C-B3FF-4C9CF14A977D}"/>
                </a:ext>
              </a:extLst>
            </p:cNvPr>
            <p:cNvSpPr>
              <a:spLocks noChangeShapeType="1"/>
            </p:cNvSpPr>
            <p:nvPr/>
          </p:nvSpPr>
          <p:spPr bwMode="auto">
            <a:xfrm>
              <a:off x="438" y="1705"/>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9" name="文本框 10259">
              <a:extLst>
                <a:ext uri="{FF2B5EF4-FFF2-40B4-BE49-F238E27FC236}">
                  <a16:creationId xmlns:a16="http://schemas.microsoft.com/office/drawing/2014/main" id="{6F3B51B9-FC2F-465B-A976-EA4BC08DD1BF}"/>
                </a:ext>
              </a:extLst>
            </p:cNvPr>
            <p:cNvSpPr txBox="1">
              <a:spLocks noChangeArrowheads="1"/>
            </p:cNvSpPr>
            <p:nvPr/>
          </p:nvSpPr>
          <p:spPr bwMode="auto">
            <a:xfrm>
              <a:off x="43" y="1634"/>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0260" name="组合 10260">
              <a:extLst>
                <a:ext uri="{FF2B5EF4-FFF2-40B4-BE49-F238E27FC236}">
                  <a16:creationId xmlns:a16="http://schemas.microsoft.com/office/drawing/2014/main" id="{93C266EC-992C-4713-B570-87C07866E037}"/>
                </a:ext>
              </a:extLst>
            </p:cNvPr>
            <p:cNvGrpSpPr>
              <a:grpSpLocks/>
            </p:cNvGrpSpPr>
            <p:nvPr/>
          </p:nvGrpSpPr>
          <p:grpSpPr bwMode="auto">
            <a:xfrm>
              <a:off x="1056" y="1779"/>
              <a:ext cx="46" cy="185"/>
              <a:chOff x="0" y="0"/>
              <a:chExt cx="79" cy="405"/>
            </a:xfrm>
          </p:grpSpPr>
          <p:sp>
            <p:nvSpPr>
              <p:cNvPr id="10261" name="椭圆 10261">
                <a:extLst>
                  <a:ext uri="{FF2B5EF4-FFF2-40B4-BE49-F238E27FC236}">
                    <a16:creationId xmlns:a16="http://schemas.microsoft.com/office/drawing/2014/main" id="{21773D31-49B7-4339-8FAF-D0107B0F9CFB}"/>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0262" name="直接连接符 10262">
                <a:extLst>
                  <a:ext uri="{FF2B5EF4-FFF2-40B4-BE49-F238E27FC236}">
                    <a16:creationId xmlns:a16="http://schemas.microsoft.com/office/drawing/2014/main" id="{25770EBD-4507-45BF-A980-5A03F65E7926}"/>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263" name="直接连接符 10263">
              <a:extLst>
                <a:ext uri="{FF2B5EF4-FFF2-40B4-BE49-F238E27FC236}">
                  <a16:creationId xmlns:a16="http://schemas.microsoft.com/office/drawing/2014/main" id="{B5A04BBE-BAE5-42B4-8187-20321421D0B4}"/>
                </a:ext>
              </a:extLst>
            </p:cNvPr>
            <p:cNvSpPr>
              <a:spLocks noChangeShapeType="1"/>
            </p:cNvSpPr>
            <p:nvPr/>
          </p:nvSpPr>
          <p:spPr bwMode="auto">
            <a:xfrm flipH="1">
              <a:off x="428" y="1964"/>
              <a:ext cx="6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4" name="文本框 10264">
              <a:extLst>
                <a:ext uri="{FF2B5EF4-FFF2-40B4-BE49-F238E27FC236}">
                  <a16:creationId xmlns:a16="http://schemas.microsoft.com/office/drawing/2014/main" id="{009A2EE9-63F1-4501-85F7-CE30C61B0837}"/>
                </a:ext>
              </a:extLst>
            </p:cNvPr>
            <p:cNvSpPr txBox="1">
              <a:spLocks noChangeArrowheads="1"/>
            </p:cNvSpPr>
            <p:nvPr/>
          </p:nvSpPr>
          <p:spPr bwMode="auto">
            <a:xfrm>
              <a:off x="0" y="1922"/>
              <a:ext cx="58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0265" name="直接连接符 10265">
              <a:extLst>
                <a:ext uri="{FF2B5EF4-FFF2-40B4-BE49-F238E27FC236}">
                  <a16:creationId xmlns:a16="http://schemas.microsoft.com/office/drawing/2014/main" id="{E1B9E0DE-E7DB-44B6-AAB6-00B320FD4326}"/>
                </a:ext>
              </a:extLst>
            </p:cNvPr>
            <p:cNvSpPr>
              <a:spLocks noChangeShapeType="1"/>
            </p:cNvSpPr>
            <p:nvPr/>
          </p:nvSpPr>
          <p:spPr bwMode="auto">
            <a:xfrm>
              <a:off x="49" y="1923"/>
              <a:ext cx="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6" name="直接连接符 10266">
              <a:extLst>
                <a:ext uri="{FF2B5EF4-FFF2-40B4-BE49-F238E27FC236}">
                  <a16:creationId xmlns:a16="http://schemas.microsoft.com/office/drawing/2014/main" id="{8BF36B61-650A-43CE-BA09-07CFE908CF59}"/>
                </a:ext>
              </a:extLst>
            </p:cNvPr>
            <p:cNvSpPr>
              <a:spLocks noChangeShapeType="1"/>
            </p:cNvSpPr>
            <p:nvPr/>
          </p:nvSpPr>
          <p:spPr bwMode="auto">
            <a:xfrm>
              <a:off x="255" y="1923"/>
              <a:ext cx="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7" name="文本框 10267">
              <a:extLst>
                <a:ext uri="{FF2B5EF4-FFF2-40B4-BE49-F238E27FC236}">
                  <a16:creationId xmlns:a16="http://schemas.microsoft.com/office/drawing/2014/main" id="{C2855092-9E79-4F12-8405-DCB79D85388E}"/>
                </a:ext>
              </a:extLst>
            </p:cNvPr>
            <p:cNvSpPr txBox="1">
              <a:spLocks noChangeArrowheads="1"/>
            </p:cNvSpPr>
            <p:nvPr/>
          </p:nvSpPr>
          <p:spPr bwMode="auto">
            <a:xfrm>
              <a:off x="1812" y="109"/>
              <a:ext cx="162" cy="1814"/>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0268" name="组合 10268">
              <a:extLst>
                <a:ext uri="{FF2B5EF4-FFF2-40B4-BE49-F238E27FC236}">
                  <a16:creationId xmlns:a16="http://schemas.microsoft.com/office/drawing/2014/main" id="{EDA59707-BC1B-4C7E-AA5F-20C59D9A255E}"/>
                </a:ext>
              </a:extLst>
            </p:cNvPr>
            <p:cNvGrpSpPr>
              <a:grpSpLocks/>
            </p:cNvGrpSpPr>
            <p:nvPr/>
          </p:nvGrpSpPr>
          <p:grpSpPr bwMode="auto">
            <a:xfrm>
              <a:off x="2320" y="0"/>
              <a:ext cx="1642" cy="561"/>
              <a:chOff x="0" y="0"/>
              <a:chExt cx="1968" cy="796"/>
            </a:xfrm>
          </p:grpSpPr>
          <p:sp>
            <p:nvSpPr>
              <p:cNvPr id="10269" name="文本框 10269">
                <a:extLst>
                  <a:ext uri="{FF2B5EF4-FFF2-40B4-BE49-F238E27FC236}">
                    <a16:creationId xmlns:a16="http://schemas.microsoft.com/office/drawing/2014/main" id="{34432A48-69FA-4AE1-95AE-B77849A6C2D6}"/>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0270" name="组合 10270">
                <a:extLst>
                  <a:ext uri="{FF2B5EF4-FFF2-40B4-BE49-F238E27FC236}">
                    <a16:creationId xmlns:a16="http://schemas.microsoft.com/office/drawing/2014/main" id="{50309BDB-B5A4-4E52-BF2E-164225C4042B}"/>
                  </a:ext>
                </a:extLst>
              </p:cNvPr>
              <p:cNvGrpSpPr>
                <a:grpSpLocks/>
              </p:cNvGrpSpPr>
              <p:nvPr/>
            </p:nvGrpSpPr>
            <p:grpSpPr bwMode="auto">
              <a:xfrm>
                <a:off x="313" y="38"/>
                <a:ext cx="618" cy="440"/>
                <a:chOff x="0" y="0"/>
                <a:chExt cx="618" cy="440"/>
              </a:xfrm>
            </p:grpSpPr>
            <p:sp>
              <p:nvSpPr>
                <p:cNvPr id="10271" name="椭圆 10271">
                  <a:extLst>
                    <a:ext uri="{FF2B5EF4-FFF2-40B4-BE49-F238E27FC236}">
                      <a16:creationId xmlns:a16="http://schemas.microsoft.com/office/drawing/2014/main" id="{E60F7551-5D88-4978-A4FF-14D8F3CE5527}"/>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0272" name="直接连接符 10272">
                  <a:extLst>
                    <a:ext uri="{FF2B5EF4-FFF2-40B4-BE49-F238E27FC236}">
                      <a16:creationId xmlns:a16="http://schemas.microsoft.com/office/drawing/2014/main" id="{FA1ABEBA-4D68-450A-A37B-B77E33025883}"/>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273" name="组合 10273">
                  <a:extLst>
                    <a:ext uri="{FF2B5EF4-FFF2-40B4-BE49-F238E27FC236}">
                      <a16:creationId xmlns:a16="http://schemas.microsoft.com/office/drawing/2014/main" id="{097AE702-6DDE-42D7-AA5F-1B731BA3A451}"/>
                    </a:ext>
                  </a:extLst>
                </p:cNvPr>
                <p:cNvGrpSpPr>
                  <a:grpSpLocks/>
                </p:cNvGrpSpPr>
                <p:nvPr/>
              </p:nvGrpSpPr>
              <p:grpSpPr bwMode="auto">
                <a:xfrm>
                  <a:off x="0" y="0"/>
                  <a:ext cx="618" cy="359"/>
                  <a:chOff x="0" y="0"/>
                  <a:chExt cx="618" cy="359"/>
                </a:xfrm>
              </p:grpSpPr>
              <p:sp>
                <p:nvSpPr>
                  <p:cNvPr id="10274" name="文本框 10274">
                    <a:extLst>
                      <a:ext uri="{FF2B5EF4-FFF2-40B4-BE49-F238E27FC236}">
                        <a16:creationId xmlns:a16="http://schemas.microsoft.com/office/drawing/2014/main" id="{84B62330-FBBF-4563-9E67-87971D7C1DDE}"/>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0275" name="直接连接符 10275">
                    <a:extLst>
                      <a:ext uri="{FF2B5EF4-FFF2-40B4-BE49-F238E27FC236}">
                        <a16:creationId xmlns:a16="http://schemas.microsoft.com/office/drawing/2014/main" id="{99DB7AD3-38DD-4BA6-9659-0C3DAE6209B2}"/>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276" name="组合 10276">
                <a:extLst>
                  <a:ext uri="{FF2B5EF4-FFF2-40B4-BE49-F238E27FC236}">
                    <a16:creationId xmlns:a16="http://schemas.microsoft.com/office/drawing/2014/main" id="{8BEB59AB-5E7E-4CF7-87FE-BE8126F48F42}"/>
                  </a:ext>
                </a:extLst>
              </p:cNvPr>
              <p:cNvGrpSpPr>
                <a:grpSpLocks/>
              </p:cNvGrpSpPr>
              <p:nvPr/>
            </p:nvGrpSpPr>
            <p:grpSpPr bwMode="auto">
              <a:xfrm>
                <a:off x="1408" y="0"/>
                <a:ext cx="531" cy="466"/>
                <a:chOff x="0" y="0"/>
                <a:chExt cx="531" cy="466"/>
              </a:xfrm>
            </p:grpSpPr>
            <p:sp>
              <p:nvSpPr>
                <p:cNvPr id="10277" name="直接连接符 10277">
                  <a:extLst>
                    <a:ext uri="{FF2B5EF4-FFF2-40B4-BE49-F238E27FC236}">
                      <a16:creationId xmlns:a16="http://schemas.microsoft.com/office/drawing/2014/main" id="{F1C03F8F-4C18-4572-8565-FC490023BCCE}"/>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8" name="文本框 10278">
                  <a:extLst>
                    <a:ext uri="{FF2B5EF4-FFF2-40B4-BE49-F238E27FC236}">
                      <a16:creationId xmlns:a16="http://schemas.microsoft.com/office/drawing/2014/main" id="{D2987DBD-E649-46C1-BFFD-02F73FBA2DA2}"/>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sp>
          <p:nvSpPr>
            <p:cNvPr id="10279" name="文本框 10279">
              <a:extLst>
                <a:ext uri="{FF2B5EF4-FFF2-40B4-BE49-F238E27FC236}">
                  <a16:creationId xmlns:a16="http://schemas.microsoft.com/office/drawing/2014/main" id="{BA03BCCD-75EB-4A61-A086-77A36DC71979}"/>
                </a:ext>
              </a:extLst>
            </p:cNvPr>
            <p:cNvSpPr txBox="1">
              <a:spLocks noChangeArrowheads="1"/>
            </p:cNvSpPr>
            <p:nvPr/>
          </p:nvSpPr>
          <p:spPr bwMode="auto">
            <a:xfrm>
              <a:off x="2330" y="739"/>
              <a:ext cx="344" cy="848"/>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中断</a:t>
              </a:r>
            </a:p>
            <a:p>
              <a:pPr algn="just" eaLnBrk="0" hangingPunct="0"/>
              <a:r>
                <a:rPr lang="zh-CN" altLang="en-US" sz="1600">
                  <a:latin typeface="Times New Roman" panose="02020603050405020304" pitchFamily="18" charset="0"/>
                </a:rPr>
                <a:t> 服务</a:t>
              </a:r>
            </a:p>
            <a:p>
              <a:pPr algn="just" eaLnBrk="0" hangingPunct="0"/>
              <a:r>
                <a:rPr lang="zh-CN" altLang="en-US" sz="1600">
                  <a:latin typeface="Times New Roman" panose="02020603050405020304" pitchFamily="18" charset="0"/>
                </a:rPr>
                <a:t> 寄存</a:t>
              </a:r>
            </a:p>
            <a:p>
              <a:pPr algn="just" eaLnBrk="0" hangingPunct="0"/>
              <a:r>
                <a:rPr lang="zh-CN" altLang="en-US" sz="1600">
                  <a:latin typeface="Times New Roman" panose="02020603050405020304" pitchFamily="18" charset="0"/>
                </a:rPr>
                <a:t> 器</a:t>
              </a:r>
              <a:r>
                <a:rPr lang="en-US" altLang="zh-CN" sz="1600">
                  <a:latin typeface="Times New Roman" panose="02020603050405020304" pitchFamily="18" charset="0"/>
                </a:rPr>
                <a:t>(</a:t>
              </a:r>
              <a:r>
                <a:rPr lang="en-US" altLang="zh-CN" sz="1600" b="1">
                  <a:latin typeface="Times New Roman" panose="02020603050405020304" pitchFamily="18" charset="0"/>
                </a:rPr>
                <a:t>ISR</a:t>
              </a:r>
              <a:r>
                <a:rPr lang="en-US" altLang="zh-CN" b="1">
                  <a:latin typeface="Times New Roman" panose="02020603050405020304" pitchFamily="18" charset="0"/>
                </a:rPr>
                <a:t>)</a:t>
              </a:r>
            </a:p>
          </p:txBody>
        </p:sp>
        <p:sp>
          <p:nvSpPr>
            <p:cNvPr id="10280" name="直接连接符 10280">
              <a:extLst>
                <a:ext uri="{FF2B5EF4-FFF2-40B4-BE49-F238E27FC236}">
                  <a16:creationId xmlns:a16="http://schemas.microsoft.com/office/drawing/2014/main" id="{D35A143A-4C52-46AC-9E6D-7322C94010E3}"/>
                </a:ext>
              </a:extLst>
            </p:cNvPr>
            <p:cNvSpPr>
              <a:spLocks noChangeShapeType="1"/>
            </p:cNvSpPr>
            <p:nvPr/>
          </p:nvSpPr>
          <p:spPr bwMode="auto">
            <a:xfrm flipH="1">
              <a:off x="2495" y="561"/>
              <a:ext cx="6" cy="16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281" name="组合 10281">
              <a:extLst>
                <a:ext uri="{FF2B5EF4-FFF2-40B4-BE49-F238E27FC236}">
                  <a16:creationId xmlns:a16="http://schemas.microsoft.com/office/drawing/2014/main" id="{6CDEE618-522A-43F7-85FD-9E5C3F418E94}"/>
                </a:ext>
              </a:extLst>
            </p:cNvPr>
            <p:cNvGrpSpPr>
              <a:grpSpLocks/>
            </p:cNvGrpSpPr>
            <p:nvPr/>
          </p:nvGrpSpPr>
          <p:grpSpPr bwMode="auto">
            <a:xfrm>
              <a:off x="2957" y="554"/>
              <a:ext cx="343" cy="1033"/>
              <a:chOff x="0" y="0"/>
              <a:chExt cx="600" cy="1920"/>
            </a:xfrm>
          </p:grpSpPr>
          <p:sp>
            <p:nvSpPr>
              <p:cNvPr id="10282" name="文本框 10282">
                <a:extLst>
                  <a:ext uri="{FF2B5EF4-FFF2-40B4-BE49-F238E27FC236}">
                    <a16:creationId xmlns:a16="http://schemas.microsoft.com/office/drawing/2014/main" id="{B2F6E8BE-0CEE-4054-89AB-087166D56C09}"/>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优先</a:t>
                </a:r>
              </a:p>
              <a:p>
                <a:pPr algn="just" eaLnBrk="0" hangingPunct="0"/>
                <a:r>
                  <a:rPr lang="zh-CN" altLang="en-US" sz="1600">
                    <a:latin typeface="Times New Roman" panose="02020603050405020304" pitchFamily="18" charset="0"/>
                  </a:rPr>
                  <a:t> 权电路</a:t>
                </a:r>
                <a:r>
                  <a:rPr lang="en-US" altLang="zh-CN" sz="1600" b="1">
                    <a:latin typeface="Times New Roman" panose="02020603050405020304" pitchFamily="18" charset="0"/>
                  </a:rPr>
                  <a:t>PR</a:t>
                </a:r>
              </a:p>
              <a:p>
                <a:pPr algn="just" eaLnBrk="0" hangingPunct="0"/>
                <a:endParaRPr lang="zh-CN" altLang="en-US" sz="1600" b="1">
                  <a:latin typeface="Times New Roman" panose="02020603050405020304" pitchFamily="18" charset="0"/>
                </a:endParaRPr>
              </a:p>
            </p:txBody>
          </p:sp>
          <p:sp>
            <p:nvSpPr>
              <p:cNvPr id="10283" name="直接连接符 10283">
                <a:extLst>
                  <a:ext uri="{FF2B5EF4-FFF2-40B4-BE49-F238E27FC236}">
                    <a16:creationId xmlns:a16="http://schemas.microsoft.com/office/drawing/2014/main" id="{51E52E3A-C330-4418-9078-E523BCDAA868}"/>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284" name="文本框 10284">
              <a:extLst>
                <a:ext uri="{FF2B5EF4-FFF2-40B4-BE49-F238E27FC236}">
                  <a16:creationId xmlns:a16="http://schemas.microsoft.com/office/drawing/2014/main" id="{1D842843-F2BB-4872-84B4-863231CE42C9}"/>
                </a:ext>
              </a:extLst>
            </p:cNvPr>
            <p:cNvSpPr txBox="1">
              <a:spLocks noChangeArrowheads="1"/>
            </p:cNvSpPr>
            <p:nvPr/>
          </p:nvSpPr>
          <p:spPr bwMode="auto">
            <a:xfrm>
              <a:off x="3593" y="753"/>
              <a:ext cx="344" cy="834"/>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r>
                <a:rPr lang="en-US" altLang="zh-CN" sz="1600" b="1">
                  <a:latin typeface="Times New Roman" panose="02020603050405020304" pitchFamily="18" charset="0"/>
                </a:rPr>
                <a:t>IRR</a:t>
              </a:r>
            </a:p>
          </p:txBody>
        </p:sp>
        <p:sp>
          <p:nvSpPr>
            <p:cNvPr id="10285" name="直接连接符 10285">
              <a:extLst>
                <a:ext uri="{FF2B5EF4-FFF2-40B4-BE49-F238E27FC236}">
                  <a16:creationId xmlns:a16="http://schemas.microsoft.com/office/drawing/2014/main" id="{9C0A7322-1772-4AA1-AD05-0591326C0C5A}"/>
                </a:ext>
              </a:extLst>
            </p:cNvPr>
            <p:cNvSpPr>
              <a:spLocks noChangeShapeType="1"/>
            </p:cNvSpPr>
            <p:nvPr/>
          </p:nvSpPr>
          <p:spPr bwMode="auto">
            <a:xfrm flipH="1" flipV="1">
              <a:off x="3763" y="561"/>
              <a:ext cx="1" cy="18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6" name="左右箭头 10286">
              <a:extLst>
                <a:ext uri="{FF2B5EF4-FFF2-40B4-BE49-F238E27FC236}">
                  <a16:creationId xmlns:a16="http://schemas.microsoft.com/office/drawing/2014/main" id="{BE60ED33-5043-4F1F-B092-0F5BA604D308}"/>
                </a:ext>
              </a:extLst>
            </p:cNvPr>
            <p:cNvSpPr>
              <a:spLocks noChangeArrowheads="1"/>
            </p:cNvSpPr>
            <p:nvPr/>
          </p:nvSpPr>
          <p:spPr bwMode="auto">
            <a:xfrm>
              <a:off x="2672" y="993"/>
              <a:ext cx="284" cy="136"/>
            </a:xfrm>
            <a:prstGeom prst="leftRightArrow">
              <a:avLst>
                <a:gd name="adj1" fmla="val 50000"/>
                <a:gd name="adj2" fmla="val 4172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0287" name="左箭头 10287">
              <a:extLst>
                <a:ext uri="{FF2B5EF4-FFF2-40B4-BE49-F238E27FC236}">
                  <a16:creationId xmlns:a16="http://schemas.microsoft.com/office/drawing/2014/main" id="{F544ED7C-40BD-4718-9FC5-8DDFA3B2DDE1}"/>
                </a:ext>
              </a:extLst>
            </p:cNvPr>
            <p:cNvSpPr>
              <a:spLocks noChangeArrowheads="1"/>
            </p:cNvSpPr>
            <p:nvPr/>
          </p:nvSpPr>
          <p:spPr bwMode="auto">
            <a:xfrm>
              <a:off x="3310" y="993"/>
              <a:ext cx="282" cy="136"/>
            </a:xfrm>
            <a:prstGeom prst="leftArrow">
              <a:avLst>
                <a:gd name="adj1" fmla="val 50000"/>
                <a:gd name="adj2" fmla="val 5180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0288" name="左箭头 10288">
              <a:extLst>
                <a:ext uri="{FF2B5EF4-FFF2-40B4-BE49-F238E27FC236}">
                  <a16:creationId xmlns:a16="http://schemas.microsoft.com/office/drawing/2014/main" id="{611AE427-0159-42A3-BFD1-1428DB35FBC3}"/>
                </a:ext>
              </a:extLst>
            </p:cNvPr>
            <p:cNvSpPr>
              <a:spLocks noChangeArrowheads="1"/>
            </p:cNvSpPr>
            <p:nvPr/>
          </p:nvSpPr>
          <p:spPr bwMode="auto">
            <a:xfrm>
              <a:off x="1976" y="993"/>
              <a:ext cx="353" cy="157"/>
            </a:xfrm>
            <a:prstGeom prst="leftArrow">
              <a:avLst>
                <a:gd name="adj1" fmla="val 50000"/>
                <a:gd name="adj2" fmla="val 5616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0289" name="文本框 10289">
              <a:extLst>
                <a:ext uri="{FF2B5EF4-FFF2-40B4-BE49-F238E27FC236}">
                  <a16:creationId xmlns:a16="http://schemas.microsoft.com/office/drawing/2014/main" id="{387C2FA4-DFBC-49CC-8E97-7F6263E16B6F}"/>
                </a:ext>
              </a:extLst>
            </p:cNvPr>
            <p:cNvSpPr txBox="1">
              <a:spLocks noChangeArrowheads="1"/>
            </p:cNvSpPr>
            <p:nvPr/>
          </p:nvSpPr>
          <p:spPr bwMode="auto">
            <a:xfrm>
              <a:off x="1015" y="726"/>
              <a:ext cx="445" cy="424"/>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读写逻辑</a:t>
              </a:r>
            </a:p>
          </p:txBody>
        </p:sp>
        <p:sp>
          <p:nvSpPr>
            <p:cNvPr id="10290" name="椭圆 10290">
              <a:extLst>
                <a:ext uri="{FF2B5EF4-FFF2-40B4-BE49-F238E27FC236}">
                  <a16:creationId xmlns:a16="http://schemas.microsoft.com/office/drawing/2014/main" id="{261943FA-B0F1-4AF6-A9E6-BB13B2AD06EF}"/>
                </a:ext>
              </a:extLst>
            </p:cNvPr>
            <p:cNvSpPr>
              <a:spLocks noChangeArrowheads="1"/>
            </p:cNvSpPr>
            <p:nvPr/>
          </p:nvSpPr>
          <p:spPr bwMode="auto">
            <a:xfrm>
              <a:off x="972" y="808"/>
              <a:ext cx="45" cy="36"/>
            </a:xfrm>
            <a:prstGeom prst="ellipse">
              <a:avLst/>
            </a:prstGeom>
            <a:solidFill>
              <a:schemeClr val="accent1"/>
            </a:solidFill>
            <a:ln w="9525">
              <a:solidFill>
                <a:schemeClr val="tx1"/>
              </a:solidFill>
              <a:round/>
              <a:headEnd/>
              <a:tailEnd/>
            </a:ln>
          </p:spPr>
          <p:txBody>
            <a:bodyPr/>
            <a:lstStyle/>
            <a:p>
              <a:pPr algn="just" eaLnBrk="0" hangingPunct="0"/>
              <a:endParaRPr lang="zh-CN" altLang="en-US">
                <a:latin typeface="Times New Roman" panose="02020603050405020304" pitchFamily="18" charset="0"/>
              </a:endParaRPr>
            </a:p>
          </p:txBody>
        </p:sp>
        <p:sp>
          <p:nvSpPr>
            <p:cNvPr id="10291" name="直接连接符 10291">
              <a:extLst>
                <a:ext uri="{FF2B5EF4-FFF2-40B4-BE49-F238E27FC236}">
                  <a16:creationId xmlns:a16="http://schemas.microsoft.com/office/drawing/2014/main" id="{E838B63A-01ED-46BF-B26D-FE0AB9441AD3}"/>
                </a:ext>
              </a:extLst>
            </p:cNvPr>
            <p:cNvSpPr>
              <a:spLocks noChangeShapeType="1"/>
            </p:cNvSpPr>
            <p:nvPr/>
          </p:nvSpPr>
          <p:spPr bwMode="auto">
            <a:xfrm>
              <a:off x="713" y="82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92" name="文本框 10292">
              <a:extLst>
                <a:ext uri="{FF2B5EF4-FFF2-40B4-BE49-F238E27FC236}">
                  <a16:creationId xmlns:a16="http://schemas.microsoft.com/office/drawing/2014/main" id="{017DEB0A-A683-4B21-B6E0-61E92AE4A3A2}"/>
                </a:ext>
              </a:extLst>
            </p:cNvPr>
            <p:cNvSpPr txBox="1">
              <a:spLocks noChangeArrowheads="1"/>
            </p:cNvSpPr>
            <p:nvPr/>
          </p:nvSpPr>
          <p:spPr bwMode="auto">
            <a:xfrm>
              <a:off x="446" y="733"/>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0293" name="直接连接符 10293">
              <a:extLst>
                <a:ext uri="{FF2B5EF4-FFF2-40B4-BE49-F238E27FC236}">
                  <a16:creationId xmlns:a16="http://schemas.microsoft.com/office/drawing/2014/main" id="{33782AFD-EFDD-4A02-B2EF-11AD9781FF4D}"/>
                </a:ext>
              </a:extLst>
            </p:cNvPr>
            <p:cNvSpPr>
              <a:spLocks noChangeShapeType="1"/>
            </p:cNvSpPr>
            <p:nvPr/>
          </p:nvSpPr>
          <p:spPr bwMode="auto">
            <a:xfrm>
              <a:off x="513" y="750"/>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94" name="直接连接符 10294">
              <a:extLst>
                <a:ext uri="{FF2B5EF4-FFF2-40B4-BE49-F238E27FC236}">
                  <a16:creationId xmlns:a16="http://schemas.microsoft.com/office/drawing/2014/main" id="{CF86EB56-4232-4439-8A80-4B1F755874AB}"/>
                </a:ext>
              </a:extLst>
            </p:cNvPr>
            <p:cNvSpPr>
              <a:spLocks noChangeShapeType="1"/>
            </p:cNvSpPr>
            <p:nvPr/>
          </p:nvSpPr>
          <p:spPr bwMode="auto">
            <a:xfrm>
              <a:off x="746" y="106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95" name="文本框 10295">
              <a:extLst>
                <a:ext uri="{FF2B5EF4-FFF2-40B4-BE49-F238E27FC236}">
                  <a16:creationId xmlns:a16="http://schemas.microsoft.com/office/drawing/2014/main" id="{B84A7540-D298-44A6-A9AA-9A984C252D4D}"/>
                </a:ext>
              </a:extLst>
            </p:cNvPr>
            <p:cNvSpPr txBox="1">
              <a:spLocks noChangeArrowheads="1"/>
            </p:cNvSpPr>
            <p:nvPr/>
          </p:nvSpPr>
          <p:spPr bwMode="auto">
            <a:xfrm>
              <a:off x="452" y="1005"/>
              <a:ext cx="3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0296" name="组合 10296">
              <a:extLst>
                <a:ext uri="{FF2B5EF4-FFF2-40B4-BE49-F238E27FC236}">
                  <a16:creationId xmlns:a16="http://schemas.microsoft.com/office/drawing/2014/main" id="{243B4152-6DDE-4898-95BC-9F9959D59BFB}"/>
                </a:ext>
              </a:extLst>
            </p:cNvPr>
            <p:cNvGrpSpPr>
              <a:grpSpLocks/>
            </p:cNvGrpSpPr>
            <p:nvPr/>
          </p:nvGrpSpPr>
          <p:grpSpPr bwMode="auto">
            <a:xfrm>
              <a:off x="712" y="931"/>
              <a:ext cx="304" cy="36"/>
              <a:chOff x="0" y="0"/>
              <a:chExt cx="364" cy="51"/>
            </a:xfrm>
          </p:grpSpPr>
          <p:sp>
            <p:nvSpPr>
              <p:cNvPr id="10297" name="椭圆 10297">
                <a:extLst>
                  <a:ext uri="{FF2B5EF4-FFF2-40B4-BE49-F238E27FC236}">
                    <a16:creationId xmlns:a16="http://schemas.microsoft.com/office/drawing/2014/main" id="{29E41C21-2947-4152-BD2D-B7DF4959FE76}"/>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0298" name="直接连接符 10298">
                <a:extLst>
                  <a:ext uri="{FF2B5EF4-FFF2-40B4-BE49-F238E27FC236}">
                    <a16:creationId xmlns:a16="http://schemas.microsoft.com/office/drawing/2014/main" id="{0A73FED5-C944-4788-AE77-F8EC37AA953C}"/>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299" name="文本框 10299">
              <a:extLst>
                <a:ext uri="{FF2B5EF4-FFF2-40B4-BE49-F238E27FC236}">
                  <a16:creationId xmlns:a16="http://schemas.microsoft.com/office/drawing/2014/main" id="{62D78B09-AC45-4499-83C2-40D7BA34FEAE}"/>
                </a:ext>
              </a:extLst>
            </p:cNvPr>
            <p:cNvSpPr txBox="1">
              <a:spLocks noChangeArrowheads="1"/>
            </p:cNvSpPr>
            <p:nvPr/>
          </p:nvSpPr>
          <p:spPr bwMode="auto">
            <a:xfrm>
              <a:off x="444" y="890"/>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0300" name="直接连接符 10300">
              <a:extLst>
                <a:ext uri="{FF2B5EF4-FFF2-40B4-BE49-F238E27FC236}">
                  <a16:creationId xmlns:a16="http://schemas.microsoft.com/office/drawing/2014/main" id="{73E721EE-BA19-443A-BD22-1A9C7C9143E2}"/>
                </a:ext>
              </a:extLst>
            </p:cNvPr>
            <p:cNvSpPr>
              <a:spLocks noChangeShapeType="1"/>
            </p:cNvSpPr>
            <p:nvPr/>
          </p:nvSpPr>
          <p:spPr bwMode="auto">
            <a:xfrm>
              <a:off x="531" y="923"/>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01" name="组合 10301">
              <a:extLst>
                <a:ext uri="{FF2B5EF4-FFF2-40B4-BE49-F238E27FC236}">
                  <a16:creationId xmlns:a16="http://schemas.microsoft.com/office/drawing/2014/main" id="{64DF55A8-01FF-4608-AEFC-17E8EF752E2B}"/>
                </a:ext>
              </a:extLst>
            </p:cNvPr>
            <p:cNvGrpSpPr>
              <a:grpSpLocks/>
            </p:cNvGrpSpPr>
            <p:nvPr/>
          </p:nvGrpSpPr>
          <p:grpSpPr bwMode="auto">
            <a:xfrm>
              <a:off x="1194" y="1150"/>
              <a:ext cx="45" cy="136"/>
              <a:chOff x="0" y="0"/>
              <a:chExt cx="54" cy="194"/>
            </a:xfrm>
          </p:grpSpPr>
          <p:sp>
            <p:nvSpPr>
              <p:cNvPr id="10302" name="椭圆 10302">
                <a:extLst>
                  <a:ext uri="{FF2B5EF4-FFF2-40B4-BE49-F238E27FC236}">
                    <a16:creationId xmlns:a16="http://schemas.microsoft.com/office/drawing/2014/main" id="{3AB2D86C-151F-4C30-BC68-7620257F6429}"/>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0303" name="直接连接符 10303">
                <a:extLst>
                  <a:ext uri="{FF2B5EF4-FFF2-40B4-BE49-F238E27FC236}">
                    <a16:creationId xmlns:a16="http://schemas.microsoft.com/office/drawing/2014/main" id="{98F689A8-410B-49E9-A522-56A0CE51F0AA}"/>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304" name="直接连接符 10304">
              <a:extLst>
                <a:ext uri="{FF2B5EF4-FFF2-40B4-BE49-F238E27FC236}">
                  <a16:creationId xmlns:a16="http://schemas.microsoft.com/office/drawing/2014/main" id="{414443D0-D707-4EE6-84D6-0ED1CE5A4873}"/>
                </a:ext>
              </a:extLst>
            </p:cNvPr>
            <p:cNvSpPr>
              <a:spLocks noChangeShapeType="1"/>
            </p:cNvSpPr>
            <p:nvPr/>
          </p:nvSpPr>
          <p:spPr bwMode="auto">
            <a:xfrm>
              <a:off x="747" y="1280"/>
              <a:ext cx="4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5" name="文本框 10305">
              <a:extLst>
                <a:ext uri="{FF2B5EF4-FFF2-40B4-BE49-F238E27FC236}">
                  <a16:creationId xmlns:a16="http://schemas.microsoft.com/office/drawing/2014/main" id="{1F5533EB-57BC-4430-9D9D-8DA293727F2E}"/>
                </a:ext>
              </a:extLst>
            </p:cNvPr>
            <p:cNvSpPr txBox="1">
              <a:spLocks noChangeArrowheads="1"/>
            </p:cNvSpPr>
            <p:nvPr/>
          </p:nvSpPr>
          <p:spPr bwMode="auto">
            <a:xfrm>
              <a:off x="481" y="1216"/>
              <a:ext cx="32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0306" name="直接连接符 10306">
              <a:extLst>
                <a:ext uri="{FF2B5EF4-FFF2-40B4-BE49-F238E27FC236}">
                  <a16:creationId xmlns:a16="http://schemas.microsoft.com/office/drawing/2014/main" id="{1864AAEF-1D25-4D24-B77E-352890922FC8}"/>
                </a:ext>
              </a:extLst>
            </p:cNvPr>
            <p:cNvSpPr>
              <a:spLocks noChangeShapeType="1"/>
            </p:cNvSpPr>
            <p:nvPr/>
          </p:nvSpPr>
          <p:spPr bwMode="auto">
            <a:xfrm>
              <a:off x="521" y="1217"/>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07" name="组合 10307">
              <a:extLst>
                <a:ext uri="{FF2B5EF4-FFF2-40B4-BE49-F238E27FC236}">
                  <a16:creationId xmlns:a16="http://schemas.microsoft.com/office/drawing/2014/main" id="{7339621D-DE3D-46C6-8471-15F8C448A6B4}"/>
                </a:ext>
              </a:extLst>
            </p:cNvPr>
            <p:cNvGrpSpPr>
              <a:grpSpLocks/>
            </p:cNvGrpSpPr>
            <p:nvPr/>
          </p:nvGrpSpPr>
          <p:grpSpPr bwMode="auto">
            <a:xfrm>
              <a:off x="1453" y="459"/>
              <a:ext cx="868" cy="1115"/>
              <a:chOff x="0" y="0"/>
              <a:chExt cx="1514" cy="2445"/>
            </a:xfrm>
          </p:grpSpPr>
          <p:sp>
            <p:nvSpPr>
              <p:cNvPr id="10308" name="直接连接符 10308">
                <a:extLst>
                  <a:ext uri="{FF2B5EF4-FFF2-40B4-BE49-F238E27FC236}">
                    <a16:creationId xmlns:a16="http://schemas.microsoft.com/office/drawing/2014/main" id="{41A04ABF-A7CA-4DB0-863D-F6AF4C1D7708}"/>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9" name="直接连接符 10309">
                <a:extLst>
                  <a:ext uri="{FF2B5EF4-FFF2-40B4-BE49-F238E27FC236}">
                    <a16:creationId xmlns:a16="http://schemas.microsoft.com/office/drawing/2014/main" id="{2F9B55B9-12DF-4E4C-AAC5-5B915BEE9AD9}"/>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10" name="直接连接符 10310">
                <a:extLst>
                  <a:ext uri="{FF2B5EF4-FFF2-40B4-BE49-F238E27FC236}">
                    <a16:creationId xmlns:a16="http://schemas.microsoft.com/office/drawing/2014/main" id="{27B99DF8-C4F1-425E-9001-0C69AAEF4924}"/>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11" name="直接连接符 10311">
                <a:extLst>
                  <a:ext uri="{FF2B5EF4-FFF2-40B4-BE49-F238E27FC236}">
                    <a16:creationId xmlns:a16="http://schemas.microsoft.com/office/drawing/2014/main" id="{B62C7F4E-7E54-49B6-B8BA-808083497DEF}"/>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12" name="直接连接符 10312">
                <a:extLst>
                  <a:ext uri="{FF2B5EF4-FFF2-40B4-BE49-F238E27FC236}">
                    <a16:creationId xmlns:a16="http://schemas.microsoft.com/office/drawing/2014/main" id="{7595295D-EB2D-44CF-9202-D459AE0ABFDC}"/>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313" name="组合 10313">
              <a:extLst>
                <a:ext uri="{FF2B5EF4-FFF2-40B4-BE49-F238E27FC236}">
                  <a16:creationId xmlns:a16="http://schemas.microsoft.com/office/drawing/2014/main" id="{0E4B5087-A494-4B7C-990A-2B38D7CFD0CC}"/>
                </a:ext>
              </a:extLst>
            </p:cNvPr>
            <p:cNvGrpSpPr>
              <a:grpSpLocks/>
            </p:cNvGrpSpPr>
            <p:nvPr/>
          </p:nvGrpSpPr>
          <p:grpSpPr bwMode="auto">
            <a:xfrm>
              <a:off x="1984" y="1586"/>
              <a:ext cx="1880" cy="431"/>
              <a:chOff x="0" y="0"/>
              <a:chExt cx="3280" cy="945"/>
            </a:xfrm>
          </p:grpSpPr>
          <p:sp>
            <p:nvSpPr>
              <p:cNvPr id="10314" name="文本框 10314">
                <a:extLst>
                  <a:ext uri="{FF2B5EF4-FFF2-40B4-BE49-F238E27FC236}">
                    <a16:creationId xmlns:a16="http://schemas.microsoft.com/office/drawing/2014/main" id="{A00D3F5C-7D64-4CAB-AA1A-7AB9F837246A}"/>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p>
            </p:txBody>
          </p:sp>
          <p:sp>
            <p:nvSpPr>
              <p:cNvPr id="10315" name="直接连接符 10315">
                <a:extLst>
                  <a:ext uri="{FF2B5EF4-FFF2-40B4-BE49-F238E27FC236}">
                    <a16:creationId xmlns:a16="http://schemas.microsoft.com/office/drawing/2014/main" id="{8E1CD411-1B5D-42E9-BFC3-37C51596294F}"/>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16" name="直接连接符 10316">
                <a:extLst>
                  <a:ext uri="{FF2B5EF4-FFF2-40B4-BE49-F238E27FC236}">
                    <a16:creationId xmlns:a16="http://schemas.microsoft.com/office/drawing/2014/main" id="{8CD4E405-C8BA-42D5-ABD8-CE147590C86B}"/>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17" name="直接连接符 10317">
                <a:extLst>
                  <a:ext uri="{FF2B5EF4-FFF2-40B4-BE49-F238E27FC236}">
                    <a16:creationId xmlns:a16="http://schemas.microsoft.com/office/drawing/2014/main" id="{88EDC6D6-F3D4-4C22-89DA-40EB46EA29B8}"/>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18" name="左右箭头 10318">
                <a:extLst>
                  <a:ext uri="{FF2B5EF4-FFF2-40B4-BE49-F238E27FC236}">
                    <a16:creationId xmlns:a16="http://schemas.microsoft.com/office/drawing/2014/main" id="{8FC101DA-C33D-47E6-9138-7D1E08571250}"/>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0319" name="直接连接符 10319">
              <a:extLst>
                <a:ext uri="{FF2B5EF4-FFF2-40B4-BE49-F238E27FC236}">
                  <a16:creationId xmlns:a16="http://schemas.microsoft.com/office/drawing/2014/main" id="{B5D904D6-B41A-4DA4-94AB-A9E01EA4967F}"/>
                </a:ext>
              </a:extLst>
            </p:cNvPr>
            <p:cNvSpPr>
              <a:spLocks noChangeShapeType="1"/>
            </p:cNvSpPr>
            <p:nvPr/>
          </p:nvSpPr>
          <p:spPr bwMode="auto">
            <a:xfrm flipH="1">
              <a:off x="3945" y="1369"/>
              <a:ext cx="1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20" name="文本框 10320">
              <a:extLst>
                <a:ext uri="{FF2B5EF4-FFF2-40B4-BE49-F238E27FC236}">
                  <a16:creationId xmlns:a16="http://schemas.microsoft.com/office/drawing/2014/main" id="{8FC8982B-1ACD-4EA0-93C5-C00AA47AEBB2}"/>
                </a:ext>
              </a:extLst>
            </p:cNvPr>
            <p:cNvSpPr txBox="1">
              <a:spLocks noChangeArrowheads="1"/>
            </p:cNvSpPr>
            <p:nvPr/>
          </p:nvSpPr>
          <p:spPr bwMode="auto">
            <a:xfrm>
              <a:off x="4092" y="1305"/>
              <a:ext cx="3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0321" name="灯片编号占位符 1">
            <a:extLst>
              <a:ext uri="{FF2B5EF4-FFF2-40B4-BE49-F238E27FC236}">
                <a16:creationId xmlns:a16="http://schemas.microsoft.com/office/drawing/2014/main" id="{4243FA49-33EC-4826-B3A6-DB42D204E15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D2CCE858-1E68-431C-90E3-C649D89C1AE1}" type="slidenum">
              <a:rPr lang="zh-CN" altLang="en-US" smtClean="0"/>
              <a:pPr eaLnBrk="0" hangingPunct="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框 11265">
            <a:extLst>
              <a:ext uri="{FF2B5EF4-FFF2-40B4-BE49-F238E27FC236}">
                <a16:creationId xmlns:a16="http://schemas.microsoft.com/office/drawing/2014/main" id="{6A70CAEE-1DA2-4982-A8E5-E2255A100C60}"/>
              </a:ext>
            </a:extLst>
          </p:cNvPr>
          <p:cNvSpPr txBox="1"/>
          <p:nvPr/>
        </p:nvSpPr>
        <p:spPr>
          <a:xfrm>
            <a:off x="533400" y="333375"/>
            <a:ext cx="8610600" cy="3257550"/>
          </a:xfrm>
          <a:prstGeom prst="rect">
            <a:avLst/>
          </a:prstGeom>
          <a:noFill/>
          <a:ln w="9525">
            <a:noFill/>
          </a:ln>
        </p:spPr>
        <p:txBody>
          <a:bodyPr>
            <a:spAutoFit/>
          </a:bodyPr>
          <a:lstStyle/>
          <a:p>
            <a:pPr algn="just">
              <a:spcBef>
                <a:spcPct val="50000"/>
              </a:spcBef>
              <a:buClr>
                <a:schemeClr val="tx1"/>
              </a:buClr>
              <a:buFont typeface="Wingdings" panose="05000000000000000000" pitchFamily="2" charset="2"/>
              <a:buNone/>
            </a:pPr>
            <a:r>
              <a:rPr lang="zh-CN" altLang="en-US" sz="2800" b="1" noProof="1">
                <a:solidFill>
                  <a:srgbClr val="FFFF00"/>
                </a:solidFill>
                <a:latin typeface="Times New Roman" panose="02020603050405020304" pitchFamily="2" charset="0"/>
                <a:cs typeface="+mn-ea"/>
              </a:rPr>
              <a:t>二、</a:t>
            </a:r>
            <a:r>
              <a:rPr lang="en-US" altLang="x-none" sz="2800" b="1" noProof="1">
                <a:solidFill>
                  <a:srgbClr val="FFFF00"/>
                </a:solidFill>
                <a:latin typeface="Times New Roman" panose="02020603050405020304" pitchFamily="2" charset="0"/>
                <a:cs typeface="+mn-ea"/>
              </a:rPr>
              <a:t>8259A</a:t>
            </a:r>
            <a:r>
              <a:rPr lang="zh-CN" altLang="en-US" sz="2800" b="1" noProof="1">
                <a:solidFill>
                  <a:srgbClr val="FFFF00"/>
                </a:solidFill>
                <a:latin typeface="Times New Roman" panose="02020603050405020304" pitchFamily="2" charset="0"/>
                <a:cs typeface="+mn-ea"/>
              </a:rPr>
              <a:t>的中断处理过程</a:t>
            </a:r>
            <a:endParaRPr lang="zh-CN" altLang="en-US" sz="2800" noProof="1">
              <a:solidFill>
                <a:srgbClr val="FFFF00"/>
              </a:solidFill>
              <a:latin typeface="Times New Roman" panose="02020603050405020304" pitchFamily="2" charset="0"/>
            </a:endParaRPr>
          </a:p>
          <a:p>
            <a:pPr algn="just">
              <a:spcBef>
                <a:spcPct val="50000"/>
              </a:spcBef>
              <a:buClr>
                <a:schemeClr val="tx1"/>
              </a:buClr>
              <a:buFont typeface="Arial" panose="020B0604020202020204" pitchFamily="34" charset="0"/>
              <a:buChar char="•"/>
            </a:pPr>
            <a:r>
              <a:rPr lang="zh-CN" altLang="en-US" sz="2400" b="1" noProof="1">
                <a:latin typeface="Times New Roman" panose="02020603050405020304" pitchFamily="2" charset="0"/>
                <a:cs typeface="+mn-ea"/>
              </a:rPr>
              <a:t>优先权电路对同时送达的中断源进行判优，还与中断服务寄存器</a:t>
            </a:r>
            <a:r>
              <a:rPr lang="en-US" altLang="x-none" sz="2400" b="1" noProof="1">
                <a:latin typeface="Times New Roman" panose="02020603050405020304" pitchFamily="2" charset="0"/>
                <a:cs typeface="+mn-ea"/>
              </a:rPr>
              <a:t>ISR</a:t>
            </a:r>
            <a:r>
              <a:rPr lang="zh-CN" altLang="en-US" sz="2400" b="1" noProof="1">
                <a:latin typeface="Times New Roman" panose="02020603050405020304" pitchFamily="2" charset="0"/>
                <a:cs typeface="+mn-ea"/>
              </a:rPr>
              <a:t>中正在服务的中断级别进行比较、判别，</a:t>
            </a:r>
            <a:r>
              <a:rPr lang="zh-CN" altLang="en-US" sz="2400" b="1" noProof="1">
                <a:solidFill>
                  <a:schemeClr val="hlink"/>
                </a:solidFill>
                <a:latin typeface="Times New Roman" panose="02020603050405020304" pitchFamily="2" charset="0"/>
                <a:cs typeface="+mn-ea"/>
              </a:rPr>
              <a:t>优先权最高的中断源将被服务</a:t>
            </a:r>
            <a:r>
              <a:rPr lang="zh-CN" altLang="en-US" sz="2400" b="1" noProof="1">
                <a:latin typeface="Times New Roman" panose="02020603050405020304" pitchFamily="2" charset="0"/>
                <a:cs typeface="+mn-ea"/>
              </a:rPr>
              <a:t>，</a:t>
            </a:r>
            <a:r>
              <a:rPr lang="en-US" altLang="x-none" sz="2400" b="1" noProof="1">
                <a:latin typeface="Times New Roman" panose="02020603050405020304" pitchFamily="2" charset="0"/>
                <a:cs typeface="+mn-ea"/>
              </a:rPr>
              <a:t>8259A</a:t>
            </a:r>
            <a:r>
              <a:rPr lang="zh-CN" altLang="en-US" sz="2400" b="1" noProof="1">
                <a:latin typeface="Times New Roman" panose="02020603050405020304" pitchFamily="2" charset="0"/>
                <a:cs typeface="+mn-ea"/>
              </a:rPr>
              <a:t>由</a:t>
            </a:r>
            <a:r>
              <a:rPr lang="zh-CN" altLang="en-US" sz="2400" b="1" noProof="1">
                <a:solidFill>
                  <a:srgbClr val="C00000"/>
                </a:solidFill>
                <a:latin typeface="Times New Roman" panose="02020603050405020304" pitchFamily="2" charset="0"/>
                <a:cs typeface="+mn-ea"/>
              </a:rPr>
              <a:t>引脚</a:t>
            </a:r>
            <a:r>
              <a:rPr lang="en-US" altLang="x-none" sz="2400" b="1" noProof="1">
                <a:solidFill>
                  <a:srgbClr val="C00000"/>
                </a:solidFill>
                <a:latin typeface="Times New Roman" panose="02020603050405020304" pitchFamily="2" charset="0"/>
                <a:cs typeface="+mn-ea"/>
              </a:rPr>
              <a:t>INT</a:t>
            </a:r>
            <a:r>
              <a:rPr lang="zh-CN" altLang="en-US" sz="2400" b="1" noProof="1">
                <a:latin typeface="Times New Roman" panose="02020603050405020304" pitchFamily="2" charset="0"/>
                <a:cs typeface="+mn-ea"/>
              </a:rPr>
              <a:t>向</a:t>
            </a:r>
            <a:r>
              <a:rPr lang="en-US" altLang="x-none" sz="2400" b="1" noProof="1">
                <a:latin typeface="Times New Roman" panose="02020603050405020304" pitchFamily="2" charset="0"/>
                <a:cs typeface="+mn-ea"/>
              </a:rPr>
              <a:t>CPU</a:t>
            </a:r>
            <a:r>
              <a:rPr lang="zh-CN" altLang="en-US" sz="2400" b="1" noProof="1">
                <a:latin typeface="Times New Roman" panose="02020603050405020304" pitchFamily="2" charset="0"/>
                <a:cs typeface="+mn-ea"/>
              </a:rPr>
              <a:t>发出</a:t>
            </a:r>
            <a:r>
              <a:rPr lang="zh-CN" altLang="en-US" sz="2400" b="1" noProof="1">
                <a:solidFill>
                  <a:srgbClr val="C00000"/>
                </a:solidFill>
                <a:latin typeface="Times New Roman" panose="02020603050405020304" pitchFamily="2" charset="0"/>
                <a:cs typeface="+mn-ea"/>
              </a:rPr>
              <a:t>中断请求信号</a:t>
            </a:r>
            <a:r>
              <a:rPr lang="zh-CN" altLang="en-US" sz="2400" b="1" noProof="1">
                <a:latin typeface="Times New Roman" panose="02020603050405020304" pitchFamily="2" charset="0"/>
                <a:cs typeface="+mn-ea"/>
              </a:rPr>
              <a:t>。</a:t>
            </a:r>
            <a:endParaRPr lang="zh-CN" altLang="en-US" sz="2400" b="1" noProof="1">
              <a:latin typeface="Times New Roman" panose="02020603050405020304" pitchFamily="2" charset="0"/>
            </a:endParaRPr>
          </a:p>
          <a:p>
            <a:pPr algn="just">
              <a:spcBef>
                <a:spcPct val="50000"/>
              </a:spcBef>
              <a:buClr>
                <a:schemeClr val="tx1"/>
              </a:buClr>
              <a:buFont typeface="Arial" panose="020B0604020202020204" pitchFamily="34" charset="0"/>
              <a:buChar char="•"/>
            </a:pPr>
            <a:r>
              <a:rPr lang="zh-CN" altLang="en-US" sz="2400" b="1" noProof="1">
                <a:latin typeface="Times New Roman" panose="02020603050405020304" pitchFamily="2" charset="0"/>
                <a:cs typeface="+mn-ea"/>
              </a:rPr>
              <a:t>如果</a:t>
            </a:r>
            <a:r>
              <a:rPr lang="en-US" altLang="x-none" sz="2400" b="1" noProof="1">
                <a:latin typeface="Times New Roman" panose="02020603050405020304" pitchFamily="2" charset="0"/>
                <a:cs typeface="+mn-ea"/>
              </a:rPr>
              <a:t>CPU</a:t>
            </a:r>
            <a:r>
              <a:rPr lang="zh-CN" altLang="en-US" sz="2400" b="1" noProof="1">
                <a:latin typeface="Times New Roman" panose="02020603050405020304" pitchFamily="2" charset="0"/>
                <a:cs typeface="+mn-ea"/>
              </a:rPr>
              <a:t>处于开中断状态，则在执行完当前指令后，</a:t>
            </a:r>
            <a:r>
              <a:rPr lang="en-US" altLang="x-none" sz="2400" b="1" noProof="1">
                <a:solidFill>
                  <a:schemeClr val="hlink"/>
                </a:solidFill>
                <a:latin typeface="Times New Roman" panose="02020603050405020304" pitchFamily="2" charset="0"/>
                <a:cs typeface="+mn-ea"/>
              </a:rPr>
              <a:t>CPU</a:t>
            </a:r>
            <a:r>
              <a:rPr lang="zh-CN" altLang="en-US" sz="2400" b="1" noProof="1">
                <a:solidFill>
                  <a:schemeClr val="hlink"/>
                </a:solidFill>
                <a:latin typeface="Times New Roman" panose="02020603050405020304" pitchFamily="2" charset="0"/>
                <a:cs typeface="+mn-ea"/>
              </a:rPr>
              <a:t>向</a:t>
            </a:r>
            <a:r>
              <a:rPr lang="en-US" altLang="x-none" sz="2400" b="1" noProof="1">
                <a:solidFill>
                  <a:schemeClr val="hlink"/>
                </a:solidFill>
                <a:latin typeface="Times New Roman" panose="02020603050405020304" pitchFamily="2" charset="0"/>
                <a:cs typeface="+mn-ea"/>
              </a:rPr>
              <a:t>8259A</a:t>
            </a:r>
            <a:r>
              <a:rPr lang="zh-CN" altLang="en-US" sz="2400" b="1" noProof="1">
                <a:solidFill>
                  <a:schemeClr val="hlink"/>
                </a:solidFill>
                <a:latin typeface="Times New Roman" panose="02020603050405020304" pitchFamily="2" charset="0"/>
                <a:cs typeface="+mn-ea"/>
              </a:rPr>
              <a:t>发出</a:t>
            </a:r>
            <a:r>
              <a:rPr lang="zh-CN" altLang="en-US" sz="2400" b="1" noProof="1">
                <a:ln w="22225">
                  <a:solidFill>
                    <a:schemeClr val="accent2"/>
                  </a:solidFill>
                  <a:prstDash val="solid"/>
                </a:ln>
                <a:solidFill>
                  <a:schemeClr val="accent2">
                    <a:lumMod val="40000"/>
                    <a:lumOff val="60000"/>
                  </a:schemeClr>
                </a:solidFill>
                <a:latin typeface="Times New Roman" panose="02020603050405020304" pitchFamily="2" charset="0"/>
                <a:cs typeface="+mn-ea"/>
              </a:rPr>
              <a:t>中断响应信号</a:t>
            </a:r>
            <a:r>
              <a:rPr lang="en-US" altLang="x-none" sz="2400" b="1" noProof="1">
                <a:ln w="22225">
                  <a:solidFill>
                    <a:schemeClr val="accent2"/>
                  </a:solidFill>
                  <a:prstDash val="solid"/>
                </a:ln>
                <a:solidFill>
                  <a:schemeClr val="accent2">
                    <a:lumMod val="40000"/>
                    <a:lumOff val="60000"/>
                  </a:schemeClr>
                </a:solidFill>
                <a:latin typeface="Times New Roman" panose="02020603050405020304" pitchFamily="2" charset="0"/>
                <a:cs typeface="+mn-ea"/>
              </a:rPr>
              <a:t>INTA</a:t>
            </a:r>
            <a:r>
              <a:rPr lang="zh-CN" altLang="en-US" sz="2400" b="1" noProof="1">
                <a:solidFill>
                  <a:schemeClr val="hlink"/>
                </a:solidFill>
                <a:latin typeface="Times New Roman" panose="02020603050405020304" pitchFamily="2" charset="0"/>
                <a:cs typeface="+mn-ea"/>
              </a:rPr>
              <a:t>（</a:t>
            </a:r>
            <a:r>
              <a:rPr lang="zh-CN" altLang="en-US" sz="2400" b="1" noProof="1">
                <a:solidFill>
                  <a:srgbClr val="C00000"/>
                </a:solidFill>
                <a:latin typeface="Times New Roman" panose="02020603050405020304" pitchFamily="2" charset="0"/>
                <a:cs typeface="+mn-ea"/>
              </a:rPr>
              <a:t>两个负脉冲</a:t>
            </a:r>
            <a:r>
              <a:rPr lang="zh-CN" altLang="en-US" sz="2400" b="1" noProof="1">
                <a:solidFill>
                  <a:schemeClr val="hlink"/>
                </a:solidFill>
                <a:latin typeface="Times New Roman" panose="02020603050405020304" pitchFamily="2" charset="0"/>
                <a:cs typeface="+mn-ea"/>
              </a:rPr>
              <a:t>）</a:t>
            </a:r>
            <a:r>
              <a:rPr lang="zh-CN" altLang="en-US" sz="2400" b="1" noProof="1">
                <a:latin typeface="Times New Roman" panose="02020603050405020304" pitchFamily="2" charset="0"/>
                <a:cs typeface="+mn-ea"/>
              </a:rPr>
              <a:t>。</a:t>
            </a:r>
            <a:endParaRPr lang="zh-CN" altLang="en-US" sz="2400" b="1" noProof="1">
              <a:latin typeface="Times New Roman" panose="02020603050405020304" pitchFamily="2" charset="0"/>
            </a:endParaRPr>
          </a:p>
          <a:p>
            <a:pPr algn="just">
              <a:spcBef>
                <a:spcPct val="50000"/>
              </a:spcBef>
              <a:buClr>
                <a:schemeClr val="tx1"/>
              </a:buClr>
              <a:buFont typeface="Arial" panose="020B0604020202020204" pitchFamily="34" charset="0"/>
              <a:buChar char="•"/>
            </a:pPr>
            <a:endParaRPr lang="zh-CN" altLang="en-US" sz="2400" b="1" noProof="1">
              <a:latin typeface="Times New Roman" panose="02020603050405020304" pitchFamily="2" charset="0"/>
            </a:endParaRPr>
          </a:p>
        </p:txBody>
      </p:sp>
      <p:grpSp>
        <p:nvGrpSpPr>
          <p:cNvPr id="2" name="组合 11266">
            <a:extLst>
              <a:ext uri="{FF2B5EF4-FFF2-40B4-BE49-F238E27FC236}">
                <a16:creationId xmlns:a16="http://schemas.microsoft.com/office/drawing/2014/main" id="{FF1DB9CC-04C4-4497-8A64-235F9306E872}"/>
              </a:ext>
            </a:extLst>
          </p:cNvPr>
          <p:cNvGrpSpPr>
            <a:grpSpLocks/>
          </p:cNvGrpSpPr>
          <p:nvPr/>
        </p:nvGrpSpPr>
        <p:grpSpPr bwMode="auto">
          <a:xfrm>
            <a:off x="1187450" y="3021013"/>
            <a:ext cx="7078663" cy="3432175"/>
            <a:chOff x="0" y="0"/>
            <a:chExt cx="4459" cy="2162"/>
          </a:xfrm>
        </p:grpSpPr>
        <p:grpSp>
          <p:nvGrpSpPr>
            <p:cNvPr id="11267" name="组合 11267">
              <a:extLst>
                <a:ext uri="{FF2B5EF4-FFF2-40B4-BE49-F238E27FC236}">
                  <a16:creationId xmlns:a16="http://schemas.microsoft.com/office/drawing/2014/main" id="{5F276579-6FA1-450A-9F14-9EC73EC52F44}"/>
                </a:ext>
              </a:extLst>
            </p:cNvPr>
            <p:cNvGrpSpPr>
              <a:grpSpLocks/>
            </p:cNvGrpSpPr>
            <p:nvPr/>
          </p:nvGrpSpPr>
          <p:grpSpPr bwMode="auto">
            <a:xfrm>
              <a:off x="3937" y="742"/>
              <a:ext cx="522" cy="219"/>
              <a:chOff x="0" y="0"/>
              <a:chExt cx="626" cy="311"/>
            </a:xfrm>
          </p:grpSpPr>
          <p:sp>
            <p:nvSpPr>
              <p:cNvPr id="11268" name="直接连接符 11268">
                <a:extLst>
                  <a:ext uri="{FF2B5EF4-FFF2-40B4-BE49-F238E27FC236}">
                    <a16:creationId xmlns:a16="http://schemas.microsoft.com/office/drawing/2014/main" id="{F0701D38-FEBC-4A00-B276-1C969D93584D}"/>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9" name="文本框 11269">
                <a:extLst>
                  <a:ext uri="{FF2B5EF4-FFF2-40B4-BE49-F238E27FC236}">
                    <a16:creationId xmlns:a16="http://schemas.microsoft.com/office/drawing/2014/main" id="{926F3F1D-274A-41CD-BC54-B261E76B9B25}"/>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1270" name="组合 11270">
              <a:extLst>
                <a:ext uri="{FF2B5EF4-FFF2-40B4-BE49-F238E27FC236}">
                  <a16:creationId xmlns:a16="http://schemas.microsoft.com/office/drawing/2014/main" id="{63CE4E35-6F54-4334-9717-A77174E8755F}"/>
                </a:ext>
              </a:extLst>
            </p:cNvPr>
            <p:cNvGrpSpPr>
              <a:grpSpLocks/>
            </p:cNvGrpSpPr>
            <p:nvPr/>
          </p:nvGrpSpPr>
          <p:grpSpPr bwMode="auto">
            <a:xfrm>
              <a:off x="3937" y="876"/>
              <a:ext cx="522" cy="219"/>
              <a:chOff x="0" y="0"/>
              <a:chExt cx="625" cy="311"/>
            </a:xfrm>
          </p:grpSpPr>
          <p:sp>
            <p:nvSpPr>
              <p:cNvPr id="11271" name="直接连接符 11271">
                <a:extLst>
                  <a:ext uri="{FF2B5EF4-FFF2-40B4-BE49-F238E27FC236}">
                    <a16:creationId xmlns:a16="http://schemas.microsoft.com/office/drawing/2014/main" id="{284D091F-EC9A-4CAE-90FE-288AA091E337}"/>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2" name="文本框 11272">
                <a:extLst>
                  <a:ext uri="{FF2B5EF4-FFF2-40B4-BE49-F238E27FC236}">
                    <a16:creationId xmlns:a16="http://schemas.microsoft.com/office/drawing/2014/main" id="{198C628A-3798-4B3F-9C73-E4BD592DBC03}"/>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sp>
          <p:nvSpPr>
            <p:cNvPr id="11273" name="文本框 11273">
              <a:extLst>
                <a:ext uri="{FF2B5EF4-FFF2-40B4-BE49-F238E27FC236}">
                  <a16:creationId xmlns:a16="http://schemas.microsoft.com/office/drawing/2014/main" id="{730F8B4B-B775-41CF-BB08-2EC96DF0CA9B}"/>
                </a:ext>
              </a:extLst>
            </p:cNvPr>
            <p:cNvSpPr txBox="1">
              <a:spLocks noChangeArrowheads="1"/>
            </p:cNvSpPr>
            <p:nvPr/>
          </p:nvSpPr>
          <p:spPr bwMode="auto">
            <a:xfrm>
              <a:off x="996" y="89"/>
              <a:ext cx="491" cy="56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数据</a:t>
              </a:r>
            </a:p>
            <a:p>
              <a:pPr algn="just" eaLnBrk="0" hangingPunct="0"/>
              <a:r>
                <a:rPr lang="zh-CN" altLang="en-US">
                  <a:latin typeface="Times New Roman" panose="02020603050405020304" pitchFamily="18" charset="0"/>
                </a:rPr>
                <a:t>总线</a:t>
              </a:r>
            </a:p>
            <a:p>
              <a:pPr algn="just" eaLnBrk="0" hangingPunct="0"/>
              <a:r>
                <a:rPr lang="zh-CN" altLang="en-US">
                  <a:latin typeface="Times New Roman" panose="02020603050405020304" pitchFamily="18" charset="0"/>
                </a:rPr>
                <a:t>缓冲</a:t>
              </a:r>
              <a:endParaRPr lang="zh-CN" altLang="en-US" sz="2000">
                <a:latin typeface="Times New Roman" panose="02020603050405020304" pitchFamily="18" charset="0"/>
              </a:endParaRPr>
            </a:p>
          </p:txBody>
        </p:sp>
        <p:sp>
          <p:nvSpPr>
            <p:cNvPr id="11274" name="左右箭头 11274">
              <a:extLst>
                <a:ext uri="{FF2B5EF4-FFF2-40B4-BE49-F238E27FC236}">
                  <a16:creationId xmlns:a16="http://schemas.microsoft.com/office/drawing/2014/main" id="{07453BF3-8B54-47C6-B109-77E4EC1D1A47}"/>
                </a:ext>
              </a:extLst>
            </p:cNvPr>
            <p:cNvSpPr>
              <a:spLocks noChangeArrowheads="1"/>
            </p:cNvSpPr>
            <p:nvPr/>
          </p:nvSpPr>
          <p:spPr bwMode="auto">
            <a:xfrm>
              <a:off x="670" y="314"/>
              <a:ext cx="319" cy="96"/>
            </a:xfrm>
            <a:prstGeom prst="leftRightArrow">
              <a:avLst>
                <a:gd name="adj1" fmla="val 50000"/>
                <a:gd name="adj2" fmla="val 66397"/>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1275" name="左右箭头 11275">
              <a:extLst>
                <a:ext uri="{FF2B5EF4-FFF2-40B4-BE49-F238E27FC236}">
                  <a16:creationId xmlns:a16="http://schemas.microsoft.com/office/drawing/2014/main" id="{5E9E21A1-442D-4D93-A009-CA80D0C73EB8}"/>
                </a:ext>
              </a:extLst>
            </p:cNvPr>
            <p:cNvSpPr>
              <a:spLocks noChangeArrowheads="1"/>
            </p:cNvSpPr>
            <p:nvPr/>
          </p:nvSpPr>
          <p:spPr bwMode="auto">
            <a:xfrm>
              <a:off x="1495" y="308"/>
              <a:ext cx="318" cy="96"/>
            </a:xfrm>
            <a:prstGeom prst="leftRightArrow">
              <a:avLst>
                <a:gd name="adj1" fmla="val 50000"/>
                <a:gd name="adj2" fmla="val 6625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1276" name="文本框 11276">
              <a:extLst>
                <a:ext uri="{FF2B5EF4-FFF2-40B4-BE49-F238E27FC236}">
                  <a16:creationId xmlns:a16="http://schemas.microsoft.com/office/drawing/2014/main" id="{53A0C537-F6A0-44EE-ACCA-A7D9520515F7}"/>
                </a:ext>
              </a:extLst>
            </p:cNvPr>
            <p:cNvSpPr txBox="1">
              <a:spLocks noChangeArrowheads="1"/>
            </p:cNvSpPr>
            <p:nvPr/>
          </p:nvSpPr>
          <p:spPr bwMode="auto">
            <a:xfrm>
              <a:off x="466" y="91"/>
              <a:ext cx="5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1277" name="文本框 11277">
              <a:extLst>
                <a:ext uri="{FF2B5EF4-FFF2-40B4-BE49-F238E27FC236}">
                  <a16:creationId xmlns:a16="http://schemas.microsoft.com/office/drawing/2014/main" id="{A8EE27D3-1691-4B9F-9ED8-CB7D6A31636F}"/>
                </a:ext>
              </a:extLst>
            </p:cNvPr>
            <p:cNvSpPr txBox="1">
              <a:spLocks noChangeArrowheads="1"/>
            </p:cNvSpPr>
            <p:nvPr/>
          </p:nvSpPr>
          <p:spPr bwMode="auto">
            <a:xfrm>
              <a:off x="747" y="1389"/>
              <a:ext cx="713" cy="425"/>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级连</a:t>
              </a:r>
              <a:r>
                <a:rPr lang="en-US" altLang="zh-CN">
                  <a:latin typeface="Times New Roman" panose="02020603050405020304" pitchFamily="18" charset="0"/>
                </a:rPr>
                <a:t>/</a:t>
              </a:r>
              <a:r>
                <a:rPr lang="zh-CN" altLang="en-US">
                  <a:latin typeface="Times New Roman" panose="02020603050405020304" pitchFamily="18" charset="0"/>
                </a:rPr>
                <a:t>缓冲比较器</a:t>
              </a:r>
            </a:p>
          </p:txBody>
        </p:sp>
        <p:sp>
          <p:nvSpPr>
            <p:cNvPr id="11278" name="直接连接符 11278">
              <a:extLst>
                <a:ext uri="{FF2B5EF4-FFF2-40B4-BE49-F238E27FC236}">
                  <a16:creationId xmlns:a16="http://schemas.microsoft.com/office/drawing/2014/main" id="{B70BCB0F-0D5D-46C0-A4CA-F6B6FA380B9E}"/>
                </a:ext>
              </a:extLst>
            </p:cNvPr>
            <p:cNvSpPr>
              <a:spLocks noChangeShapeType="1"/>
            </p:cNvSpPr>
            <p:nvPr/>
          </p:nvSpPr>
          <p:spPr bwMode="auto">
            <a:xfrm>
              <a:off x="437" y="1464"/>
              <a:ext cx="30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9" name="文本框 11279">
              <a:extLst>
                <a:ext uri="{FF2B5EF4-FFF2-40B4-BE49-F238E27FC236}">
                  <a16:creationId xmlns:a16="http://schemas.microsoft.com/office/drawing/2014/main" id="{4E209AC1-7653-4F00-AEE8-C3DD7DDEFCD1}"/>
                </a:ext>
              </a:extLst>
            </p:cNvPr>
            <p:cNvSpPr txBox="1">
              <a:spLocks noChangeArrowheads="1"/>
            </p:cNvSpPr>
            <p:nvPr/>
          </p:nvSpPr>
          <p:spPr bwMode="auto">
            <a:xfrm>
              <a:off x="42" y="1401"/>
              <a:ext cx="5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1280" name="直接连接符 11280">
              <a:extLst>
                <a:ext uri="{FF2B5EF4-FFF2-40B4-BE49-F238E27FC236}">
                  <a16:creationId xmlns:a16="http://schemas.microsoft.com/office/drawing/2014/main" id="{BFAE994D-35B6-406F-9248-27FBFBB340D6}"/>
                </a:ext>
              </a:extLst>
            </p:cNvPr>
            <p:cNvSpPr>
              <a:spLocks noChangeShapeType="1"/>
            </p:cNvSpPr>
            <p:nvPr/>
          </p:nvSpPr>
          <p:spPr bwMode="auto">
            <a:xfrm>
              <a:off x="438" y="1580"/>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1" name="文本框 11281">
              <a:extLst>
                <a:ext uri="{FF2B5EF4-FFF2-40B4-BE49-F238E27FC236}">
                  <a16:creationId xmlns:a16="http://schemas.microsoft.com/office/drawing/2014/main" id="{E5096880-F2F4-4C6A-81D3-ED3B4F493DB7}"/>
                </a:ext>
              </a:extLst>
            </p:cNvPr>
            <p:cNvSpPr txBox="1">
              <a:spLocks noChangeArrowheads="1"/>
            </p:cNvSpPr>
            <p:nvPr/>
          </p:nvSpPr>
          <p:spPr bwMode="auto">
            <a:xfrm>
              <a:off x="43" y="1525"/>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1282" name="直接连接符 11282">
              <a:extLst>
                <a:ext uri="{FF2B5EF4-FFF2-40B4-BE49-F238E27FC236}">
                  <a16:creationId xmlns:a16="http://schemas.microsoft.com/office/drawing/2014/main" id="{7E5C67C5-EC59-4688-9D18-1A7E96B170A3}"/>
                </a:ext>
              </a:extLst>
            </p:cNvPr>
            <p:cNvSpPr>
              <a:spLocks noChangeShapeType="1"/>
            </p:cNvSpPr>
            <p:nvPr/>
          </p:nvSpPr>
          <p:spPr bwMode="auto">
            <a:xfrm>
              <a:off x="438" y="1705"/>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3" name="文本框 11283">
              <a:extLst>
                <a:ext uri="{FF2B5EF4-FFF2-40B4-BE49-F238E27FC236}">
                  <a16:creationId xmlns:a16="http://schemas.microsoft.com/office/drawing/2014/main" id="{C63B40F9-14C7-4142-A694-9C02F415B153}"/>
                </a:ext>
              </a:extLst>
            </p:cNvPr>
            <p:cNvSpPr txBox="1">
              <a:spLocks noChangeArrowheads="1"/>
            </p:cNvSpPr>
            <p:nvPr/>
          </p:nvSpPr>
          <p:spPr bwMode="auto">
            <a:xfrm>
              <a:off x="43" y="1634"/>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1284" name="组合 11284">
              <a:extLst>
                <a:ext uri="{FF2B5EF4-FFF2-40B4-BE49-F238E27FC236}">
                  <a16:creationId xmlns:a16="http://schemas.microsoft.com/office/drawing/2014/main" id="{9CC8CA2F-BF90-4FB4-9245-1DE31738FDFF}"/>
                </a:ext>
              </a:extLst>
            </p:cNvPr>
            <p:cNvGrpSpPr>
              <a:grpSpLocks/>
            </p:cNvGrpSpPr>
            <p:nvPr/>
          </p:nvGrpSpPr>
          <p:grpSpPr bwMode="auto">
            <a:xfrm>
              <a:off x="1056" y="1779"/>
              <a:ext cx="46" cy="185"/>
              <a:chOff x="0" y="0"/>
              <a:chExt cx="79" cy="405"/>
            </a:xfrm>
          </p:grpSpPr>
          <p:sp>
            <p:nvSpPr>
              <p:cNvPr id="11285" name="椭圆 11285">
                <a:extLst>
                  <a:ext uri="{FF2B5EF4-FFF2-40B4-BE49-F238E27FC236}">
                    <a16:creationId xmlns:a16="http://schemas.microsoft.com/office/drawing/2014/main" id="{D1BFCB4B-64EA-47F2-B7B1-529DC5B65148}"/>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1286" name="直接连接符 11286">
                <a:extLst>
                  <a:ext uri="{FF2B5EF4-FFF2-40B4-BE49-F238E27FC236}">
                    <a16:creationId xmlns:a16="http://schemas.microsoft.com/office/drawing/2014/main" id="{E6CE5366-19C3-45DB-B3DC-2F0E46CEB9B8}"/>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287" name="直接连接符 11287">
              <a:extLst>
                <a:ext uri="{FF2B5EF4-FFF2-40B4-BE49-F238E27FC236}">
                  <a16:creationId xmlns:a16="http://schemas.microsoft.com/office/drawing/2014/main" id="{0F340C0E-0EC7-48B5-A526-C3765CFFCF84}"/>
                </a:ext>
              </a:extLst>
            </p:cNvPr>
            <p:cNvSpPr>
              <a:spLocks noChangeShapeType="1"/>
            </p:cNvSpPr>
            <p:nvPr/>
          </p:nvSpPr>
          <p:spPr bwMode="auto">
            <a:xfrm flipH="1">
              <a:off x="428" y="1964"/>
              <a:ext cx="6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8" name="文本框 11288">
              <a:extLst>
                <a:ext uri="{FF2B5EF4-FFF2-40B4-BE49-F238E27FC236}">
                  <a16:creationId xmlns:a16="http://schemas.microsoft.com/office/drawing/2014/main" id="{E5D82FAA-1511-46A9-9B63-3CCC279CE60A}"/>
                </a:ext>
              </a:extLst>
            </p:cNvPr>
            <p:cNvSpPr txBox="1">
              <a:spLocks noChangeArrowheads="1"/>
            </p:cNvSpPr>
            <p:nvPr/>
          </p:nvSpPr>
          <p:spPr bwMode="auto">
            <a:xfrm>
              <a:off x="0" y="1922"/>
              <a:ext cx="58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1289" name="直接连接符 11289">
              <a:extLst>
                <a:ext uri="{FF2B5EF4-FFF2-40B4-BE49-F238E27FC236}">
                  <a16:creationId xmlns:a16="http://schemas.microsoft.com/office/drawing/2014/main" id="{3BF4587C-20B4-4631-8A20-8D2B43396CB3}"/>
                </a:ext>
              </a:extLst>
            </p:cNvPr>
            <p:cNvSpPr>
              <a:spLocks noChangeShapeType="1"/>
            </p:cNvSpPr>
            <p:nvPr/>
          </p:nvSpPr>
          <p:spPr bwMode="auto">
            <a:xfrm>
              <a:off x="49" y="1923"/>
              <a:ext cx="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直接连接符 11290">
              <a:extLst>
                <a:ext uri="{FF2B5EF4-FFF2-40B4-BE49-F238E27FC236}">
                  <a16:creationId xmlns:a16="http://schemas.microsoft.com/office/drawing/2014/main" id="{6127BEF6-1B0E-469C-A549-78D072D0123D}"/>
                </a:ext>
              </a:extLst>
            </p:cNvPr>
            <p:cNvSpPr>
              <a:spLocks noChangeShapeType="1"/>
            </p:cNvSpPr>
            <p:nvPr/>
          </p:nvSpPr>
          <p:spPr bwMode="auto">
            <a:xfrm>
              <a:off x="255" y="1923"/>
              <a:ext cx="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文本框 11291">
              <a:extLst>
                <a:ext uri="{FF2B5EF4-FFF2-40B4-BE49-F238E27FC236}">
                  <a16:creationId xmlns:a16="http://schemas.microsoft.com/office/drawing/2014/main" id="{5D9470DA-38A6-4609-A724-B4AE86885323}"/>
                </a:ext>
              </a:extLst>
            </p:cNvPr>
            <p:cNvSpPr txBox="1">
              <a:spLocks noChangeArrowheads="1"/>
            </p:cNvSpPr>
            <p:nvPr/>
          </p:nvSpPr>
          <p:spPr bwMode="auto">
            <a:xfrm>
              <a:off x="1812" y="109"/>
              <a:ext cx="162" cy="1814"/>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1292" name="组合 11292">
              <a:extLst>
                <a:ext uri="{FF2B5EF4-FFF2-40B4-BE49-F238E27FC236}">
                  <a16:creationId xmlns:a16="http://schemas.microsoft.com/office/drawing/2014/main" id="{6EFF526C-5E9D-4A6A-A993-D12413550D29}"/>
                </a:ext>
              </a:extLst>
            </p:cNvPr>
            <p:cNvGrpSpPr>
              <a:grpSpLocks/>
            </p:cNvGrpSpPr>
            <p:nvPr/>
          </p:nvGrpSpPr>
          <p:grpSpPr bwMode="auto">
            <a:xfrm>
              <a:off x="2320" y="0"/>
              <a:ext cx="1642" cy="561"/>
              <a:chOff x="0" y="0"/>
              <a:chExt cx="1968" cy="796"/>
            </a:xfrm>
          </p:grpSpPr>
          <p:sp>
            <p:nvSpPr>
              <p:cNvPr id="11293" name="文本框 11293">
                <a:extLst>
                  <a:ext uri="{FF2B5EF4-FFF2-40B4-BE49-F238E27FC236}">
                    <a16:creationId xmlns:a16="http://schemas.microsoft.com/office/drawing/2014/main" id="{8C853BFE-802C-41FD-B5EF-E0D4F5148F20}"/>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1294" name="组合 11294">
                <a:extLst>
                  <a:ext uri="{FF2B5EF4-FFF2-40B4-BE49-F238E27FC236}">
                    <a16:creationId xmlns:a16="http://schemas.microsoft.com/office/drawing/2014/main" id="{7A20E275-A60C-4FB3-AD07-4F4646EA8EBF}"/>
                  </a:ext>
                </a:extLst>
              </p:cNvPr>
              <p:cNvGrpSpPr>
                <a:grpSpLocks/>
              </p:cNvGrpSpPr>
              <p:nvPr/>
            </p:nvGrpSpPr>
            <p:grpSpPr bwMode="auto">
              <a:xfrm>
                <a:off x="313" y="38"/>
                <a:ext cx="618" cy="440"/>
                <a:chOff x="0" y="0"/>
                <a:chExt cx="618" cy="440"/>
              </a:xfrm>
            </p:grpSpPr>
            <p:sp>
              <p:nvSpPr>
                <p:cNvPr id="11295" name="椭圆 11295">
                  <a:extLst>
                    <a:ext uri="{FF2B5EF4-FFF2-40B4-BE49-F238E27FC236}">
                      <a16:creationId xmlns:a16="http://schemas.microsoft.com/office/drawing/2014/main" id="{8828F19C-8A06-463A-B6D4-FB44187AE4C9}"/>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1296" name="直接连接符 11296">
                  <a:extLst>
                    <a:ext uri="{FF2B5EF4-FFF2-40B4-BE49-F238E27FC236}">
                      <a16:creationId xmlns:a16="http://schemas.microsoft.com/office/drawing/2014/main" id="{09D67C64-5649-440E-A261-CB01E62D6B6B}"/>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297" name="组合 11297">
                  <a:extLst>
                    <a:ext uri="{FF2B5EF4-FFF2-40B4-BE49-F238E27FC236}">
                      <a16:creationId xmlns:a16="http://schemas.microsoft.com/office/drawing/2014/main" id="{B75E6F30-92EB-4976-ABF1-912C5B66CFC9}"/>
                    </a:ext>
                  </a:extLst>
                </p:cNvPr>
                <p:cNvGrpSpPr>
                  <a:grpSpLocks/>
                </p:cNvGrpSpPr>
                <p:nvPr/>
              </p:nvGrpSpPr>
              <p:grpSpPr bwMode="auto">
                <a:xfrm>
                  <a:off x="0" y="0"/>
                  <a:ext cx="618" cy="359"/>
                  <a:chOff x="0" y="0"/>
                  <a:chExt cx="618" cy="359"/>
                </a:xfrm>
              </p:grpSpPr>
              <p:sp>
                <p:nvSpPr>
                  <p:cNvPr id="11298" name="文本框 11298">
                    <a:extLst>
                      <a:ext uri="{FF2B5EF4-FFF2-40B4-BE49-F238E27FC236}">
                        <a16:creationId xmlns:a16="http://schemas.microsoft.com/office/drawing/2014/main" id="{ADFE906A-813E-45F8-858C-90D4AD7620F4}"/>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1299" name="直接连接符 11299">
                    <a:extLst>
                      <a:ext uri="{FF2B5EF4-FFF2-40B4-BE49-F238E27FC236}">
                        <a16:creationId xmlns:a16="http://schemas.microsoft.com/office/drawing/2014/main" id="{FD6B75C8-7531-4C7F-8C25-8C43F9322CA6}"/>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1300" name="组合 11300">
                <a:extLst>
                  <a:ext uri="{FF2B5EF4-FFF2-40B4-BE49-F238E27FC236}">
                    <a16:creationId xmlns:a16="http://schemas.microsoft.com/office/drawing/2014/main" id="{E89EA11A-BB01-47CE-AC09-7A4A2B7166C8}"/>
                  </a:ext>
                </a:extLst>
              </p:cNvPr>
              <p:cNvGrpSpPr>
                <a:grpSpLocks/>
              </p:cNvGrpSpPr>
              <p:nvPr/>
            </p:nvGrpSpPr>
            <p:grpSpPr bwMode="auto">
              <a:xfrm>
                <a:off x="1408" y="0"/>
                <a:ext cx="531" cy="466"/>
                <a:chOff x="0" y="0"/>
                <a:chExt cx="531" cy="466"/>
              </a:xfrm>
            </p:grpSpPr>
            <p:sp>
              <p:nvSpPr>
                <p:cNvPr id="11301" name="直接连接符 11301">
                  <a:extLst>
                    <a:ext uri="{FF2B5EF4-FFF2-40B4-BE49-F238E27FC236}">
                      <a16:creationId xmlns:a16="http://schemas.microsoft.com/office/drawing/2014/main" id="{065C528E-D8E8-4732-8787-C1BAF9220280}"/>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02" name="文本框 11302">
                  <a:extLst>
                    <a:ext uri="{FF2B5EF4-FFF2-40B4-BE49-F238E27FC236}">
                      <a16:creationId xmlns:a16="http://schemas.microsoft.com/office/drawing/2014/main" id="{41839B38-4132-4337-8A5A-E1BF9AC6A1EB}"/>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sp>
          <p:nvSpPr>
            <p:cNvPr id="11303" name="文本框 11303">
              <a:extLst>
                <a:ext uri="{FF2B5EF4-FFF2-40B4-BE49-F238E27FC236}">
                  <a16:creationId xmlns:a16="http://schemas.microsoft.com/office/drawing/2014/main" id="{95262D0F-19BE-43BD-90F7-E0288F14D054}"/>
                </a:ext>
              </a:extLst>
            </p:cNvPr>
            <p:cNvSpPr txBox="1">
              <a:spLocks noChangeArrowheads="1"/>
            </p:cNvSpPr>
            <p:nvPr/>
          </p:nvSpPr>
          <p:spPr bwMode="auto">
            <a:xfrm>
              <a:off x="2330" y="739"/>
              <a:ext cx="344" cy="848"/>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中断</a:t>
              </a:r>
            </a:p>
            <a:p>
              <a:pPr algn="just" eaLnBrk="0" hangingPunct="0"/>
              <a:r>
                <a:rPr lang="zh-CN" altLang="en-US" sz="1600">
                  <a:latin typeface="Times New Roman" panose="02020603050405020304" pitchFamily="18" charset="0"/>
                </a:rPr>
                <a:t> 服务</a:t>
              </a:r>
            </a:p>
            <a:p>
              <a:pPr algn="just" eaLnBrk="0" hangingPunct="0"/>
              <a:r>
                <a:rPr lang="zh-CN" altLang="en-US" sz="1600">
                  <a:latin typeface="Times New Roman" panose="02020603050405020304" pitchFamily="18" charset="0"/>
                </a:rPr>
                <a:t> 寄存</a:t>
              </a:r>
            </a:p>
            <a:p>
              <a:pPr algn="just" eaLnBrk="0" hangingPunct="0"/>
              <a:r>
                <a:rPr lang="zh-CN" altLang="en-US" sz="1600">
                  <a:latin typeface="Times New Roman" panose="02020603050405020304" pitchFamily="18" charset="0"/>
                </a:rPr>
                <a:t> 器</a:t>
              </a:r>
              <a:r>
                <a:rPr lang="en-US" altLang="zh-CN" sz="1600">
                  <a:latin typeface="Times New Roman" panose="02020603050405020304" pitchFamily="18" charset="0"/>
                </a:rPr>
                <a:t>(</a:t>
              </a:r>
              <a:r>
                <a:rPr lang="en-US" altLang="zh-CN" sz="1600" b="1">
                  <a:latin typeface="Times New Roman" panose="02020603050405020304" pitchFamily="18" charset="0"/>
                </a:rPr>
                <a:t>ISR</a:t>
              </a:r>
              <a:r>
                <a:rPr lang="en-US" altLang="zh-CN" b="1">
                  <a:latin typeface="Times New Roman" panose="02020603050405020304" pitchFamily="18" charset="0"/>
                </a:rPr>
                <a:t>)</a:t>
              </a:r>
            </a:p>
          </p:txBody>
        </p:sp>
        <p:sp>
          <p:nvSpPr>
            <p:cNvPr id="11304" name="直接连接符 11304">
              <a:extLst>
                <a:ext uri="{FF2B5EF4-FFF2-40B4-BE49-F238E27FC236}">
                  <a16:creationId xmlns:a16="http://schemas.microsoft.com/office/drawing/2014/main" id="{18AFA9EF-30DA-41E0-9117-1D893641693E}"/>
                </a:ext>
              </a:extLst>
            </p:cNvPr>
            <p:cNvSpPr>
              <a:spLocks noChangeShapeType="1"/>
            </p:cNvSpPr>
            <p:nvPr/>
          </p:nvSpPr>
          <p:spPr bwMode="auto">
            <a:xfrm flipH="1">
              <a:off x="2495" y="561"/>
              <a:ext cx="6" cy="16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305" name="组合 11305">
              <a:extLst>
                <a:ext uri="{FF2B5EF4-FFF2-40B4-BE49-F238E27FC236}">
                  <a16:creationId xmlns:a16="http://schemas.microsoft.com/office/drawing/2014/main" id="{61506CBD-894B-450A-BEC1-021B92AC71EC}"/>
                </a:ext>
              </a:extLst>
            </p:cNvPr>
            <p:cNvGrpSpPr>
              <a:grpSpLocks/>
            </p:cNvGrpSpPr>
            <p:nvPr/>
          </p:nvGrpSpPr>
          <p:grpSpPr bwMode="auto">
            <a:xfrm>
              <a:off x="2957" y="554"/>
              <a:ext cx="343" cy="1033"/>
              <a:chOff x="0" y="0"/>
              <a:chExt cx="600" cy="1920"/>
            </a:xfrm>
          </p:grpSpPr>
          <p:sp>
            <p:nvSpPr>
              <p:cNvPr id="11306" name="文本框 11306">
                <a:extLst>
                  <a:ext uri="{FF2B5EF4-FFF2-40B4-BE49-F238E27FC236}">
                    <a16:creationId xmlns:a16="http://schemas.microsoft.com/office/drawing/2014/main" id="{F2453504-A78D-4990-98A7-3E7181BCF5E6}"/>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优先</a:t>
                </a:r>
              </a:p>
              <a:p>
                <a:pPr algn="just" eaLnBrk="0" hangingPunct="0"/>
                <a:r>
                  <a:rPr lang="zh-CN" altLang="en-US" sz="1600">
                    <a:latin typeface="Times New Roman" panose="02020603050405020304" pitchFamily="18" charset="0"/>
                  </a:rPr>
                  <a:t> 权电路</a:t>
                </a:r>
                <a:r>
                  <a:rPr lang="en-US" altLang="zh-CN" sz="1600" b="1">
                    <a:latin typeface="Times New Roman" panose="02020603050405020304" pitchFamily="18" charset="0"/>
                  </a:rPr>
                  <a:t>PR</a:t>
                </a:r>
              </a:p>
              <a:p>
                <a:pPr algn="just" eaLnBrk="0" hangingPunct="0"/>
                <a:endParaRPr lang="zh-CN" altLang="en-US" sz="1600" b="1">
                  <a:latin typeface="Times New Roman" panose="02020603050405020304" pitchFamily="18" charset="0"/>
                </a:endParaRPr>
              </a:p>
            </p:txBody>
          </p:sp>
          <p:sp>
            <p:nvSpPr>
              <p:cNvPr id="11307" name="直接连接符 11307">
                <a:extLst>
                  <a:ext uri="{FF2B5EF4-FFF2-40B4-BE49-F238E27FC236}">
                    <a16:creationId xmlns:a16="http://schemas.microsoft.com/office/drawing/2014/main" id="{4625F90D-F88E-4E94-8B36-05FAE53E5F52}"/>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308" name="文本框 11308">
              <a:extLst>
                <a:ext uri="{FF2B5EF4-FFF2-40B4-BE49-F238E27FC236}">
                  <a16:creationId xmlns:a16="http://schemas.microsoft.com/office/drawing/2014/main" id="{781CAC47-490B-4A7D-8EB0-75D2EC073326}"/>
                </a:ext>
              </a:extLst>
            </p:cNvPr>
            <p:cNvSpPr txBox="1">
              <a:spLocks noChangeArrowheads="1"/>
            </p:cNvSpPr>
            <p:nvPr/>
          </p:nvSpPr>
          <p:spPr bwMode="auto">
            <a:xfrm>
              <a:off x="3593" y="753"/>
              <a:ext cx="344" cy="834"/>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r>
                <a:rPr lang="en-US" altLang="zh-CN" sz="1600" b="1">
                  <a:latin typeface="Times New Roman" panose="02020603050405020304" pitchFamily="18" charset="0"/>
                </a:rPr>
                <a:t>IRR</a:t>
              </a:r>
            </a:p>
          </p:txBody>
        </p:sp>
        <p:sp>
          <p:nvSpPr>
            <p:cNvPr id="11309" name="直接连接符 11309">
              <a:extLst>
                <a:ext uri="{FF2B5EF4-FFF2-40B4-BE49-F238E27FC236}">
                  <a16:creationId xmlns:a16="http://schemas.microsoft.com/office/drawing/2014/main" id="{40A10F2E-6141-471B-A307-901EC701040B}"/>
                </a:ext>
              </a:extLst>
            </p:cNvPr>
            <p:cNvSpPr>
              <a:spLocks noChangeShapeType="1"/>
            </p:cNvSpPr>
            <p:nvPr/>
          </p:nvSpPr>
          <p:spPr bwMode="auto">
            <a:xfrm flipH="1" flipV="1">
              <a:off x="3763" y="561"/>
              <a:ext cx="1" cy="18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0" name="左右箭头 11310">
              <a:extLst>
                <a:ext uri="{FF2B5EF4-FFF2-40B4-BE49-F238E27FC236}">
                  <a16:creationId xmlns:a16="http://schemas.microsoft.com/office/drawing/2014/main" id="{E377B214-CBBF-4E62-818A-24662FB2713A}"/>
                </a:ext>
              </a:extLst>
            </p:cNvPr>
            <p:cNvSpPr>
              <a:spLocks noChangeArrowheads="1"/>
            </p:cNvSpPr>
            <p:nvPr/>
          </p:nvSpPr>
          <p:spPr bwMode="auto">
            <a:xfrm>
              <a:off x="2672" y="993"/>
              <a:ext cx="284" cy="136"/>
            </a:xfrm>
            <a:prstGeom prst="leftRightArrow">
              <a:avLst>
                <a:gd name="adj1" fmla="val 50000"/>
                <a:gd name="adj2" fmla="val 4172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1311" name="左箭头 11311">
              <a:extLst>
                <a:ext uri="{FF2B5EF4-FFF2-40B4-BE49-F238E27FC236}">
                  <a16:creationId xmlns:a16="http://schemas.microsoft.com/office/drawing/2014/main" id="{E251D763-34C1-471B-B9FA-0CBAB28D89C5}"/>
                </a:ext>
              </a:extLst>
            </p:cNvPr>
            <p:cNvSpPr>
              <a:spLocks noChangeArrowheads="1"/>
            </p:cNvSpPr>
            <p:nvPr/>
          </p:nvSpPr>
          <p:spPr bwMode="auto">
            <a:xfrm>
              <a:off x="3310" y="993"/>
              <a:ext cx="282" cy="136"/>
            </a:xfrm>
            <a:prstGeom prst="leftArrow">
              <a:avLst>
                <a:gd name="adj1" fmla="val 50000"/>
                <a:gd name="adj2" fmla="val 5180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1312" name="左箭头 11312">
              <a:extLst>
                <a:ext uri="{FF2B5EF4-FFF2-40B4-BE49-F238E27FC236}">
                  <a16:creationId xmlns:a16="http://schemas.microsoft.com/office/drawing/2014/main" id="{C3CAF597-6145-4F4E-9761-7343F425B7C1}"/>
                </a:ext>
              </a:extLst>
            </p:cNvPr>
            <p:cNvSpPr>
              <a:spLocks noChangeArrowheads="1"/>
            </p:cNvSpPr>
            <p:nvPr/>
          </p:nvSpPr>
          <p:spPr bwMode="auto">
            <a:xfrm>
              <a:off x="1976" y="993"/>
              <a:ext cx="353" cy="157"/>
            </a:xfrm>
            <a:prstGeom prst="leftArrow">
              <a:avLst>
                <a:gd name="adj1" fmla="val 50000"/>
                <a:gd name="adj2" fmla="val 5616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1313" name="文本框 11313">
              <a:extLst>
                <a:ext uri="{FF2B5EF4-FFF2-40B4-BE49-F238E27FC236}">
                  <a16:creationId xmlns:a16="http://schemas.microsoft.com/office/drawing/2014/main" id="{564123F4-1421-415B-BC56-9AB3630DEC26}"/>
                </a:ext>
              </a:extLst>
            </p:cNvPr>
            <p:cNvSpPr txBox="1">
              <a:spLocks noChangeArrowheads="1"/>
            </p:cNvSpPr>
            <p:nvPr/>
          </p:nvSpPr>
          <p:spPr bwMode="auto">
            <a:xfrm>
              <a:off x="1015" y="726"/>
              <a:ext cx="445" cy="424"/>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读写逻辑</a:t>
              </a:r>
            </a:p>
          </p:txBody>
        </p:sp>
        <p:sp>
          <p:nvSpPr>
            <p:cNvPr id="11314" name="椭圆 11314">
              <a:extLst>
                <a:ext uri="{FF2B5EF4-FFF2-40B4-BE49-F238E27FC236}">
                  <a16:creationId xmlns:a16="http://schemas.microsoft.com/office/drawing/2014/main" id="{59B0E31C-2D53-4B37-8857-8D965BDDEA46}"/>
                </a:ext>
              </a:extLst>
            </p:cNvPr>
            <p:cNvSpPr>
              <a:spLocks noChangeArrowheads="1"/>
            </p:cNvSpPr>
            <p:nvPr/>
          </p:nvSpPr>
          <p:spPr bwMode="auto">
            <a:xfrm>
              <a:off x="972" y="808"/>
              <a:ext cx="45" cy="36"/>
            </a:xfrm>
            <a:prstGeom prst="ellipse">
              <a:avLst/>
            </a:prstGeom>
            <a:solidFill>
              <a:schemeClr val="accent1"/>
            </a:solidFill>
            <a:ln w="9525">
              <a:solidFill>
                <a:schemeClr val="tx1"/>
              </a:solidFill>
              <a:round/>
              <a:headEnd/>
              <a:tailEnd/>
            </a:ln>
          </p:spPr>
          <p:txBody>
            <a:bodyPr/>
            <a:lstStyle/>
            <a:p>
              <a:pPr algn="just" eaLnBrk="0" hangingPunct="0"/>
              <a:endParaRPr lang="zh-CN" altLang="en-US">
                <a:latin typeface="Times New Roman" panose="02020603050405020304" pitchFamily="18" charset="0"/>
              </a:endParaRPr>
            </a:p>
          </p:txBody>
        </p:sp>
        <p:sp>
          <p:nvSpPr>
            <p:cNvPr id="11315" name="直接连接符 11315">
              <a:extLst>
                <a:ext uri="{FF2B5EF4-FFF2-40B4-BE49-F238E27FC236}">
                  <a16:creationId xmlns:a16="http://schemas.microsoft.com/office/drawing/2014/main" id="{8C657471-0C6B-498E-8303-D602C60E125B}"/>
                </a:ext>
              </a:extLst>
            </p:cNvPr>
            <p:cNvSpPr>
              <a:spLocks noChangeShapeType="1"/>
            </p:cNvSpPr>
            <p:nvPr/>
          </p:nvSpPr>
          <p:spPr bwMode="auto">
            <a:xfrm>
              <a:off x="713" y="82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6" name="文本框 11316">
              <a:extLst>
                <a:ext uri="{FF2B5EF4-FFF2-40B4-BE49-F238E27FC236}">
                  <a16:creationId xmlns:a16="http://schemas.microsoft.com/office/drawing/2014/main" id="{083921ED-5308-439C-8883-C2EBD3EB2F00}"/>
                </a:ext>
              </a:extLst>
            </p:cNvPr>
            <p:cNvSpPr txBox="1">
              <a:spLocks noChangeArrowheads="1"/>
            </p:cNvSpPr>
            <p:nvPr/>
          </p:nvSpPr>
          <p:spPr bwMode="auto">
            <a:xfrm>
              <a:off x="446" y="733"/>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1317" name="直接连接符 11317">
              <a:extLst>
                <a:ext uri="{FF2B5EF4-FFF2-40B4-BE49-F238E27FC236}">
                  <a16:creationId xmlns:a16="http://schemas.microsoft.com/office/drawing/2014/main" id="{238CF8E9-E2C9-4914-89AB-C511DBA5E6C8}"/>
                </a:ext>
              </a:extLst>
            </p:cNvPr>
            <p:cNvSpPr>
              <a:spLocks noChangeShapeType="1"/>
            </p:cNvSpPr>
            <p:nvPr/>
          </p:nvSpPr>
          <p:spPr bwMode="auto">
            <a:xfrm>
              <a:off x="513" y="750"/>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8" name="直接连接符 11318">
              <a:extLst>
                <a:ext uri="{FF2B5EF4-FFF2-40B4-BE49-F238E27FC236}">
                  <a16:creationId xmlns:a16="http://schemas.microsoft.com/office/drawing/2014/main" id="{C4767501-75C9-4B1B-9BAB-979322519ACB}"/>
                </a:ext>
              </a:extLst>
            </p:cNvPr>
            <p:cNvSpPr>
              <a:spLocks noChangeShapeType="1"/>
            </p:cNvSpPr>
            <p:nvPr/>
          </p:nvSpPr>
          <p:spPr bwMode="auto">
            <a:xfrm>
              <a:off x="746" y="106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9" name="文本框 11319">
              <a:extLst>
                <a:ext uri="{FF2B5EF4-FFF2-40B4-BE49-F238E27FC236}">
                  <a16:creationId xmlns:a16="http://schemas.microsoft.com/office/drawing/2014/main" id="{E462D430-BEFB-4E9F-92AC-1CFDA15A3912}"/>
                </a:ext>
              </a:extLst>
            </p:cNvPr>
            <p:cNvSpPr txBox="1">
              <a:spLocks noChangeArrowheads="1"/>
            </p:cNvSpPr>
            <p:nvPr/>
          </p:nvSpPr>
          <p:spPr bwMode="auto">
            <a:xfrm>
              <a:off x="452" y="1005"/>
              <a:ext cx="3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1320" name="组合 11320">
              <a:extLst>
                <a:ext uri="{FF2B5EF4-FFF2-40B4-BE49-F238E27FC236}">
                  <a16:creationId xmlns:a16="http://schemas.microsoft.com/office/drawing/2014/main" id="{6DFE1C1D-5BE7-4DF7-BADE-1BA6C9F24E66}"/>
                </a:ext>
              </a:extLst>
            </p:cNvPr>
            <p:cNvGrpSpPr>
              <a:grpSpLocks/>
            </p:cNvGrpSpPr>
            <p:nvPr/>
          </p:nvGrpSpPr>
          <p:grpSpPr bwMode="auto">
            <a:xfrm>
              <a:off x="712" y="931"/>
              <a:ext cx="304" cy="36"/>
              <a:chOff x="0" y="0"/>
              <a:chExt cx="364" cy="51"/>
            </a:xfrm>
          </p:grpSpPr>
          <p:sp>
            <p:nvSpPr>
              <p:cNvPr id="11321" name="椭圆 11321">
                <a:extLst>
                  <a:ext uri="{FF2B5EF4-FFF2-40B4-BE49-F238E27FC236}">
                    <a16:creationId xmlns:a16="http://schemas.microsoft.com/office/drawing/2014/main" id="{30FAF98E-7B89-4C24-B198-89C455DB31D3}"/>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1322" name="直接连接符 11322">
                <a:extLst>
                  <a:ext uri="{FF2B5EF4-FFF2-40B4-BE49-F238E27FC236}">
                    <a16:creationId xmlns:a16="http://schemas.microsoft.com/office/drawing/2014/main" id="{328993C8-CE72-438D-A659-CD8EAE56BEA9}"/>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323" name="文本框 11323">
              <a:extLst>
                <a:ext uri="{FF2B5EF4-FFF2-40B4-BE49-F238E27FC236}">
                  <a16:creationId xmlns:a16="http://schemas.microsoft.com/office/drawing/2014/main" id="{3E8A7F88-21C9-40C7-89A4-2259BEE08B4A}"/>
                </a:ext>
              </a:extLst>
            </p:cNvPr>
            <p:cNvSpPr txBox="1">
              <a:spLocks noChangeArrowheads="1"/>
            </p:cNvSpPr>
            <p:nvPr/>
          </p:nvSpPr>
          <p:spPr bwMode="auto">
            <a:xfrm>
              <a:off x="444" y="890"/>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1324" name="直接连接符 11324">
              <a:extLst>
                <a:ext uri="{FF2B5EF4-FFF2-40B4-BE49-F238E27FC236}">
                  <a16:creationId xmlns:a16="http://schemas.microsoft.com/office/drawing/2014/main" id="{BEB9556F-1F5F-489D-988C-BC3A4F66CE74}"/>
                </a:ext>
              </a:extLst>
            </p:cNvPr>
            <p:cNvSpPr>
              <a:spLocks noChangeShapeType="1"/>
            </p:cNvSpPr>
            <p:nvPr/>
          </p:nvSpPr>
          <p:spPr bwMode="auto">
            <a:xfrm>
              <a:off x="531" y="923"/>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325" name="组合 11325">
              <a:extLst>
                <a:ext uri="{FF2B5EF4-FFF2-40B4-BE49-F238E27FC236}">
                  <a16:creationId xmlns:a16="http://schemas.microsoft.com/office/drawing/2014/main" id="{67E67340-4FE2-402B-80D8-57A566E25725}"/>
                </a:ext>
              </a:extLst>
            </p:cNvPr>
            <p:cNvGrpSpPr>
              <a:grpSpLocks/>
            </p:cNvGrpSpPr>
            <p:nvPr/>
          </p:nvGrpSpPr>
          <p:grpSpPr bwMode="auto">
            <a:xfrm>
              <a:off x="1194" y="1150"/>
              <a:ext cx="45" cy="136"/>
              <a:chOff x="0" y="0"/>
              <a:chExt cx="54" cy="194"/>
            </a:xfrm>
          </p:grpSpPr>
          <p:sp>
            <p:nvSpPr>
              <p:cNvPr id="11326" name="椭圆 11326">
                <a:extLst>
                  <a:ext uri="{FF2B5EF4-FFF2-40B4-BE49-F238E27FC236}">
                    <a16:creationId xmlns:a16="http://schemas.microsoft.com/office/drawing/2014/main" id="{97DE90EF-8B0E-41D7-B42A-8C212B66CB13}"/>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1327" name="直接连接符 11327">
                <a:extLst>
                  <a:ext uri="{FF2B5EF4-FFF2-40B4-BE49-F238E27FC236}">
                    <a16:creationId xmlns:a16="http://schemas.microsoft.com/office/drawing/2014/main" id="{648EE8D9-6199-40FF-9E65-9D532A2BDB9A}"/>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328" name="直接连接符 11328">
              <a:extLst>
                <a:ext uri="{FF2B5EF4-FFF2-40B4-BE49-F238E27FC236}">
                  <a16:creationId xmlns:a16="http://schemas.microsoft.com/office/drawing/2014/main" id="{F3BD53D9-0F44-4C61-853F-BB042349B5BA}"/>
                </a:ext>
              </a:extLst>
            </p:cNvPr>
            <p:cNvSpPr>
              <a:spLocks noChangeShapeType="1"/>
            </p:cNvSpPr>
            <p:nvPr/>
          </p:nvSpPr>
          <p:spPr bwMode="auto">
            <a:xfrm>
              <a:off x="747" y="1280"/>
              <a:ext cx="4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29" name="文本框 11329">
              <a:extLst>
                <a:ext uri="{FF2B5EF4-FFF2-40B4-BE49-F238E27FC236}">
                  <a16:creationId xmlns:a16="http://schemas.microsoft.com/office/drawing/2014/main" id="{59358645-E18C-43B5-81D5-6D4D12949F95}"/>
                </a:ext>
              </a:extLst>
            </p:cNvPr>
            <p:cNvSpPr txBox="1">
              <a:spLocks noChangeArrowheads="1"/>
            </p:cNvSpPr>
            <p:nvPr/>
          </p:nvSpPr>
          <p:spPr bwMode="auto">
            <a:xfrm>
              <a:off x="481" y="1216"/>
              <a:ext cx="32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1330" name="直接连接符 11330">
              <a:extLst>
                <a:ext uri="{FF2B5EF4-FFF2-40B4-BE49-F238E27FC236}">
                  <a16:creationId xmlns:a16="http://schemas.microsoft.com/office/drawing/2014/main" id="{384225D3-644C-4438-ABB7-14B78EDD7E2C}"/>
                </a:ext>
              </a:extLst>
            </p:cNvPr>
            <p:cNvSpPr>
              <a:spLocks noChangeShapeType="1"/>
            </p:cNvSpPr>
            <p:nvPr/>
          </p:nvSpPr>
          <p:spPr bwMode="auto">
            <a:xfrm>
              <a:off x="521" y="1217"/>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331" name="组合 11331">
              <a:extLst>
                <a:ext uri="{FF2B5EF4-FFF2-40B4-BE49-F238E27FC236}">
                  <a16:creationId xmlns:a16="http://schemas.microsoft.com/office/drawing/2014/main" id="{D6E532FD-6222-435E-BE27-041B580AC3B6}"/>
                </a:ext>
              </a:extLst>
            </p:cNvPr>
            <p:cNvGrpSpPr>
              <a:grpSpLocks/>
            </p:cNvGrpSpPr>
            <p:nvPr/>
          </p:nvGrpSpPr>
          <p:grpSpPr bwMode="auto">
            <a:xfrm>
              <a:off x="1453" y="459"/>
              <a:ext cx="868" cy="1115"/>
              <a:chOff x="0" y="0"/>
              <a:chExt cx="1514" cy="2445"/>
            </a:xfrm>
          </p:grpSpPr>
          <p:sp>
            <p:nvSpPr>
              <p:cNvPr id="11332" name="直接连接符 11332">
                <a:extLst>
                  <a:ext uri="{FF2B5EF4-FFF2-40B4-BE49-F238E27FC236}">
                    <a16:creationId xmlns:a16="http://schemas.microsoft.com/office/drawing/2014/main" id="{A72664E4-5CC2-40CD-9BC0-16B00C85CB71}"/>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33" name="直接连接符 11333">
                <a:extLst>
                  <a:ext uri="{FF2B5EF4-FFF2-40B4-BE49-F238E27FC236}">
                    <a16:creationId xmlns:a16="http://schemas.microsoft.com/office/drawing/2014/main" id="{5E5BD82B-EAC3-4CCF-9163-F95016DC15C9}"/>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34" name="直接连接符 11334">
                <a:extLst>
                  <a:ext uri="{FF2B5EF4-FFF2-40B4-BE49-F238E27FC236}">
                    <a16:creationId xmlns:a16="http://schemas.microsoft.com/office/drawing/2014/main" id="{FDD5CB99-C2E9-4290-89DF-478167645792}"/>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5" name="直接连接符 11335">
                <a:extLst>
                  <a:ext uri="{FF2B5EF4-FFF2-40B4-BE49-F238E27FC236}">
                    <a16:creationId xmlns:a16="http://schemas.microsoft.com/office/drawing/2014/main" id="{A57C514B-5B8C-4E40-B57D-651D316EE817}"/>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6" name="直接连接符 11336">
                <a:extLst>
                  <a:ext uri="{FF2B5EF4-FFF2-40B4-BE49-F238E27FC236}">
                    <a16:creationId xmlns:a16="http://schemas.microsoft.com/office/drawing/2014/main" id="{89D2E064-D11C-484F-9293-9129B9347C8C}"/>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337" name="组合 11337">
              <a:extLst>
                <a:ext uri="{FF2B5EF4-FFF2-40B4-BE49-F238E27FC236}">
                  <a16:creationId xmlns:a16="http://schemas.microsoft.com/office/drawing/2014/main" id="{B3329435-942F-4A80-A249-B18706D645A8}"/>
                </a:ext>
              </a:extLst>
            </p:cNvPr>
            <p:cNvGrpSpPr>
              <a:grpSpLocks/>
            </p:cNvGrpSpPr>
            <p:nvPr/>
          </p:nvGrpSpPr>
          <p:grpSpPr bwMode="auto">
            <a:xfrm>
              <a:off x="1984" y="1586"/>
              <a:ext cx="1880" cy="431"/>
              <a:chOff x="0" y="0"/>
              <a:chExt cx="3280" cy="945"/>
            </a:xfrm>
          </p:grpSpPr>
          <p:sp>
            <p:nvSpPr>
              <p:cNvPr id="11338" name="文本框 11338">
                <a:extLst>
                  <a:ext uri="{FF2B5EF4-FFF2-40B4-BE49-F238E27FC236}">
                    <a16:creationId xmlns:a16="http://schemas.microsoft.com/office/drawing/2014/main" id="{3E970C1F-9F1E-4A2F-8E2E-F17CE03FB530}"/>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p>
            </p:txBody>
          </p:sp>
          <p:sp>
            <p:nvSpPr>
              <p:cNvPr id="11339" name="直接连接符 11339">
                <a:extLst>
                  <a:ext uri="{FF2B5EF4-FFF2-40B4-BE49-F238E27FC236}">
                    <a16:creationId xmlns:a16="http://schemas.microsoft.com/office/drawing/2014/main" id="{A4715865-6AAE-4BBF-BE3F-DC31D5ACD5D3}"/>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40" name="直接连接符 11340">
                <a:extLst>
                  <a:ext uri="{FF2B5EF4-FFF2-40B4-BE49-F238E27FC236}">
                    <a16:creationId xmlns:a16="http://schemas.microsoft.com/office/drawing/2014/main" id="{3E16ABFC-C519-47AD-8E47-08A8294CA27F}"/>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41" name="直接连接符 11341">
                <a:extLst>
                  <a:ext uri="{FF2B5EF4-FFF2-40B4-BE49-F238E27FC236}">
                    <a16:creationId xmlns:a16="http://schemas.microsoft.com/office/drawing/2014/main" id="{C9B13C46-48AB-4EDD-8734-22CBEF2EBE76}"/>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42" name="左右箭头 11342">
                <a:extLst>
                  <a:ext uri="{FF2B5EF4-FFF2-40B4-BE49-F238E27FC236}">
                    <a16:creationId xmlns:a16="http://schemas.microsoft.com/office/drawing/2014/main" id="{3A6A225B-54EB-4CF4-9808-5A42379CBF0C}"/>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1343" name="直接连接符 11343">
              <a:extLst>
                <a:ext uri="{FF2B5EF4-FFF2-40B4-BE49-F238E27FC236}">
                  <a16:creationId xmlns:a16="http://schemas.microsoft.com/office/drawing/2014/main" id="{4775FCF3-C2AC-4732-AA42-8DA732516F25}"/>
                </a:ext>
              </a:extLst>
            </p:cNvPr>
            <p:cNvSpPr>
              <a:spLocks noChangeShapeType="1"/>
            </p:cNvSpPr>
            <p:nvPr/>
          </p:nvSpPr>
          <p:spPr bwMode="auto">
            <a:xfrm flipH="1">
              <a:off x="3945" y="1369"/>
              <a:ext cx="1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44" name="文本框 11344">
              <a:extLst>
                <a:ext uri="{FF2B5EF4-FFF2-40B4-BE49-F238E27FC236}">
                  <a16:creationId xmlns:a16="http://schemas.microsoft.com/office/drawing/2014/main" id="{D39ABFB7-B47F-4D77-BE58-F6BBEC737469}"/>
                </a:ext>
              </a:extLst>
            </p:cNvPr>
            <p:cNvSpPr txBox="1">
              <a:spLocks noChangeArrowheads="1"/>
            </p:cNvSpPr>
            <p:nvPr/>
          </p:nvSpPr>
          <p:spPr bwMode="auto">
            <a:xfrm>
              <a:off x="4092" y="1305"/>
              <a:ext cx="3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1345" name="灯片编号占位符 1">
            <a:extLst>
              <a:ext uri="{FF2B5EF4-FFF2-40B4-BE49-F238E27FC236}">
                <a16:creationId xmlns:a16="http://schemas.microsoft.com/office/drawing/2014/main" id="{F3C68136-4109-4224-88F0-DE0804C99F5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ABEF4D36-EBED-4CD7-A5DC-A3492315A391}" type="slidenum">
              <a:rPr lang="zh-CN" altLang="en-US" smtClean="0"/>
              <a:pPr eaLnBrk="0" hangingPunct="0"/>
              <a:t>8</a:t>
            </a:fld>
            <a:endParaRPr lang="zh-CN" altLang="en-US"/>
          </a:p>
        </p:txBody>
      </p:sp>
      <p:cxnSp>
        <p:nvCxnSpPr>
          <p:cNvPr id="3" name="直接连接符 2">
            <a:extLst>
              <a:ext uri="{FF2B5EF4-FFF2-40B4-BE49-F238E27FC236}">
                <a16:creationId xmlns:a16="http://schemas.microsoft.com/office/drawing/2014/main" id="{D33F21D0-767E-4B93-9F1D-64D167AAB187}"/>
              </a:ext>
            </a:extLst>
          </p:cNvPr>
          <p:cNvCxnSpPr/>
          <p:nvPr/>
        </p:nvCxnSpPr>
        <p:spPr>
          <a:xfrm>
            <a:off x="3995738" y="2636838"/>
            <a:ext cx="57626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文本框 12289">
            <a:extLst>
              <a:ext uri="{FF2B5EF4-FFF2-40B4-BE49-F238E27FC236}">
                <a16:creationId xmlns:a16="http://schemas.microsoft.com/office/drawing/2014/main" id="{01E2736E-7A52-4807-9335-BBC64BF3E971}"/>
              </a:ext>
            </a:extLst>
          </p:cNvPr>
          <p:cNvSpPr txBox="1">
            <a:spLocks noChangeArrowheads="1"/>
          </p:cNvSpPr>
          <p:nvPr/>
        </p:nvSpPr>
        <p:spPr bwMode="auto">
          <a:xfrm>
            <a:off x="533400" y="333375"/>
            <a:ext cx="86106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en-US" altLang="zh-CN" sz="2800" b="1">
                <a:solidFill>
                  <a:srgbClr val="FFFF00"/>
                </a:solidFill>
                <a:latin typeface="Times New Roman" panose="02020603050405020304" pitchFamily="18" charset="0"/>
              </a:rPr>
              <a:t>8259A</a:t>
            </a:r>
            <a:r>
              <a:rPr lang="zh-CN" altLang="en-US" sz="2800" b="1">
                <a:solidFill>
                  <a:srgbClr val="FFFF00"/>
                </a:solidFill>
                <a:latin typeface="Times New Roman" panose="02020603050405020304" pitchFamily="18" charset="0"/>
              </a:rPr>
              <a:t>的中断处理过程</a:t>
            </a:r>
            <a:endParaRPr lang="zh-CN" altLang="en-US" sz="2800">
              <a:solidFill>
                <a:srgbClr val="FFFF00"/>
              </a:solidFill>
              <a:latin typeface="Times New Roman" panose="02020603050405020304" pitchFamily="18" charset="0"/>
            </a:endParaRPr>
          </a:p>
          <a:p>
            <a:pPr algn="just">
              <a:spcBef>
                <a:spcPct val="50000"/>
              </a:spcBef>
              <a:buFont typeface="Arial" panose="020B0604020202020204" pitchFamily="34" charset="0"/>
              <a:buChar char="•"/>
            </a:pPr>
            <a:r>
              <a:rPr lang="en-US" altLang="zh-CN" sz="2400" b="1">
                <a:latin typeface="Times New Roman" panose="02020603050405020304" pitchFamily="18" charset="0"/>
              </a:rPr>
              <a:t>8259A</a:t>
            </a:r>
            <a:r>
              <a:rPr lang="zh-CN" altLang="en-US" sz="2400" b="1">
                <a:latin typeface="Times New Roman" panose="02020603050405020304" pitchFamily="18" charset="0"/>
              </a:rPr>
              <a:t>在接受了第一个中断响应信号（</a:t>
            </a:r>
            <a:r>
              <a:rPr lang="zh-CN" altLang="en-US" sz="2400" b="1">
                <a:solidFill>
                  <a:srgbClr val="FF7C80"/>
                </a:solidFill>
                <a:latin typeface="Times New Roman" panose="02020603050405020304" pitchFamily="18" charset="0"/>
              </a:rPr>
              <a:t>即INTA的第一个负脉冲</a:t>
            </a:r>
            <a:r>
              <a:rPr lang="zh-CN" altLang="en-US" sz="2400" b="1">
                <a:latin typeface="Times New Roman" panose="02020603050405020304" pitchFamily="18" charset="0"/>
              </a:rPr>
              <a:t>）后，优先权最高的中断源</a:t>
            </a:r>
            <a:r>
              <a:rPr lang="zh-CN" altLang="en-US" sz="2400" b="1">
                <a:solidFill>
                  <a:schemeClr val="hlink"/>
                </a:solidFill>
                <a:latin typeface="Times New Roman" panose="02020603050405020304" pitchFamily="18" charset="0"/>
              </a:rPr>
              <a:t>在</a:t>
            </a:r>
            <a:r>
              <a:rPr lang="en-US" altLang="zh-CN" sz="2400" b="1">
                <a:solidFill>
                  <a:schemeClr val="hlink"/>
                </a:solidFill>
                <a:latin typeface="Times New Roman" panose="02020603050405020304" pitchFamily="18" charset="0"/>
              </a:rPr>
              <a:t>ISR</a:t>
            </a:r>
            <a:r>
              <a:rPr lang="zh-CN" altLang="en-US" sz="2400" b="1">
                <a:solidFill>
                  <a:schemeClr val="hlink"/>
                </a:solidFill>
                <a:latin typeface="Times New Roman" panose="02020603050405020304" pitchFamily="18" charset="0"/>
              </a:rPr>
              <a:t>中的对应位置</a:t>
            </a:r>
            <a:r>
              <a:rPr lang="en-US" altLang="zh-CN" sz="2400" b="1">
                <a:solidFill>
                  <a:schemeClr val="hlink"/>
                </a:solidFill>
                <a:latin typeface="Times New Roman" panose="02020603050405020304" pitchFamily="18" charset="0"/>
              </a:rPr>
              <a:t>1</a:t>
            </a:r>
            <a:r>
              <a:rPr lang="zh-CN" altLang="en-US" sz="2400" b="1">
                <a:solidFill>
                  <a:schemeClr val="hlink"/>
                </a:solidFill>
                <a:latin typeface="Times New Roman" panose="02020603050405020304" pitchFamily="18" charset="0"/>
              </a:rPr>
              <a:t>，并且相应的</a:t>
            </a:r>
            <a:r>
              <a:rPr lang="en-US" altLang="zh-CN" sz="2400" b="1">
                <a:solidFill>
                  <a:schemeClr val="hlink"/>
                </a:solidFill>
                <a:latin typeface="Times New Roman" panose="02020603050405020304" pitchFamily="18" charset="0"/>
              </a:rPr>
              <a:t>IRR</a:t>
            </a:r>
            <a:r>
              <a:rPr lang="zh-CN" altLang="en-US" sz="2400" b="1">
                <a:solidFill>
                  <a:schemeClr val="hlink"/>
                </a:solidFill>
                <a:latin typeface="Times New Roman" panose="02020603050405020304" pitchFamily="18" charset="0"/>
              </a:rPr>
              <a:t>位清</a:t>
            </a:r>
            <a:r>
              <a:rPr lang="en-US" altLang="zh-CN" sz="2400" b="1">
                <a:solidFill>
                  <a:schemeClr val="hlink"/>
                </a:solidFill>
                <a:latin typeface="Times New Roman" panose="02020603050405020304" pitchFamily="18" charset="0"/>
              </a:rPr>
              <a:t>0</a:t>
            </a:r>
            <a:r>
              <a:rPr lang="zh-CN" altLang="en-US" sz="2400" b="1">
                <a:solidFill>
                  <a:schemeClr val="hlink"/>
                </a:solidFill>
                <a:latin typeface="Times New Roman" panose="02020603050405020304" pitchFamily="18" charset="0"/>
              </a:rPr>
              <a:t>。</a:t>
            </a:r>
          </a:p>
          <a:p>
            <a:pPr algn="just">
              <a:spcBef>
                <a:spcPct val="50000"/>
              </a:spcBef>
              <a:buFont typeface="Arial" panose="020B0604020202020204" pitchFamily="34" charset="0"/>
              <a:buChar char="•"/>
            </a:pPr>
            <a:endParaRPr lang="zh-CN" altLang="en-US" sz="2400" b="1">
              <a:latin typeface="Times New Roman" panose="02020603050405020304" pitchFamily="18" charset="0"/>
            </a:endParaRPr>
          </a:p>
        </p:txBody>
      </p:sp>
      <p:grpSp>
        <p:nvGrpSpPr>
          <p:cNvPr id="12290" name="组合 12290">
            <a:extLst>
              <a:ext uri="{FF2B5EF4-FFF2-40B4-BE49-F238E27FC236}">
                <a16:creationId xmlns:a16="http://schemas.microsoft.com/office/drawing/2014/main" id="{F93C9049-94E6-4124-87AB-DC298E4A27AE}"/>
              </a:ext>
            </a:extLst>
          </p:cNvPr>
          <p:cNvGrpSpPr>
            <a:grpSpLocks/>
          </p:cNvGrpSpPr>
          <p:nvPr/>
        </p:nvGrpSpPr>
        <p:grpSpPr bwMode="auto">
          <a:xfrm>
            <a:off x="827088" y="2492375"/>
            <a:ext cx="7078662" cy="3432175"/>
            <a:chOff x="0" y="0"/>
            <a:chExt cx="4459" cy="2162"/>
          </a:xfrm>
        </p:grpSpPr>
        <p:grpSp>
          <p:nvGrpSpPr>
            <p:cNvPr id="12291" name="组合 12291">
              <a:extLst>
                <a:ext uri="{FF2B5EF4-FFF2-40B4-BE49-F238E27FC236}">
                  <a16:creationId xmlns:a16="http://schemas.microsoft.com/office/drawing/2014/main" id="{EA043D61-A4BA-4AB3-9D26-FDDAB97E477D}"/>
                </a:ext>
              </a:extLst>
            </p:cNvPr>
            <p:cNvGrpSpPr>
              <a:grpSpLocks/>
            </p:cNvGrpSpPr>
            <p:nvPr/>
          </p:nvGrpSpPr>
          <p:grpSpPr bwMode="auto">
            <a:xfrm>
              <a:off x="3937" y="742"/>
              <a:ext cx="522" cy="219"/>
              <a:chOff x="0" y="0"/>
              <a:chExt cx="626" cy="311"/>
            </a:xfrm>
          </p:grpSpPr>
          <p:sp>
            <p:nvSpPr>
              <p:cNvPr id="12292" name="直接连接符 12292">
                <a:extLst>
                  <a:ext uri="{FF2B5EF4-FFF2-40B4-BE49-F238E27FC236}">
                    <a16:creationId xmlns:a16="http://schemas.microsoft.com/office/drawing/2014/main" id="{736BFB34-4363-4F05-9496-D7F52AD84FD4}"/>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3" name="文本框 12293">
                <a:extLst>
                  <a:ext uri="{FF2B5EF4-FFF2-40B4-BE49-F238E27FC236}">
                    <a16:creationId xmlns:a16="http://schemas.microsoft.com/office/drawing/2014/main" id="{D4D2A049-DBA4-43C5-ACE7-B5DFBEABF1AD}"/>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2294" name="组合 12294">
              <a:extLst>
                <a:ext uri="{FF2B5EF4-FFF2-40B4-BE49-F238E27FC236}">
                  <a16:creationId xmlns:a16="http://schemas.microsoft.com/office/drawing/2014/main" id="{60107E32-DA29-4AF2-8AB8-26F09B465D57}"/>
                </a:ext>
              </a:extLst>
            </p:cNvPr>
            <p:cNvGrpSpPr>
              <a:grpSpLocks/>
            </p:cNvGrpSpPr>
            <p:nvPr/>
          </p:nvGrpSpPr>
          <p:grpSpPr bwMode="auto">
            <a:xfrm>
              <a:off x="3937" y="876"/>
              <a:ext cx="522" cy="219"/>
              <a:chOff x="0" y="0"/>
              <a:chExt cx="625" cy="311"/>
            </a:xfrm>
          </p:grpSpPr>
          <p:sp>
            <p:nvSpPr>
              <p:cNvPr id="12295" name="直接连接符 12295">
                <a:extLst>
                  <a:ext uri="{FF2B5EF4-FFF2-40B4-BE49-F238E27FC236}">
                    <a16:creationId xmlns:a16="http://schemas.microsoft.com/office/drawing/2014/main" id="{A0EE107B-A79F-4099-BF29-E6DF16CBB0FA}"/>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6" name="文本框 12296">
                <a:extLst>
                  <a:ext uri="{FF2B5EF4-FFF2-40B4-BE49-F238E27FC236}">
                    <a16:creationId xmlns:a16="http://schemas.microsoft.com/office/drawing/2014/main" id="{CA8BE113-5115-444E-94CA-26AFE6836F51}"/>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sp>
          <p:nvSpPr>
            <p:cNvPr id="12297" name="文本框 12297">
              <a:extLst>
                <a:ext uri="{FF2B5EF4-FFF2-40B4-BE49-F238E27FC236}">
                  <a16:creationId xmlns:a16="http://schemas.microsoft.com/office/drawing/2014/main" id="{E9AEF5A7-AF00-4429-A7C0-8612B0995CC5}"/>
                </a:ext>
              </a:extLst>
            </p:cNvPr>
            <p:cNvSpPr txBox="1">
              <a:spLocks noChangeArrowheads="1"/>
            </p:cNvSpPr>
            <p:nvPr/>
          </p:nvSpPr>
          <p:spPr bwMode="auto">
            <a:xfrm>
              <a:off x="996" y="89"/>
              <a:ext cx="491" cy="56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数据</a:t>
              </a:r>
            </a:p>
            <a:p>
              <a:pPr algn="just" eaLnBrk="0" hangingPunct="0"/>
              <a:r>
                <a:rPr lang="zh-CN" altLang="en-US">
                  <a:latin typeface="Times New Roman" panose="02020603050405020304" pitchFamily="18" charset="0"/>
                </a:rPr>
                <a:t>总线</a:t>
              </a:r>
            </a:p>
            <a:p>
              <a:pPr algn="just" eaLnBrk="0" hangingPunct="0"/>
              <a:r>
                <a:rPr lang="zh-CN" altLang="en-US">
                  <a:latin typeface="Times New Roman" panose="02020603050405020304" pitchFamily="18" charset="0"/>
                </a:rPr>
                <a:t>缓冲</a:t>
              </a:r>
              <a:endParaRPr lang="zh-CN" altLang="en-US" sz="2000">
                <a:latin typeface="Times New Roman" panose="02020603050405020304" pitchFamily="18" charset="0"/>
              </a:endParaRPr>
            </a:p>
          </p:txBody>
        </p:sp>
        <p:sp>
          <p:nvSpPr>
            <p:cNvPr id="12298" name="左右箭头 12298">
              <a:extLst>
                <a:ext uri="{FF2B5EF4-FFF2-40B4-BE49-F238E27FC236}">
                  <a16:creationId xmlns:a16="http://schemas.microsoft.com/office/drawing/2014/main" id="{4F445511-E262-4DCA-9E0C-48A1F966387F}"/>
                </a:ext>
              </a:extLst>
            </p:cNvPr>
            <p:cNvSpPr>
              <a:spLocks noChangeArrowheads="1"/>
            </p:cNvSpPr>
            <p:nvPr/>
          </p:nvSpPr>
          <p:spPr bwMode="auto">
            <a:xfrm>
              <a:off x="670" y="314"/>
              <a:ext cx="319" cy="96"/>
            </a:xfrm>
            <a:prstGeom prst="leftRightArrow">
              <a:avLst>
                <a:gd name="adj1" fmla="val 50000"/>
                <a:gd name="adj2" fmla="val 66397"/>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2299" name="左右箭头 12299">
              <a:extLst>
                <a:ext uri="{FF2B5EF4-FFF2-40B4-BE49-F238E27FC236}">
                  <a16:creationId xmlns:a16="http://schemas.microsoft.com/office/drawing/2014/main" id="{B477E2D0-6607-4626-9256-B43675699350}"/>
                </a:ext>
              </a:extLst>
            </p:cNvPr>
            <p:cNvSpPr>
              <a:spLocks noChangeArrowheads="1"/>
            </p:cNvSpPr>
            <p:nvPr/>
          </p:nvSpPr>
          <p:spPr bwMode="auto">
            <a:xfrm>
              <a:off x="1495" y="308"/>
              <a:ext cx="318" cy="96"/>
            </a:xfrm>
            <a:prstGeom prst="leftRightArrow">
              <a:avLst>
                <a:gd name="adj1" fmla="val 50000"/>
                <a:gd name="adj2" fmla="val 6625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2300" name="文本框 12300">
              <a:extLst>
                <a:ext uri="{FF2B5EF4-FFF2-40B4-BE49-F238E27FC236}">
                  <a16:creationId xmlns:a16="http://schemas.microsoft.com/office/drawing/2014/main" id="{6768487D-66E4-4397-93F6-28475AEF99F9}"/>
                </a:ext>
              </a:extLst>
            </p:cNvPr>
            <p:cNvSpPr txBox="1">
              <a:spLocks noChangeArrowheads="1"/>
            </p:cNvSpPr>
            <p:nvPr/>
          </p:nvSpPr>
          <p:spPr bwMode="auto">
            <a:xfrm>
              <a:off x="466" y="91"/>
              <a:ext cx="5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2301" name="文本框 12301">
              <a:extLst>
                <a:ext uri="{FF2B5EF4-FFF2-40B4-BE49-F238E27FC236}">
                  <a16:creationId xmlns:a16="http://schemas.microsoft.com/office/drawing/2014/main" id="{431C8006-E57A-47D2-947C-1CC85BB5EF95}"/>
                </a:ext>
              </a:extLst>
            </p:cNvPr>
            <p:cNvSpPr txBox="1">
              <a:spLocks noChangeArrowheads="1"/>
            </p:cNvSpPr>
            <p:nvPr/>
          </p:nvSpPr>
          <p:spPr bwMode="auto">
            <a:xfrm>
              <a:off x="747" y="1389"/>
              <a:ext cx="713" cy="425"/>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级连</a:t>
              </a:r>
              <a:r>
                <a:rPr lang="en-US" altLang="zh-CN">
                  <a:latin typeface="Times New Roman" panose="02020603050405020304" pitchFamily="18" charset="0"/>
                </a:rPr>
                <a:t>/</a:t>
              </a:r>
              <a:r>
                <a:rPr lang="zh-CN" altLang="en-US">
                  <a:latin typeface="Times New Roman" panose="02020603050405020304" pitchFamily="18" charset="0"/>
                </a:rPr>
                <a:t>缓冲比较器</a:t>
              </a:r>
            </a:p>
          </p:txBody>
        </p:sp>
        <p:sp>
          <p:nvSpPr>
            <p:cNvPr id="12302" name="直接连接符 12302">
              <a:extLst>
                <a:ext uri="{FF2B5EF4-FFF2-40B4-BE49-F238E27FC236}">
                  <a16:creationId xmlns:a16="http://schemas.microsoft.com/office/drawing/2014/main" id="{0538D1A3-8FE1-484D-8A89-7B1FCA03399B}"/>
                </a:ext>
              </a:extLst>
            </p:cNvPr>
            <p:cNvSpPr>
              <a:spLocks noChangeShapeType="1"/>
            </p:cNvSpPr>
            <p:nvPr/>
          </p:nvSpPr>
          <p:spPr bwMode="auto">
            <a:xfrm>
              <a:off x="437" y="1464"/>
              <a:ext cx="30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3" name="文本框 12303">
              <a:extLst>
                <a:ext uri="{FF2B5EF4-FFF2-40B4-BE49-F238E27FC236}">
                  <a16:creationId xmlns:a16="http://schemas.microsoft.com/office/drawing/2014/main" id="{4D350819-DF5A-4847-AE2C-184D16F903C4}"/>
                </a:ext>
              </a:extLst>
            </p:cNvPr>
            <p:cNvSpPr txBox="1">
              <a:spLocks noChangeArrowheads="1"/>
            </p:cNvSpPr>
            <p:nvPr/>
          </p:nvSpPr>
          <p:spPr bwMode="auto">
            <a:xfrm>
              <a:off x="42" y="1401"/>
              <a:ext cx="5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2304" name="直接连接符 12304">
              <a:extLst>
                <a:ext uri="{FF2B5EF4-FFF2-40B4-BE49-F238E27FC236}">
                  <a16:creationId xmlns:a16="http://schemas.microsoft.com/office/drawing/2014/main" id="{3E225DD1-94EB-4DD5-BF94-7D9249B0B997}"/>
                </a:ext>
              </a:extLst>
            </p:cNvPr>
            <p:cNvSpPr>
              <a:spLocks noChangeShapeType="1"/>
            </p:cNvSpPr>
            <p:nvPr/>
          </p:nvSpPr>
          <p:spPr bwMode="auto">
            <a:xfrm>
              <a:off x="438" y="1580"/>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5" name="文本框 12305">
              <a:extLst>
                <a:ext uri="{FF2B5EF4-FFF2-40B4-BE49-F238E27FC236}">
                  <a16:creationId xmlns:a16="http://schemas.microsoft.com/office/drawing/2014/main" id="{E304D040-F85F-49E2-9EF4-DF61AA6701D7}"/>
                </a:ext>
              </a:extLst>
            </p:cNvPr>
            <p:cNvSpPr txBox="1">
              <a:spLocks noChangeArrowheads="1"/>
            </p:cNvSpPr>
            <p:nvPr/>
          </p:nvSpPr>
          <p:spPr bwMode="auto">
            <a:xfrm>
              <a:off x="43" y="1525"/>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2306" name="直接连接符 12306">
              <a:extLst>
                <a:ext uri="{FF2B5EF4-FFF2-40B4-BE49-F238E27FC236}">
                  <a16:creationId xmlns:a16="http://schemas.microsoft.com/office/drawing/2014/main" id="{EB5AB44B-ACF4-4509-A7DB-A05B7C605C71}"/>
                </a:ext>
              </a:extLst>
            </p:cNvPr>
            <p:cNvSpPr>
              <a:spLocks noChangeShapeType="1"/>
            </p:cNvSpPr>
            <p:nvPr/>
          </p:nvSpPr>
          <p:spPr bwMode="auto">
            <a:xfrm>
              <a:off x="438" y="1705"/>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7" name="文本框 12307">
              <a:extLst>
                <a:ext uri="{FF2B5EF4-FFF2-40B4-BE49-F238E27FC236}">
                  <a16:creationId xmlns:a16="http://schemas.microsoft.com/office/drawing/2014/main" id="{4EB39150-8BC1-4EB0-8E94-94F8B39BE7D8}"/>
                </a:ext>
              </a:extLst>
            </p:cNvPr>
            <p:cNvSpPr txBox="1">
              <a:spLocks noChangeArrowheads="1"/>
            </p:cNvSpPr>
            <p:nvPr/>
          </p:nvSpPr>
          <p:spPr bwMode="auto">
            <a:xfrm>
              <a:off x="43" y="1634"/>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2308" name="组合 12308">
              <a:extLst>
                <a:ext uri="{FF2B5EF4-FFF2-40B4-BE49-F238E27FC236}">
                  <a16:creationId xmlns:a16="http://schemas.microsoft.com/office/drawing/2014/main" id="{A4226ED2-3495-4CE1-9FAE-F6DE76858996}"/>
                </a:ext>
              </a:extLst>
            </p:cNvPr>
            <p:cNvGrpSpPr>
              <a:grpSpLocks/>
            </p:cNvGrpSpPr>
            <p:nvPr/>
          </p:nvGrpSpPr>
          <p:grpSpPr bwMode="auto">
            <a:xfrm>
              <a:off x="1056" y="1779"/>
              <a:ext cx="46" cy="185"/>
              <a:chOff x="0" y="0"/>
              <a:chExt cx="79" cy="405"/>
            </a:xfrm>
          </p:grpSpPr>
          <p:sp>
            <p:nvSpPr>
              <p:cNvPr id="12309" name="椭圆 12309">
                <a:extLst>
                  <a:ext uri="{FF2B5EF4-FFF2-40B4-BE49-F238E27FC236}">
                    <a16:creationId xmlns:a16="http://schemas.microsoft.com/office/drawing/2014/main" id="{7D1D0437-874D-4353-8EE0-95FC233D0625}"/>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2310" name="直接连接符 12310">
                <a:extLst>
                  <a:ext uri="{FF2B5EF4-FFF2-40B4-BE49-F238E27FC236}">
                    <a16:creationId xmlns:a16="http://schemas.microsoft.com/office/drawing/2014/main" id="{3B33BC6B-8CE1-4D3E-A5A3-493C276E568F}"/>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11" name="直接连接符 12311">
              <a:extLst>
                <a:ext uri="{FF2B5EF4-FFF2-40B4-BE49-F238E27FC236}">
                  <a16:creationId xmlns:a16="http://schemas.microsoft.com/office/drawing/2014/main" id="{7C6CD0A0-5976-4D63-8D66-D1145EEB1FB8}"/>
                </a:ext>
              </a:extLst>
            </p:cNvPr>
            <p:cNvSpPr>
              <a:spLocks noChangeShapeType="1"/>
            </p:cNvSpPr>
            <p:nvPr/>
          </p:nvSpPr>
          <p:spPr bwMode="auto">
            <a:xfrm flipH="1">
              <a:off x="428" y="1964"/>
              <a:ext cx="6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2" name="文本框 12312">
              <a:extLst>
                <a:ext uri="{FF2B5EF4-FFF2-40B4-BE49-F238E27FC236}">
                  <a16:creationId xmlns:a16="http://schemas.microsoft.com/office/drawing/2014/main" id="{22882DF5-D285-4486-8EE5-0F734F028CF7}"/>
                </a:ext>
              </a:extLst>
            </p:cNvPr>
            <p:cNvSpPr txBox="1">
              <a:spLocks noChangeArrowheads="1"/>
            </p:cNvSpPr>
            <p:nvPr/>
          </p:nvSpPr>
          <p:spPr bwMode="auto">
            <a:xfrm>
              <a:off x="0" y="1922"/>
              <a:ext cx="58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2313" name="直接连接符 12313">
              <a:extLst>
                <a:ext uri="{FF2B5EF4-FFF2-40B4-BE49-F238E27FC236}">
                  <a16:creationId xmlns:a16="http://schemas.microsoft.com/office/drawing/2014/main" id="{9AE1EB0F-7A26-4E99-9811-EE74A903394D}"/>
                </a:ext>
              </a:extLst>
            </p:cNvPr>
            <p:cNvSpPr>
              <a:spLocks noChangeShapeType="1"/>
            </p:cNvSpPr>
            <p:nvPr/>
          </p:nvSpPr>
          <p:spPr bwMode="auto">
            <a:xfrm>
              <a:off x="49" y="1923"/>
              <a:ext cx="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4" name="直接连接符 12314">
              <a:extLst>
                <a:ext uri="{FF2B5EF4-FFF2-40B4-BE49-F238E27FC236}">
                  <a16:creationId xmlns:a16="http://schemas.microsoft.com/office/drawing/2014/main" id="{BC0C9F89-1DD1-4299-9593-192E2A54845E}"/>
                </a:ext>
              </a:extLst>
            </p:cNvPr>
            <p:cNvSpPr>
              <a:spLocks noChangeShapeType="1"/>
            </p:cNvSpPr>
            <p:nvPr/>
          </p:nvSpPr>
          <p:spPr bwMode="auto">
            <a:xfrm>
              <a:off x="255" y="1923"/>
              <a:ext cx="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5" name="文本框 12315">
              <a:extLst>
                <a:ext uri="{FF2B5EF4-FFF2-40B4-BE49-F238E27FC236}">
                  <a16:creationId xmlns:a16="http://schemas.microsoft.com/office/drawing/2014/main" id="{4CD672D5-0FA5-4D63-B840-B3516AF50DA4}"/>
                </a:ext>
              </a:extLst>
            </p:cNvPr>
            <p:cNvSpPr txBox="1">
              <a:spLocks noChangeArrowheads="1"/>
            </p:cNvSpPr>
            <p:nvPr/>
          </p:nvSpPr>
          <p:spPr bwMode="auto">
            <a:xfrm>
              <a:off x="1812" y="109"/>
              <a:ext cx="162" cy="1814"/>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2316" name="组合 12316">
              <a:extLst>
                <a:ext uri="{FF2B5EF4-FFF2-40B4-BE49-F238E27FC236}">
                  <a16:creationId xmlns:a16="http://schemas.microsoft.com/office/drawing/2014/main" id="{16A5A566-C580-4C8E-98CD-35EFD974A26B}"/>
                </a:ext>
              </a:extLst>
            </p:cNvPr>
            <p:cNvGrpSpPr>
              <a:grpSpLocks/>
            </p:cNvGrpSpPr>
            <p:nvPr/>
          </p:nvGrpSpPr>
          <p:grpSpPr bwMode="auto">
            <a:xfrm>
              <a:off x="2320" y="0"/>
              <a:ext cx="1642" cy="561"/>
              <a:chOff x="0" y="0"/>
              <a:chExt cx="1968" cy="796"/>
            </a:xfrm>
          </p:grpSpPr>
          <p:sp>
            <p:nvSpPr>
              <p:cNvPr id="12317" name="文本框 12317">
                <a:extLst>
                  <a:ext uri="{FF2B5EF4-FFF2-40B4-BE49-F238E27FC236}">
                    <a16:creationId xmlns:a16="http://schemas.microsoft.com/office/drawing/2014/main" id="{4099CD2E-5861-4DEA-BDDF-6590863A0B1D}"/>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2318" name="组合 12318">
                <a:extLst>
                  <a:ext uri="{FF2B5EF4-FFF2-40B4-BE49-F238E27FC236}">
                    <a16:creationId xmlns:a16="http://schemas.microsoft.com/office/drawing/2014/main" id="{11C9C81A-3F02-4DA3-A20C-04934D3E02B9}"/>
                  </a:ext>
                </a:extLst>
              </p:cNvPr>
              <p:cNvGrpSpPr>
                <a:grpSpLocks/>
              </p:cNvGrpSpPr>
              <p:nvPr/>
            </p:nvGrpSpPr>
            <p:grpSpPr bwMode="auto">
              <a:xfrm>
                <a:off x="313" y="38"/>
                <a:ext cx="618" cy="440"/>
                <a:chOff x="0" y="0"/>
                <a:chExt cx="618" cy="440"/>
              </a:xfrm>
            </p:grpSpPr>
            <p:sp>
              <p:nvSpPr>
                <p:cNvPr id="12319" name="椭圆 12319">
                  <a:extLst>
                    <a:ext uri="{FF2B5EF4-FFF2-40B4-BE49-F238E27FC236}">
                      <a16:creationId xmlns:a16="http://schemas.microsoft.com/office/drawing/2014/main" id="{C6EF8330-8F7A-4E81-8FF9-A7ABB2B828A0}"/>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2320" name="直接连接符 12320">
                  <a:extLst>
                    <a:ext uri="{FF2B5EF4-FFF2-40B4-BE49-F238E27FC236}">
                      <a16:creationId xmlns:a16="http://schemas.microsoft.com/office/drawing/2014/main" id="{84F084AF-FBF4-4099-8027-89C5DC5C9EAE}"/>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2321" name="组合 12321">
                  <a:extLst>
                    <a:ext uri="{FF2B5EF4-FFF2-40B4-BE49-F238E27FC236}">
                      <a16:creationId xmlns:a16="http://schemas.microsoft.com/office/drawing/2014/main" id="{885E29E0-4576-41E3-814D-EE699BFB9270}"/>
                    </a:ext>
                  </a:extLst>
                </p:cNvPr>
                <p:cNvGrpSpPr>
                  <a:grpSpLocks/>
                </p:cNvGrpSpPr>
                <p:nvPr/>
              </p:nvGrpSpPr>
              <p:grpSpPr bwMode="auto">
                <a:xfrm>
                  <a:off x="0" y="0"/>
                  <a:ext cx="618" cy="359"/>
                  <a:chOff x="0" y="0"/>
                  <a:chExt cx="618" cy="359"/>
                </a:xfrm>
              </p:grpSpPr>
              <p:sp>
                <p:nvSpPr>
                  <p:cNvPr id="12322" name="文本框 12322">
                    <a:extLst>
                      <a:ext uri="{FF2B5EF4-FFF2-40B4-BE49-F238E27FC236}">
                        <a16:creationId xmlns:a16="http://schemas.microsoft.com/office/drawing/2014/main" id="{B118129A-0DC3-4B71-B72D-96FC7C398B95}"/>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2323" name="直接连接符 12323">
                    <a:extLst>
                      <a:ext uri="{FF2B5EF4-FFF2-40B4-BE49-F238E27FC236}">
                        <a16:creationId xmlns:a16="http://schemas.microsoft.com/office/drawing/2014/main" id="{E30D30C4-0EE1-4DC1-9BD1-024E29D37E7A}"/>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324" name="组合 12324">
                <a:extLst>
                  <a:ext uri="{FF2B5EF4-FFF2-40B4-BE49-F238E27FC236}">
                    <a16:creationId xmlns:a16="http://schemas.microsoft.com/office/drawing/2014/main" id="{C4322AA5-A9C2-49A4-B076-40FC8225CFFD}"/>
                  </a:ext>
                </a:extLst>
              </p:cNvPr>
              <p:cNvGrpSpPr>
                <a:grpSpLocks/>
              </p:cNvGrpSpPr>
              <p:nvPr/>
            </p:nvGrpSpPr>
            <p:grpSpPr bwMode="auto">
              <a:xfrm>
                <a:off x="1408" y="0"/>
                <a:ext cx="531" cy="466"/>
                <a:chOff x="0" y="0"/>
                <a:chExt cx="531" cy="466"/>
              </a:xfrm>
            </p:grpSpPr>
            <p:sp>
              <p:nvSpPr>
                <p:cNvPr id="12325" name="直接连接符 12325">
                  <a:extLst>
                    <a:ext uri="{FF2B5EF4-FFF2-40B4-BE49-F238E27FC236}">
                      <a16:creationId xmlns:a16="http://schemas.microsoft.com/office/drawing/2014/main" id="{C69A4E3E-4C65-4837-A5D7-25C3B3388D1C}"/>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6" name="文本框 12326">
                  <a:extLst>
                    <a:ext uri="{FF2B5EF4-FFF2-40B4-BE49-F238E27FC236}">
                      <a16:creationId xmlns:a16="http://schemas.microsoft.com/office/drawing/2014/main" id="{7B612348-93D3-4F61-85A6-6C93129D58C5}"/>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sp>
          <p:nvSpPr>
            <p:cNvPr id="12327" name="文本框 12327">
              <a:extLst>
                <a:ext uri="{FF2B5EF4-FFF2-40B4-BE49-F238E27FC236}">
                  <a16:creationId xmlns:a16="http://schemas.microsoft.com/office/drawing/2014/main" id="{85C92B60-B054-488D-A765-21F491B69874}"/>
                </a:ext>
              </a:extLst>
            </p:cNvPr>
            <p:cNvSpPr txBox="1">
              <a:spLocks noChangeArrowheads="1"/>
            </p:cNvSpPr>
            <p:nvPr/>
          </p:nvSpPr>
          <p:spPr bwMode="auto">
            <a:xfrm>
              <a:off x="2330" y="739"/>
              <a:ext cx="344" cy="848"/>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中断</a:t>
              </a:r>
            </a:p>
            <a:p>
              <a:pPr algn="just" eaLnBrk="0" hangingPunct="0"/>
              <a:r>
                <a:rPr lang="zh-CN" altLang="en-US" sz="1600">
                  <a:latin typeface="Times New Roman" panose="02020603050405020304" pitchFamily="18" charset="0"/>
                </a:rPr>
                <a:t> 服务</a:t>
              </a:r>
            </a:p>
            <a:p>
              <a:pPr algn="just" eaLnBrk="0" hangingPunct="0"/>
              <a:r>
                <a:rPr lang="zh-CN" altLang="en-US" sz="1600">
                  <a:latin typeface="Times New Roman" panose="02020603050405020304" pitchFamily="18" charset="0"/>
                </a:rPr>
                <a:t> 寄存</a:t>
              </a:r>
            </a:p>
            <a:p>
              <a:pPr algn="just" eaLnBrk="0" hangingPunct="0"/>
              <a:r>
                <a:rPr lang="zh-CN" altLang="en-US" sz="1600">
                  <a:latin typeface="Times New Roman" panose="02020603050405020304" pitchFamily="18" charset="0"/>
                </a:rPr>
                <a:t> 器</a:t>
              </a:r>
              <a:r>
                <a:rPr lang="en-US" altLang="zh-CN" sz="1600">
                  <a:latin typeface="Times New Roman" panose="02020603050405020304" pitchFamily="18" charset="0"/>
                </a:rPr>
                <a:t>(</a:t>
              </a:r>
              <a:r>
                <a:rPr lang="en-US" altLang="zh-CN" sz="1600" b="1">
                  <a:latin typeface="Times New Roman" panose="02020603050405020304" pitchFamily="18" charset="0"/>
                </a:rPr>
                <a:t>ISR</a:t>
              </a:r>
              <a:r>
                <a:rPr lang="en-US" altLang="zh-CN" b="1">
                  <a:latin typeface="Times New Roman" panose="02020603050405020304" pitchFamily="18" charset="0"/>
                </a:rPr>
                <a:t>)</a:t>
              </a:r>
            </a:p>
          </p:txBody>
        </p:sp>
        <p:sp>
          <p:nvSpPr>
            <p:cNvPr id="12328" name="直接连接符 12328">
              <a:extLst>
                <a:ext uri="{FF2B5EF4-FFF2-40B4-BE49-F238E27FC236}">
                  <a16:creationId xmlns:a16="http://schemas.microsoft.com/office/drawing/2014/main" id="{2A34F643-E8FB-4721-A6C6-6A50DCF57771}"/>
                </a:ext>
              </a:extLst>
            </p:cNvPr>
            <p:cNvSpPr>
              <a:spLocks noChangeShapeType="1"/>
            </p:cNvSpPr>
            <p:nvPr/>
          </p:nvSpPr>
          <p:spPr bwMode="auto">
            <a:xfrm flipH="1">
              <a:off x="2495" y="561"/>
              <a:ext cx="6" cy="16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2329" name="组合 12329">
              <a:extLst>
                <a:ext uri="{FF2B5EF4-FFF2-40B4-BE49-F238E27FC236}">
                  <a16:creationId xmlns:a16="http://schemas.microsoft.com/office/drawing/2014/main" id="{5BA61FA5-8A5A-4807-BDFD-C653962FE424}"/>
                </a:ext>
              </a:extLst>
            </p:cNvPr>
            <p:cNvGrpSpPr>
              <a:grpSpLocks/>
            </p:cNvGrpSpPr>
            <p:nvPr/>
          </p:nvGrpSpPr>
          <p:grpSpPr bwMode="auto">
            <a:xfrm>
              <a:off x="2957" y="554"/>
              <a:ext cx="343" cy="1033"/>
              <a:chOff x="0" y="0"/>
              <a:chExt cx="600" cy="1920"/>
            </a:xfrm>
          </p:grpSpPr>
          <p:sp>
            <p:nvSpPr>
              <p:cNvPr id="12330" name="文本框 12330">
                <a:extLst>
                  <a:ext uri="{FF2B5EF4-FFF2-40B4-BE49-F238E27FC236}">
                    <a16:creationId xmlns:a16="http://schemas.microsoft.com/office/drawing/2014/main" id="{8278F094-2E02-42B6-BDC8-A69CF5DA74D2}"/>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优先</a:t>
                </a:r>
              </a:p>
              <a:p>
                <a:pPr algn="just" eaLnBrk="0" hangingPunct="0"/>
                <a:r>
                  <a:rPr lang="zh-CN" altLang="en-US" sz="1600">
                    <a:latin typeface="Times New Roman" panose="02020603050405020304" pitchFamily="18" charset="0"/>
                  </a:rPr>
                  <a:t> 权电路</a:t>
                </a:r>
                <a:r>
                  <a:rPr lang="en-US" altLang="zh-CN" sz="1600" b="1">
                    <a:latin typeface="Times New Roman" panose="02020603050405020304" pitchFamily="18" charset="0"/>
                  </a:rPr>
                  <a:t>PR</a:t>
                </a:r>
              </a:p>
              <a:p>
                <a:pPr algn="just" eaLnBrk="0" hangingPunct="0"/>
                <a:endParaRPr lang="zh-CN" altLang="en-US" sz="1600" b="1">
                  <a:latin typeface="Times New Roman" panose="02020603050405020304" pitchFamily="18" charset="0"/>
                </a:endParaRPr>
              </a:p>
            </p:txBody>
          </p:sp>
          <p:sp>
            <p:nvSpPr>
              <p:cNvPr id="12331" name="直接连接符 12331">
                <a:extLst>
                  <a:ext uri="{FF2B5EF4-FFF2-40B4-BE49-F238E27FC236}">
                    <a16:creationId xmlns:a16="http://schemas.microsoft.com/office/drawing/2014/main" id="{145E99BC-AFFE-43A8-BAFF-2CA40DC99F63}"/>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32" name="文本框 12332">
              <a:extLst>
                <a:ext uri="{FF2B5EF4-FFF2-40B4-BE49-F238E27FC236}">
                  <a16:creationId xmlns:a16="http://schemas.microsoft.com/office/drawing/2014/main" id="{6806F42C-0866-49A1-8733-3C07180B054B}"/>
                </a:ext>
              </a:extLst>
            </p:cNvPr>
            <p:cNvSpPr txBox="1">
              <a:spLocks noChangeArrowheads="1"/>
            </p:cNvSpPr>
            <p:nvPr/>
          </p:nvSpPr>
          <p:spPr bwMode="auto">
            <a:xfrm>
              <a:off x="3593" y="753"/>
              <a:ext cx="344" cy="834"/>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r>
                <a:rPr lang="en-US" altLang="zh-CN" sz="1600" b="1">
                  <a:latin typeface="Times New Roman" panose="02020603050405020304" pitchFamily="18" charset="0"/>
                </a:rPr>
                <a:t>IRR</a:t>
              </a:r>
            </a:p>
          </p:txBody>
        </p:sp>
        <p:sp>
          <p:nvSpPr>
            <p:cNvPr id="12333" name="直接连接符 12333">
              <a:extLst>
                <a:ext uri="{FF2B5EF4-FFF2-40B4-BE49-F238E27FC236}">
                  <a16:creationId xmlns:a16="http://schemas.microsoft.com/office/drawing/2014/main" id="{F0EC55CE-02C5-4639-88C4-6368774C7665}"/>
                </a:ext>
              </a:extLst>
            </p:cNvPr>
            <p:cNvSpPr>
              <a:spLocks noChangeShapeType="1"/>
            </p:cNvSpPr>
            <p:nvPr/>
          </p:nvSpPr>
          <p:spPr bwMode="auto">
            <a:xfrm flipH="1" flipV="1">
              <a:off x="3763" y="561"/>
              <a:ext cx="1" cy="18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4" name="左右箭头 12334">
              <a:extLst>
                <a:ext uri="{FF2B5EF4-FFF2-40B4-BE49-F238E27FC236}">
                  <a16:creationId xmlns:a16="http://schemas.microsoft.com/office/drawing/2014/main" id="{AC928BAF-010C-44CC-B58B-1883E98892E7}"/>
                </a:ext>
              </a:extLst>
            </p:cNvPr>
            <p:cNvSpPr>
              <a:spLocks noChangeArrowheads="1"/>
            </p:cNvSpPr>
            <p:nvPr/>
          </p:nvSpPr>
          <p:spPr bwMode="auto">
            <a:xfrm>
              <a:off x="2672" y="993"/>
              <a:ext cx="284" cy="136"/>
            </a:xfrm>
            <a:prstGeom prst="leftRightArrow">
              <a:avLst>
                <a:gd name="adj1" fmla="val 50000"/>
                <a:gd name="adj2" fmla="val 4172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2335" name="左箭头 12335">
              <a:extLst>
                <a:ext uri="{FF2B5EF4-FFF2-40B4-BE49-F238E27FC236}">
                  <a16:creationId xmlns:a16="http://schemas.microsoft.com/office/drawing/2014/main" id="{D00AF6D3-111F-45D3-BEBB-436D08F6D0DA}"/>
                </a:ext>
              </a:extLst>
            </p:cNvPr>
            <p:cNvSpPr>
              <a:spLocks noChangeArrowheads="1"/>
            </p:cNvSpPr>
            <p:nvPr/>
          </p:nvSpPr>
          <p:spPr bwMode="auto">
            <a:xfrm>
              <a:off x="3310" y="993"/>
              <a:ext cx="282" cy="136"/>
            </a:xfrm>
            <a:prstGeom prst="leftArrow">
              <a:avLst>
                <a:gd name="adj1" fmla="val 50000"/>
                <a:gd name="adj2" fmla="val 5180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2336" name="左箭头 12336">
              <a:extLst>
                <a:ext uri="{FF2B5EF4-FFF2-40B4-BE49-F238E27FC236}">
                  <a16:creationId xmlns:a16="http://schemas.microsoft.com/office/drawing/2014/main" id="{C702F2F4-64F6-42F0-8B77-5888D2BA3359}"/>
                </a:ext>
              </a:extLst>
            </p:cNvPr>
            <p:cNvSpPr>
              <a:spLocks noChangeArrowheads="1"/>
            </p:cNvSpPr>
            <p:nvPr/>
          </p:nvSpPr>
          <p:spPr bwMode="auto">
            <a:xfrm>
              <a:off x="1976" y="993"/>
              <a:ext cx="353" cy="157"/>
            </a:xfrm>
            <a:prstGeom prst="leftArrow">
              <a:avLst>
                <a:gd name="adj1" fmla="val 50000"/>
                <a:gd name="adj2" fmla="val 5616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2337" name="文本框 12337">
              <a:extLst>
                <a:ext uri="{FF2B5EF4-FFF2-40B4-BE49-F238E27FC236}">
                  <a16:creationId xmlns:a16="http://schemas.microsoft.com/office/drawing/2014/main" id="{EB1CD26A-6C9C-4908-BF5B-BFA0A5868C27}"/>
                </a:ext>
              </a:extLst>
            </p:cNvPr>
            <p:cNvSpPr txBox="1">
              <a:spLocks noChangeArrowheads="1"/>
            </p:cNvSpPr>
            <p:nvPr/>
          </p:nvSpPr>
          <p:spPr bwMode="auto">
            <a:xfrm>
              <a:off x="1015" y="726"/>
              <a:ext cx="445" cy="424"/>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读写逻辑</a:t>
              </a:r>
            </a:p>
          </p:txBody>
        </p:sp>
        <p:sp>
          <p:nvSpPr>
            <p:cNvPr id="12338" name="椭圆 12338">
              <a:extLst>
                <a:ext uri="{FF2B5EF4-FFF2-40B4-BE49-F238E27FC236}">
                  <a16:creationId xmlns:a16="http://schemas.microsoft.com/office/drawing/2014/main" id="{C690FFDB-6A66-426E-8E18-BB26F21D8CD8}"/>
                </a:ext>
              </a:extLst>
            </p:cNvPr>
            <p:cNvSpPr>
              <a:spLocks noChangeArrowheads="1"/>
            </p:cNvSpPr>
            <p:nvPr/>
          </p:nvSpPr>
          <p:spPr bwMode="auto">
            <a:xfrm>
              <a:off x="972" y="808"/>
              <a:ext cx="45" cy="36"/>
            </a:xfrm>
            <a:prstGeom prst="ellipse">
              <a:avLst/>
            </a:prstGeom>
            <a:solidFill>
              <a:schemeClr val="accent1"/>
            </a:solidFill>
            <a:ln w="9525">
              <a:solidFill>
                <a:schemeClr val="tx1"/>
              </a:solidFill>
              <a:round/>
              <a:headEnd/>
              <a:tailEnd/>
            </a:ln>
          </p:spPr>
          <p:txBody>
            <a:bodyPr/>
            <a:lstStyle/>
            <a:p>
              <a:pPr algn="just" eaLnBrk="0" hangingPunct="0"/>
              <a:endParaRPr lang="zh-CN" altLang="en-US">
                <a:latin typeface="Times New Roman" panose="02020603050405020304" pitchFamily="18" charset="0"/>
              </a:endParaRPr>
            </a:p>
          </p:txBody>
        </p:sp>
        <p:sp>
          <p:nvSpPr>
            <p:cNvPr id="12339" name="直接连接符 12339">
              <a:extLst>
                <a:ext uri="{FF2B5EF4-FFF2-40B4-BE49-F238E27FC236}">
                  <a16:creationId xmlns:a16="http://schemas.microsoft.com/office/drawing/2014/main" id="{D7EABD95-0072-4759-B83F-10265DABA335}"/>
                </a:ext>
              </a:extLst>
            </p:cNvPr>
            <p:cNvSpPr>
              <a:spLocks noChangeShapeType="1"/>
            </p:cNvSpPr>
            <p:nvPr/>
          </p:nvSpPr>
          <p:spPr bwMode="auto">
            <a:xfrm>
              <a:off x="713" y="82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40" name="文本框 12340">
              <a:extLst>
                <a:ext uri="{FF2B5EF4-FFF2-40B4-BE49-F238E27FC236}">
                  <a16:creationId xmlns:a16="http://schemas.microsoft.com/office/drawing/2014/main" id="{6E9CEFB0-EE7D-4961-837A-D9DD923365EE}"/>
                </a:ext>
              </a:extLst>
            </p:cNvPr>
            <p:cNvSpPr txBox="1">
              <a:spLocks noChangeArrowheads="1"/>
            </p:cNvSpPr>
            <p:nvPr/>
          </p:nvSpPr>
          <p:spPr bwMode="auto">
            <a:xfrm>
              <a:off x="446" y="733"/>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2341" name="直接连接符 12341">
              <a:extLst>
                <a:ext uri="{FF2B5EF4-FFF2-40B4-BE49-F238E27FC236}">
                  <a16:creationId xmlns:a16="http://schemas.microsoft.com/office/drawing/2014/main" id="{59D4FBE5-49B5-4E9A-9B4B-6CE543E90065}"/>
                </a:ext>
              </a:extLst>
            </p:cNvPr>
            <p:cNvSpPr>
              <a:spLocks noChangeShapeType="1"/>
            </p:cNvSpPr>
            <p:nvPr/>
          </p:nvSpPr>
          <p:spPr bwMode="auto">
            <a:xfrm>
              <a:off x="513" y="750"/>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2" name="直接连接符 12342">
              <a:extLst>
                <a:ext uri="{FF2B5EF4-FFF2-40B4-BE49-F238E27FC236}">
                  <a16:creationId xmlns:a16="http://schemas.microsoft.com/office/drawing/2014/main" id="{9230A93C-CAD5-46D1-BA86-B89957A48F48}"/>
                </a:ext>
              </a:extLst>
            </p:cNvPr>
            <p:cNvSpPr>
              <a:spLocks noChangeShapeType="1"/>
            </p:cNvSpPr>
            <p:nvPr/>
          </p:nvSpPr>
          <p:spPr bwMode="auto">
            <a:xfrm>
              <a:off x="746" y="106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43" name="文本框 12343">
              <a:extLst>
                <a:ext uri="{FF2B5EF4-FFF2-40B4-BE49-F238E27FC236}">
                  <a16:creationId xmlns:a16="http://schemas.microsoft.com/office/drawing/2014/main" id="{71D3D44C-2279-44CC-8530-1B3D2A915874}"/>
                </a:ext>
              </a:extLst>
            </p:cNvPr>
            <p:cNvSpPr txBox="1">
              <a:spLocks noChangeArrowheads="1"/>
            </p:cNvSpPr>
            <p:nvPr/>
          </p:nvSpPr>
          <p:spPr bwMode="auto">
            <a:xfrm>
              <a:off x="452" y="1005"/>
              <a:ext cx="3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2344" name="组合 12344">
              <a:extLst>
                <a:ext uri="{FF2B5EF4-FFF2-40B4-BE49-F238E27FC236}">
                  <a16:creationId xmlns:a16="http://schemas.microsoft.com/office/drawing/2014/main" id="{37AAE587-BF79-474E-8CF9-64DE95E42CA0}"/>
                </a:ext>
              </a:extLst>
            </p:cNvPr>
            <p:cNvGrpSpPr>
              <a:grpSpLocks/>
            </p:cNvGrpSpPr>
            <p:nvPr/>
          </p:nvGrpSpPr>
          <p:grpSpPr bwMode="auto">
            <a:xfrm>
              <a:off x="712" y="931"/>
              <a:ext cx="304" cy="36"/>
              <a:chOff x="0" y="0"/>
              <a:chExt cx="364" cy="51"/>
            </a:xfrm>
          </p:grpSpPr>
          <p:sp>
            <p:nvSpPr>
              <p:cNvPr id="12345" name="椭圆 12345">
                <a:extLst>
                  <a:ext uri="{FF2B5EF4-FFF2-40B4-BE49-F238E27FC236}">
                    <a16:creationId xmlns:a16="http://schemas.microsoft.com/office/drawing/2014/main" id="{0882623F-4F8E-40B2-9BB3-2F7C0618658B}"/>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2346" name="直接连接符 12346">
                <a:extLst>
                  <a:ext uri="{FF2B5EF4-FFF2-40B4-BE49-F238E27FC236}">
                    <a16:creationId xmlns:a16="http://schemas.microsoft.com/office/drawing/2014/main" id="{60BBF72E-9A54-431B-A3C9-AE4B484F878D}"/>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47" name="文本框 12347">
              <a:extLst>
                <a:ext uri="{FF2B5EF4-FFF2-40B4-BE49-F238E27FC236}">
                  <a16:creationId xmlns:a16="http://schemas.microsoft.com/office/drawing/2014/main" id="{061C1E87-6354-458A-A5CD-A8EE73BD6966}"/>
                </a:ext>
              </a:extLst>
            </p:cNvPr>
            <p:cNvSpPr txBox="1">
              <a:spLocks noChangeArrowheads="1"/>
            </p:cNvSpPr>
            <p:nvPr/>
          </p:nvSpPr>
          <p:spPr bwMode="auto">
            <a:xfrm>
              <a:off x="444" y="890"/>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2348" name="直接连接符 12348">
              <a:extLst>
                <a:ext uri="{FF2B5EF4-FFF2-40B4-BE49-F238E27FC236}">
                  <a16:creationId xmlns:a16="http://schemas.microsoft.com/office/drawing/2014/main" id="{548198C1-0392-435E-B8FD-B79C327274B3}"/>
                </a:ext>
              </a:extLst>
            </p:cNvPr>
            <p:cNvSpPr>
              <a:spLocks noChangeShapeType="1"/>
            </p:cNvSpPr>
            <p:nvPr/>
          </p:nvSpPr>
          <p:spPr bwMode="auto">
            <a:xfrm>
              <a:off x="531" y="923"/>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349" name="组合 12349">
              <a:extLst>
                <a:ext uri="{FF2B5EF4-FFF2-40B4-BE49-F238E27FC236}">
                  <a16:creationId xmlns:a16="http://schemas.microsoft.com/office/drawing/2014/main" id="{7F45B845-04B1-49D7-A5BC-E90783E4B680}"/>
                </a:ext>
              </a:extLst>
            </p:cNvPr>
            <p:cNvGrpSpPr>
              <a:grpSpLocks/>
            </p:cNvGrpSpPr>
            <p:nvPr/>
          </p:nvGrpSpPr>
          <p:grpSpPr bwMode="auto">
            <a:xfrm>
              <a:off x="1194" y="1150"/>
              <a:ext cx="45" cy="136"/>
              <a:chOff x="0" y="0"/>
              <a:chExt cx="54" cy="194"/>
            </a:xfrm>
          </p:grpSpPr>
          <p:sp>
            <p:nvSpPr>
              <p:cNvPr id="12350" name="椭圆 12350">
                <a:extLst>
                  <a:ext uri="{FF2B5EF4-FFF2-40B4-BE49-F238E27FC236}">
                    <a16:creationId xmlns:a16="http://schemas.microsoft.com/office/drawing/2014/main" id="{E5F05E3C-F674-4D76-A210-F5EB77561559}"/>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2351" name="直接连接符 12351">
                <a:extLst>
                  <a:ext uri="{FF2B5EF4-FFF2-40B4-BE49-F238E27FC236}">
                    <a16:creationId xmlns:a16="http://schemas.microsoft.com/office/drawing/2014/main" id="{546B1892-4CB2-475D-A2DE-00293B7F800E}"/>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52" name="直接连接符 12352">
              <a:extLst>
                <a:ext uri="{FF2B5EF4-FFF2-40B4-BE49-F238E27FC236}">
                  <a16:creationId xmlns:a16="http://schemas.microsoft.com/office/drawing/2014/main" id="{D83D0926-FF1C-4925-BBC3-29D742B36376}"/>
                </a:ext>
              </a:extLst>
            </p:cNvPr>
            <p:cNvSpPr>
              <a:spLocks noChangeShapeType="1"/>
            </p:cNvSpPr>
            <p:nvPr/>
          </p:nvSpPr>
          <p:spPr bwMode="auto">
            <a:xfrm>
              <a:off x="747" y="1280"/>
              <a:ext cx="4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3" name="文本框 12353">
              <a:extLst>
                <a:ext uri="{FF2B5EF4-FFF2-40B4-BE49-F238E27FC236}">
                  <a16:creationId xmlns:a16="http://schemas.microsoft.com/office/drawing/2014/main" id="{FC4A6BE3-9648-4A99-B62E-8029DD9F595B}"/>
                </a:ext>
              </a:extLst>
            </p:cNvPr>
            <p:cNvSpPr txBox="1">
              <a:spLocks noChangeArrowheads="1"/>
            </p:cNvSpPr>
            <p:nvPr/>
          </p:nvSpPr>
          <p:spPr bwMode="auto">
            <a:xfrm>
              <a:off x="481" y="1216"/>
              <a:ext cx="32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2354" name="直接连接符 12354">
              <a:extLst>
                <a:ext uri="{FF2B5EF4-FFF2-40B4-BE49-F238E27FC236}">
                  <a16:creationId xmlns:a16="http://schemas.microsoft.com/office/drawing/2014/main" id="{0D369032-DF9E-45EA-9B9F-75DD1A705502}"/>
                </a:ext>
              </a:extLst>
            </p:cNvPr>
            <p:cNvSpPr>
              <a:spLocks noChangeShapeType="1"/>
            </p:cNvSpPr>
            <p:nvPr/>
          </p:nvSpPr>
          <p:spPr bwMode="auto">
            <a:xfrm>
              <a:off x="521" y="1217"/>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355" name="组合 12355">
              <a:extLst>
                <a:ext uri="{FF2B5EF4-FFF2-40B4-BE49-F238E27FC236}">
                  <a16:creationId xmlns:a16="http://schemas.microsoft.com/office/drawing/2014/main" id="{CBC59D58-1956-4678-8ABB-CB422532DFEA}"/>
                </a:ext>
              </a:extLst>
            </p:cNvPr>
            <p:cNvGrpSpPr>
              <a:grpSpLocks/>
            </p:cNvGrpSpPr>
            <p:nvPr/>
          </p:nvGrpSpPr>
          <p:grpSpPr bwMode="auto">
            <a:xfrm>
              <a:off x="1453" y="459"/>
              <a:ext cx="868" cy="1115"/>
              <a:chOff x="0" y="0"/>
              <a:chExt cx="1514" cy="2445"/>
            </a:xfrm>
          </p:grpSpPr>
          <p:sp>
            <p:nvSpPr>
              <p:cNvPr id="12356" name="直接连接符 12356">
                <a:extLst>
                  <a:ext uri="{FF2B5EF4-FFF2-40B4-BE49-F238E27FC236}">
                    <a16:creationId xmlns:a16="http://schemas.microsoft.com/office/drawing/2014/main" id="{E212FD8E-B73C-49D7-8C59-42E03AAC4293}"/>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7" name="直接连接符 12357">
                <a:extLst>
                  <a:ext uri="{FF2B5EF4-FFF2-40B4-BE49-F238E27FC236}">
                    <a16:creationId xmlns:a16="http://schemas.microsoft.com/office/drawing/2014/main" id="{E333C491-3FBD-44E3-BE6B-75B812E9086E}"/>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8" name="直接连接符 12358">
                <a:extLst>
                  <a:ext uri="{FF2B5EF4-FFF2-40B4-BE49-F238E27FC236}">
                    <a16:creationId xmlns:a16="http://schemas.microsoft.com/office/drawing/2014/main" id="{5F4DBE28-1B40-48F8-B901-9B1ED8FCAB0D}"/>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59" name="直接连接符 12359">
                <a:extLst>
                  <a:ext uri="{FF2B5EF4-FFF2-40B4-BE49-F238E27FC236}">
                    <a16:creationId xmlns:a16="http://schemas.microsoft.com/office/drawing/2014/main" id="{58C2C2A2-1253-4346-909D-5E3B60927B4F}"/>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60" name="直接连接符 12360">
                <a:extLst>
                  <a:ext uri="{FF2B5EF4-FFF2-40B4-BE49-F238E27FC236}">
                    <a16:creationId xmlns:a16="http://schemas.microsoft.com/office/drawing/2014/main" id="{5D76AAE8-B744-42F4-9B6D-E634F5878178}"/>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361" name="组合 12361">
              <a:extLst>
                <a:ext uri="{FF2B5EF4-FFF2-40B4-BE49-F238E27FC236}">
                  <a16:creationId xmlns:a16="http://schemas.microsoft.com/office/drawing/2014/main" id="{58811A98-2802-45A9-B047-5547795C1B6B}"/>
                </a:ext>
              </a:extLst>
            </p:cNvPr>
            <p:cNvGrpSpPr>
              <a:grpSpLocks/>
            </p:cNvGrpSpPr>
            <p:nvPr/>
          </p:nvGrpSpPr>
          <p:grpSpPr bwMode="auto">
            <a:xfrm>
              <a:off x="1984" y="1586"/>
              <a:ext cx="1880" cy="431"/>
              <a:chOff x="0" y="0"/>
              <a:chExt cx="3280" cy="945"/>
            </a:xfrm>
          </p:grpSpPr>
          <p:sp>
            <p:nvSpPr>
              <p:cNvPr id="12362" name="文本框 12362">
                <a:extLst>
                  <a:ext uri="{FF2B5EF4-FFF2-40B4-BE49-F238E27FC236}">
                    <a16:creationId xmlns:a16="http://schemas.microsoft.com/office/drawing/2014/main" id="{884840CE-5E45-494A-9F0B-0C53D1FCE30D}"/>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p>
            </p:txBody>
          </p:sp>
          <p:sp>
            <p:nvSpPr>
              <p:cNvPr id="12363" name="直接连接符 12363">
                <a:extLst>
                  <a:ext uri="{FF2B5EF4-FFF2-40B4-BE49-F238E27FC236}">
                    <a16:creationId xmlns:a16="http://schemas.microsoft.com/office/drawing/2014/main" id="{38C7DC7A-84D7-4E1E-A319-1EFA33A2AAB4}"/>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64" name="直接连接符 12364">
                <a:extLst>
                  <a:ext uri="{FF2B5EF4-FFF2-40B4-BE49-F238E27FC236}">
                    <a16:creationId xmlns:a16="http://schemas.microsoft.com/office/drawing/2014/main" id="{C88B2652-7C81-4FBD-93DF-FCB807870BF7}"/>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65" name="直接连接符 12365">
                <a:extLst>
                  <a:ext uri="{FF2B5EF4-FFF2-40B4-BE49-F238E27FC236}">
                    <a16:creationId xmlns:a16="http://schemas.microsoft.com/office/drawing/2014/main" id="{BB8199E0-3809-43D3-97D2-82C65BE9B70A}"/>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66" name="左右箭头 12366">
                <a:extLst>
                  <a:ext uri="{FF2B5EF4-FFF2-40B4-BE49-F238E27FC236}">
                    <a16:creationId xmlns:a16="http://schemas.microsoft.com/office/drawing/2014/main" id="{643D5B93-1211-4F92-A9A2-C22E79FDF48C}"/>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2367" name="直接连接符 12367">
              <a:extLst>
                <a:ext uri="{FF2B5EF4-FFF2-40B4-BE49-F238E27FC236}">
                  <a16:creationId xmlns:a16="http://schemas.microsoft.com/office/drawing/2014/main" id="{69696DD8-DF36-4E7F-A8DA-5A969DC2BFF4}"/>
                </a:ext>
              </a:extLst>
            </p:cNvPr>
            <p:cNvSpPr>
              <a:spLocks noChangeShapeType="1"/>
            </p:cNvSpPr>
            <p:nvPr/>
          </p:nvSpPr>
          <p:spPr bwMode="auto">
            <a:xfrm flipH="1">
              <a:off x="3945" y="1369"/>
              <a:ext cx="1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68" name="文本框 12368">
              <a:extLst>
                <a:ext uri="{FF2B5EF4-FFF2-40B4-BE49-F238E27FC236}">
                  <a16:creationId xmlns:a16="http://schemas.microsoft.com/office/drawing/2014/main" id="{D4DBA9BC-6F2B-419A-8440-16BA8D1E8C61}"/>
                </a:ext>
              </a:extLst>
            </p:cNvPr>
            <p:cNvSpPr txBox="1">
              <a:spLocks noChangeArrowheads="1"/>
            </p:cNvSpPr>
            <p:nvPr/>
          </p:nvSpPr>
          <p:spPr bwMode="auto">
            <a:xfrm>
              <a:off x="4092" y="1305"/>
              <a:ext cx="3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2369" name="灯片编号占位符 1">
            <a:extLst>
              <a:ext uri="{FF2B5EF4-FFF2-40B4-BE49-F238E27FC236}">
                <a16:creationId xmlns:a16="http://schemas.microsoft.com/office/drawing/2014/main" id="{FF6D5DCE-8DB9-40C7-B4BC-38DB313A3CA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6B2B38F9-96F2-491E-8593-210F144A2B1E}" type="slidenum">
              <a:rPr lang="zh-CN" altLang="en-US" smtClean="0"/>
              <a:pPr eaLnBrk="0" hangingPunct="0"/>
              <a:t>9</a:t>
            </a:fld>
            <a:endParaRPr lang="zh-CN" altLang="en-US"/>
          </a:p>
        </p:txBody>
      </p:sp>
      <p:cxnSp>
        <p:nvCxnSpPr>
          <p:cNvPr id="3" name="直接连接符 2">
            <a:extLst>
              <a:ext uri="{FF2B5EF4-FFF2-40B4-BE49-F238E27FC236}">
                <a16:creationId xmlns:a16="http://schemas.microsoft.com/office/drawing/2014/main" id="{EF58C60A-3991-490A-BD1A-372CD0E4B347}"/>
              </a:ext>
            </a:extLst>
          </p:cNvPr>
          <p:cNvCxnSpPr/>
          <p:nvPr/>
        </p:nvCxnSpPr>
        <p:spPr>
          <a:xfrm>
            <a:off x="6224588" y="1006475"/>
            <a:ext cx="57626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文本框 13313">
            <a:extLst>
              <a:ext uri="{FF2B5EF4-FFF2-40B4-BE49-F238E27FC236}">
                <a16:creationId xmlns:a16="http://schemas.microsoft.com/office/drawing/2014/main" id="{3DC93D3F-5319-45FE-A1C4-DE017D0340F8}"/>
              </a:ext>
            </a:extLst>
          </p:cNvPr>
          <p:cNvSpPr txBox="1"/>
          <p:nvPr/>
        </p:nvSpPr>
        <p:spPr>
          <a:xfrm>
            <a:off x="533400" y="333375"/>
            <a:ext cx="8610600" cy="2713037"/>
          </a:xfrm>
          <a:prstGeom prst="rect">
            <a:avLst/>
          </a:prstGeom>
          <a:noFill/>
          <a:ln w="9525">
            <a:noFill/>
          </a:ln>
        </p:spPr>
        <p:txBody>
          <a:bodyPr>
            <a:spAutoFit/>
          </a:bodyPr>
          <a:lstStyle/>
          <a:p>
            <a:pPr algn="just">
              <a:spcBef>
                <a:spcPct val="50000"/>
              </a:spcBef>
              <a:buClr>
                <a:schemeClr val="tx1"/>
              </a:buClr>
              <a:buFont typeface="Wingdings" panose="05000000000000000000" pitchFamily="2" charset="2"/>
              <a:buNone/>
            </a:pPr>
            <a:r>
              <a:rPr lang="en-US" altLang="x-none" sz="2800" b="1" noProof="1">
                <a:solidFill>
                  <a:srgbClr val="FFFF00"/>
                </a:solidFill>
                <a:latin typeface="Times New Roman" panose="02020603050405020304" pitchFamily="2" charset="0"/>
                <a:cs typeface="+mn-ea"/>
              </a:rPr>
              <a:t>8259A</a:t>
            </a:r>
            <a:r>
              <a:rPr lang="zh-CN" altLang="en-US" sz="2800" b="1" noProof="1">
                <a:solidFill>
                  <a:srgbClr val="FFFF00"/>
                </a:solidFill>
                <a:latin typeface="Times New Roman" panose="02020603050405020304" pitchFamily="2" charset="0"/>
                <a:cs typeface="+mn-ea"/>
              </a:rPr>
              <a:t>的中断处理过程</a:t>
            </a:r>
            <a:endParaRPr lang="zh-CN" altLang="en-US" sz="2800" noProof="1">
              <a:solidFill>
                <a:srgbClr val="FFFF00"/>
              </a:solidFill>
              <a:latin typeface="Times New Roman" panose="02020603050405020304" pitchFamily="2" charset="0"/>
            </a:endParaRPr>
          </a:p>
          <a:p>
            <a:pPr algn="just">
              <a:spcBef>
                <a:spcPct val="50000"/>
              </a:spcBef>
              <a:buClr>
                <a:schemeClr val="tx1"/>
              </a:buClr>
              <a:buFont typeface="Arial" panose="020B0604020202020204" pitchFamily="34" charset="0"/>
              <a:buChar char="•"/>
            </a:pPr>
            <a:r>
              <a:rPr lang="en-US" altLang="x-none" sz="2400" b="1" noProof="1">
                <a:latin typeface="Times New Roman" panose="02020603050405020304" pitchFamily="2" charset="0"/>
                <a:cs typeface="+mn-ea"/>
              </a:rPr>
              <a:t>8259A</a:t>
            </a:r>
            <a:r>
              <a:rPr lang="zh-CN" altLang="en-US" sz="2400" b="1" noProof="1">
                <a:latin typeface="Times New Roman" panose="02020603050405020304" pitchFamily="2" charset="0"/>
                <a:cs typeface="+mn-ea"/>
              </a:rPr>
              <a:t>在接受了第二个中断响应信号（</a:t>
            </a:r>
            <a:r>
              <a:rPr lang="zh-CN" altLang="en-US" sz="2400" b="1" noProof="1">
                <a:solidFill>
                  <a:srgbClr val="FF7C80"/>
                </a:solidFill>
                <a:latin typeface="Times New Roman" panose="02020603050405020304" pitchFamily="2" charset="0"/>
                <a:cs typeface="+mn-ea"/>
              </a:rPr>
              <a:t>即INTA的第二个负脉冲</a:t>
            </a:r>
            <a:r>
              <a:rPr lang="zh-CN" altLang="en-US" sz="2400" b="1" noProof="1">
                <a:latin typeface="Times New Roman" panose="02020603050405020304" pitchFamily="2" charset="0"/>
                <a:cs typeface="+mn-ea"/>
              </a:rPr>
              <a:t>）后，</a:t>
            </a:r>
            <a:r>
              <a:rPr lang="zh-CN" altLang="en-US" sz="2400" b="1" noProof="1">
                <a:solidFill>
                  <a:schemeClr val="hlink"/>
                </a:solidFill>
                <a:latin typeface="Times New Roman" panose="02020603050405020304" pitchFamily="2" charset="0"/>
                <a:cs typeface="+mn-ea"/>
              </a:rPr>
              <a:t>向</a:t>
            </a:r>
            <a:r>
              <a:rPr lang="en-US" altLang="x-none" sz="2400" b="1" noProof="1">
                <a:solidFill>
                  <a:schemeClr val="hlink"/>
                </a:solidFill>
                <a:latin typeface="Times New Roman" panose="02020603050405020304" pitchFamily="2" charset="0"/>
                <a:cs typeface="+mn-ea"/>
              </a:rPr>
              <a:t>CPU</a:t>
            </a:r>
            <a:r>
              <a:rPr lang="zh-CN" altLang="en-US" sz="2400" b="1" noProof="1">
                <a:solidFill>
                  <a:schemeClr val="hlink"/>
                </a:solidFill>
                <a:latin typeface="Times New Roman" panose="02020603050405020304" pitchFamily="2" charset="0"/>
                <a:cs typeface="+mn-ea"/>
              </a:rPr>
              <a:t>的</a:t>
            </a:r>
            <a:r>
              <a:rPr lang="zh-CN" altLang="en-US" sz="2400" b="1" noProof="1">
                <a:solidFill>
                  <a:srgbClr val="C00000"/>
                </a:solidFill>
                <a:latin typeface="Times New Roman" panose="02020603050405020304" pitchFamily="2" charset="0"/>
                <a:cs typeface="+mn-ea"/>
              </a:rPr>
              <a:t>数据总线</a:t>
            </a:r>
            <a:r>
              <a:rPr lang="zh-CN" altLang="en-US" sz="2400" b="1" noProof="1">
                <a:solidFill>
                  <a:schemeClr val="hlink"/>
                </a:solidFill>
                <a:latin typeface="Times New Roman" panose="02020603050405020304" pitchFamily="2" charset="0"/>
                <a:cs typeface="+mn-ea"/>
              </a:rPr>
              <a:t>发出</a:t>
            </a:r>
            <a:r>
              <a:rPr lang="en-US" altLang="x-none" sz="2400" b="1" noProof="1">
                <a:solidFill>
                  <a:schemeClr val="hlink"/>
                </a:solidFill>
                <a:latin typeface="Times New Roman" panose="02020603050405020304" pitchFamily="2" charset="0"/>
                <a:cs typeface="+mn-ea"/>
              </a:rPr>
              <a:t>8</a:t>
            </a:r>
            <a:r>
              <a:rPr lang="zh-CN" altLang="en-US" sz="2400" b="1" noProof="1">
                <a:solidFill>
                  <a:schemeClr val="hlink"/>
                </a:solidFill>
                <a:latin typeface="Times New Roman" panose="02020603050405020304" pitchFamily="2" charset="0"/>
                <a:cs typeface="+mn-ea"/>
              </a:rPr>
              <a:t>位的</a:t>
            </a:r>
            <a:r>
              <a:rPr lang="zh-CN" altLang="en-US" sz="2400" b="1" noProof="1">
                <a:ln w="22225">
                  <a:solidFill>
                    <a:schemeClr val="accent2"/>
                  </a:solidFill>
                  <a:prstDash val="solid"/>
                </a:ln>
                <a:solidFill>
                  <a:schemeClr val="accent2">
                    <a:lumMod val="40000"/>
                    <a:lumOff val="60000"/>
                  </a:schemeClr>
                </a:solidFill>
                <a:latin typeface="Times New Roman" panose="02020603050405020304" pitchFamily="2" charset="0"/>
                <a:cs typeface="+mn-ea"/>
              </a:rPr>
              <a:t>中断类型号</a:t>
            </a:r>
            <a:r>
              <a:rPr lang="en-US" altLang="x-none" sz="2400" b="1" noProof="1">
                <a:solidFill>
                  <a:srgbClr val="C00000"/>
                </a:solidFill>
                <a:effectLst>
                  <a:outerShdw blurRad="38100" dist="19050" dir="2700000" algn="tl" rotWithShape="0">
                    <a:schemeClr val="dk1">
                      <a:alpha val="40000"/>
                    </a:schemeClr>
                  </a:outerShdw>
                </a:effectLst>
                <a:latin typeface="Times New Roman" panose="02020603050405020304" pitchFamily="2" charset="0"/>
                <a:cs typeface="+mn-ea"/>
              </a:rPr>
              <a:t>n</a:t>
            </a:r>
            <a:r>
              <a:rPr lang="zh-CN" altLang="en-US" sz="2400" b="1" noProof="1">
                <a:latin typeface="Times New Roman" panose="02020603050405020304" pitchFamily="2" charset="0"/>
                <a:cs typeface="+mn-ea"/>
              </a:rPr>
              <a:t>。</a:t>
            </a:r>
            <a:endParaRPr lang="zh-CN" altLang="en-US" sz="2400" b="1" noProof="1">
              <a:latin typeface="Times New Roman" panose="02020603050405020304" pitchFamily="2" charset="0"/>
            </a:endParaRPr>
          </a:p>
          <a:p>
            <a:pPr algn="just">
              <a:spcBef>
                <a:spcPct val="50000"/>
              </a:spcBef>
              <a:buClr>
                <a:schemeClr val="tx1"/>
              </a:buClr>
              <a:buFont typeface="Arial" panose="020B0604020202020204" pitchFamily="34" charset="0"/>
              <a:buChar char="•"/>
            </a:pPr>
            <a:r>
              <a:rPr lang="en-US" altLang="x-none" sz="2400" b="1" noProof="1">
                <a:latin typeface="Times New Roman" panose="02020603050405020304" pitchFamily="2" charset="0"/>
                <a:cs typeface="+mn-ea"/>
              </a:rPr>
              <a:t>CPU</a:t>
            </a:r>
            <a:r>
              <a:rPr lang="zh-CN" altLang="en-US" sz="2400" b="1" noProof="1">
                <a:solidFill>
                  <a:schemeClr val="hlink"/>
                </a:solidFill>
                <a:latin typeface="Times New Roman" panose="02020603050405020304" pitchFamily="2" charset="0"/>
                <a:cs typeface="+mn-ea"/>
              </a:rPr>
              <a:t>将</a:t>
            </a:r>
            <a:r>
              <a:rPr lang="en-US" altLang="x-none" sz="2400" b="1" noProof="1">
                <a:solidFill>
                  <a:schemeClr val="hlink"/>
                </a:solidFill>
                <a:latin typeface="Times New Roman" panose="02020603050405020304" pitchFamily="2" charset="0"/>
                <a:cs typeface="+mn-ea"/>
              </a:rPr>
              <a:t>n</a:t>
            </a:r>
            <a:r>
              <a:rPr lang="zh-CN" altLang="en-US" sz="2400" b="1" noProof="1">
                <a:solidFill>
                  <a:schemeClr val="hlink"/>
                </a:solidFill>
                <a:latin typeface="Times New Roman" panose="02020603050405020304" pitchFamily="2" charset="0"/>
                <a:cs typeface="+mn-ea"/>
              </a:rPr>
              <a:t>乘以</a:t>
            </a:r>
            <a:r>
              <a:rPr lang="en-US" altLang="x-none" sz="2400" b="1" noProof="1">
                <a:solidFill>
                  <a:schemeClr val="hlink"/>
                </a:solidFill>
                <a:latin typeface="Times New Roman" panose="02020603050405020304" pitchFamily="2" charset="0"/>
                <a:cs typeface="+mn-ea"/>
              </a:rPr>
              <a:t>4</a:t>
            </a:r>
            <a:r>
              <a:rPr lang="zh-CN" altLang="en-US" sz="2400" b="1" noProof="1">
                <a:solidFill>
                  <a:schemeClr val="hlink"/>
                </a:solidFill>
                <a:latin typeface="Times New Roman" panose="02020603050405020304" pitchFamily="2" charset="0"/>
                <a:cs typeface="+mn-ea"/>
              </a:rPr>
              <a:t>，在中断向量表</a:t>
            </a:r>
            <a:r>
              <a:rPr lang="zh-CN" altLang="en-US" sz="2400" b="1" noProof="1">
                <a:latin typeface="Times New Roman" panose="02020603050405020304" pitchFamily="2" charset="0"/>
                <a:cs typeface="+mn-ea"/>
              </a:rPr>
              <a:t>中地址为</a:t>
            </a:r>
            <a:r>
              <a:rPr lang="en-US" altLang="x-none" sz="2400" b="1" noProof="1">
                <a:latin typeface="Times New Roman" panose="02020603050405020304" pitchFamily="2" charset="0"/>
                <a:cs typeface="+mn-ea"/>
              </a:rPr>
              <a:t>4×n ~ 4×n+3</a:t>
            </a:r>
            <a:r>
              <a:rPr lang="zh-CN" altLang="en-US" sz="2400" b="1" noProof="1">
                <a:latin typeface="Times New Roman" panose="02020603050405020304" pitchFamily="2" charset="0"/>
                <a:cs typeface="+mn-ea"/>
              </a:rPr>
              <a:t>的存储单元中取出中断服务程序入口地址送</a:t>
            </a:r>
            <a:r>
              <a:rPr lang="en-US" altLang="x-none" sz="2400" b="1" noProof="1">
                <a:latin typeface="Times New Roman" panose="02020603050405020304" pitchFamily="2" charset="0"/>
                <a:cs typeface="+mn-ea"/>
              </a:rPr>
              <a:t>IP</a:t>
            </a:r>
            <a:r>
              <a:rPr lang="zh-CN" altLang="en-US" sz="2400" b="1" noProof="1">
                <a:latin typeface="Times New Roman" panose="02020603050405020304" pitchFamily="2" charset="0"/>
                <a:cs typeface="+mn-ea"/>
              </a:rPr>
              <a:t>和</a:t>
            </a:r>
            <a:r>
              <a:rPr lang="en-US" altLang="x-none" sz="2400" b="1" noProof="1">
                <a:latin typeface="Times New Roman" panose="02020603050405020304" pitchFamily="2" charset="0"/>
                <a:cs typeface="+mn-ea"/>
              </a:rPr>
              <a:t>CS</a:t>
            </a:r>
            <a:r>
              <a:rPr lang="zh-CN" altLang="en-US" sz="2400" b="1" noProof="1">
                <a:latin typeface="Times New Roman" panose="02020603050405020304" pitchFamily="2" charset="0"/>
                <a:cs typeface="+mn-ea"/>
              </a:rPr>
              <a:t>，</a:t>
            </a:r>
            <a:r>
              <a:rPr lang="en-US" altLang="x-none" sz="2400" b="1" noProof="1">
                <a:latin typeface="Times New Roman" panose="02020603050405020304" pitchFamily="2" charset="0"/>
                <a:cs typeface="+mn-ea"/>
              </a:rPr>
              <a:t>CPU</a:t>
            </a:r>
            <a:r>
              <a:rPr lang="zh-CN" altLang="en-US" sz="2400" b="1" noProof="1">
                <a:latin typeface="Times New Roman" panose="02020603050405020304" pitchFamily="2" charset="0"/>
                <a:cs typeface="+mn-ea"/>
              </a:rPr>
              <a:t>转入中断服务程序。</a:t>
            </a:r>
            <a:endParaRPr lang="zh-CN" altLang="en-US" sz="2400" b="1" noProof="1">
              <a:latin typeface="Times New Roman" panose="02020603050405020304" pitchFamily="2" charset="0"/>
            </a:endParaRPr>
          </a:p>
        </p:txBody>
      </p:sp>
      <p:grpSp>
        <p:nvGrpSpPr>
          <p:cNvPr id="2" name="组合 13314">
            <a:extLst>
              <a:ext uri="{FF2B5EF4-FFF2-40B4-BE49-F238E27FC236}">
                <a16:creationId xmlns:a16="http://schemas.microsoft.com/office/drawing/2014/main" id="{1EAA678C-9731-4376-B1EA-21F4B76B853E}"/>
              </a:ext>
            </a:extLst>
          </p:cNvPr>
          <p:cNvGrpSpPr>
            <a:grpSpLocks/>
          </p:cNvGrpSpPr>
          <p:nvPr/>
        </p:nvGrpSpPr>
        <p:grpSpPr bwMode="auto">
          <a:xfrm>
            <a:off x="1187450" y="2924175"/>
            <a:ext cx="7078663" cy="3432175"/>
            <a:chOff x="0" y="0"/>
            <a:chExt cx="4459" cy="2162"/>
          </a:xfrm>
        </p:grpSpPr>
        <p:grpSp>
          <p:nvGrpSpPr>
            <p:cNvPr id="13315" name="组合 13315">
              <a:extLst>
                <a:ext uri="{FF2B5EF4-FFF2-40B4-BE49-F238E27FC236}">
                  <a16:creationId xmlns:a16="http://schemas.microsoft.com/office/drawing/2014/main" id="{6735780D-24C2-47E3-B4A0-6226172EA661}"/>
                </a:ext>
              </a:extLst>
            </p:cNvPr>
            <p:cNvGrpSpPr>
              <a:grpSpLocks/>
            </p:cNvGrpSpPr>
            <p:nvPr/>
          </p:nvGrpSpPr>
          <p:grpSpPr bwMode="auto">
            <a:xfrm>
              <a:off x="3937" y="742"/>
              <a:ext cx="522" cy="219"/>
              <a:chOff x="0" y="0"/>
              <a:chExt cx="626" cy="311"/>
            </a:xfrm>
          </p:grpSpPr>
          <p:sp>
            <p:nvSpPr>
              <p:cNvPr id="13316" name="直接连接符 13316">
                <a:extLst>
                  <a:ext uri="{FF2B5EF4-FFF2-40B4-BE49-F238E27FC236}">
                    <a16:creationId xmlns:a16="http://schemas.microsoft.com/office/drawing/2014/main" id="{522DCFB5-10B9-4102-AF46-C0C5DB516BB0}"/>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17" name="文本框 13317">
                <a:extLst>
                  <a:ext uri="{FF2B5EF4-FFF2-40B4-BE49-F238E27FC236}">
                    <a16:creationId xmlns:a16="http://schemas.microsoft.com/office/drawing/2014/main" id="{1B2A6911-D3D5-4749-9B7C-ED35133C08DD}"/>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3318" name="组合 13318">
              <a:extLst>
                <a:ext uri="{FF2B5EF4-FFF2-40B4-BE49-F238E27FC236}">
                  <a16:creationId xmlns:a16="http://schemas.microsoft.com/office/drawing/2014/main" id="{FAB41B6B-30F2-48B7-9074-4765D5243207}"/>
                </a:ext>
              </a:extLst>
            </p:cNvPr>
            <p:cNvGrpSpPr>
              <a:grpSpLocks/>
            </p:cNvGrpSpPr>
            <p:nvPr/>
          </p:nvGrpSpPr>
          <p:grpSpPr bwMode="auto">
            <a:xfrm>
              <a:off x="3937" y="876"/>
              <a:ext cx="522" cy="219"/>
              <a:chOff x="0" y="0"/>
              <a:chExt cx="625" cy="311"/>
            </a:xfrm>
          </p:grpSpPr>
          <p:sp>
            <p:nvSpPr>
              <p:cNvPr id="13319" name="直接连接符 13319">
                <a:extLst>
                  <a:ext uri="{FF2B5EF4-FFF2-40B4-BE49-F238E27FC236}">
                    <a16:creationId xmlns:a16="http://schemas.microsoft.com/office/drawing/2014/main" id="{24FBC0D7-1E1D-41B0-9567-4B7F9B806056}"/>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0" name="文本框 13320">
                <a:extLst>
                  <a:ext uri="{FF2B5EF4-FFF2-40B4-BE49-F238E27FC236}">
                    <a16:creationId xmlns:a16="http://schemas.microsoft.com/office/drawing/2014/main" id="{DD7C85B2-9871-47BE-937F-DF0A1E9D8CE1}"/>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sp>
          <p:nvSpPr>
            <p:cNvPr id="13321" name="文本框 13321">
              <a:extLst>
                <a:ext uri="{FF2B5EF4-FFF2-40B4-BE49-F238E27FC236}">
                  <a16:creationId xmlns:a16="http://schemas.microsoft.com/office/drawing/2014/main" id="{D3D0941B-8781-4ED0-8513-174F39177EDB}"/>
                </a:ext>
              </a:extLst>
            </p:cNvPr>
            <p:cNvSpPr txBox="1">
              <a:spLocks noChangeArrowheads="1"/>
            </p:cNvSpPr>
            <p:nvPr/>
          </p:nvSpPr>
          <p:spPr bwMode="auto">
            <a:xfrm>
              <a:off x="996" y="89"/>
              <a:ext cx="491" cy="56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数据</a:t>
              </a:r>
            </a:p>
            <a:p>
              <a:pPr algn="just" eaLnBrk="0" hangingPunct="0"/>
              <a:r>
                <a:rPr lang="zh-CN" altLang="en-US">
                  <a:latin typeface="Times New Roman" panose="02020603050405020304" pitchFamily="18" charset="0"/>
                </a:rPr>
                <a:t>总线</a:t>
              </a:r>
            </a:p>
            <a:p>
              <a:pPr algn="just" eaLnBrk="0" hangingPunct="0"/>
              <a:r>
                <a:rPr lang="zh-CN" altLang="en-US">
                  <a:latin typeface="Times New Roman" panose="02020603050405020304" pitchFamily="18" charset="0"/>
                </a:rPr>
                <a:t>缓冲</a:t>
              </a:r>
              <a:endParaRPr lang="zh-CN" altLang="en-US" sz="2000">
                <a:latin typeface="Times New Roman" panose="02020603050405020304" pitchFamily="18" charset="0"/>
              </a:endParaRPr>
            </a:p>
          </p:txBody>
        </p:sp>
        <p:sp>
          <p:nvSpPr>
            <p:cNvPr id="13322" name="左右箭头 13322">
              <a:extLst>
                <a:ext uri="{FF2B5EF4-FFF2-40B4-BE49-F238E27FC236}">
                  <a16:creationId xmlns:a16="http://schemas.microsoft.com/office/drawing/2014/main" id="{F14A8C40-39ED-4DC1-AA6A-4DD25930607A}"/>
                </a:ext>
              </a:extLst>
            </p:cNvPr>
            <p:cNvSpPr>
              <a:spLocks noChangeArrowheads="1"/>
            </p:cNvSpPr>
            <p:nvPr/>
          </p:nvSpPr>
          <p:spPr bwMode="auto">
            <a:xfrm>
              <a:off x="670" y="314"/>
              <a:ext cx="319" cy="96"/>
            </a:xfrm>
            <a:prstGeom prst="leftRightArrow">
              <a:avLst>
                <a:gd name="adj1" fmla="val 50000"/>
                <a:gd name="adj2" fmla="val 66397"/>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3323" name="左右箭头 13323">
              <a:extLst>
                <a:ext uri="{FF2B5EF4-FFF2-40B4-BE49-F238E27FC236}">
                  <a16:creationId xmlns:a16="http://schemas.microsoft.com/office/drawing/2014/main" id="{E653D907-43E2-4B61-AFEE-6B9A7AF37D1B}"/>
                </a:ext>
              </a:extLst>
            </p:cNvPr>
            <p:cNvSpPr>
              <a:spLocks noChangeArrowheads="1"/>
            </p:cNvSpPr>
            <p:nvPr/>
          </p:nvSpPr>
          <p:spPr bwMode="auto">
            <a:xfrm>
              <a:off x="1495" y="308"/>
              <a:ext cx="318" cy="96"/>
            </a:xfrm>
            <a:prstGeom prst="leftRightArrow">
              <a:avLst>
                <a:gd name="adj1" fmla="val 50000"/>
                <a:gd name="adj2" fmla="val 6625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3324" name="文本框 13324">
              <a:extLst>
                <a:ext uri="{FF2B5EF4-FFF2-40B4-BE49-F238E27FC236}">
                  <a16:creationId xmlns:a16="http://schemas.microsoft.com/office/drawing/2014/main" id="{760D8C48-24F5-4DAA-B5C8-98F576D45C64}"/>
                </a:ext>
              </a:extLst>
            </p:cNvPr>
            <p:cNvSpPr txBox="1">
              <a:spLocks noChangeArrowheads="1"/>
            </p:cNvSpPr>
            <p:nvPr/>
          </p:nvSpPr>
          <p:spPr bwMode="auto">
            <a:xfrm>
              <a:off x="466" y="91"/>
              <a:ext cx="5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3325" name="文本框 13325">
              <a:extLst>
                <a:ext uri="{FF2B5EF4-FFF2-40B4-BE49-F238E27FC236}">
                  <a16:creationId xmlns:a16="http://schemas.microsoft.com/office/drawing/2014/main" id="{AE7D1A6F-42BB-41AA-A97E-061865D24988}"/>
                </a:ext>
              </a:extLst>
            </p:cNvPr>
            <p:cNvSpPr txBox="1">
              <a:spLocks noChangeArrowheads="1"/>
            </p:cNvSpPr>
            <p:nvPr/>
          </p:nvSpPr>
          <p:spPr bwMode="auto">
            <a:xfrm>
              <a:off x="747" y="1389"/>
              <a:ext cx="713" cy="425"/>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级连</a:t>
              </a:r>
              <a:r>
                <a:rPr lang="en-US" altLang="zh-CN">
                  <a:latin typeface="Times New Roman" panose="02020603050405020304" pitchFamily="18" charset="0"/>
                </a:rPr>
                <a:t>/</a:t>
              </a:r>
              <a:r>
                <a:rPr lang="zh-CN" altLang="en-US">
                  <a:latin typeface="Times New Roman" panose="02020603050405020304" pitchFamily="18" charset="0"/>
                </a:rPr>
                <a:t>缓冲比较器</a:t>
              </a:r>
            </a:p>
          </p:txBody>
        </p:sp>
        <p:sp>
          <p:nvSpPr>
            <p:cNvPr id="13326" name="直接连接符 13326">
              <a:extLst>
                <a:ext uri="{FF2B5EF4-FFF2-40B4-BE49-F238E27FC236}">
                  <a16:creationId xmlns:a16="http://schemas.microsoft.com/office/drawing/2014/main" id="{F805FB36-B147-44CA-AF85-FE0A1354355F}"/>
                </a:ext>
              </a:extLst>
            </p:cNvPr>
            <p:cNvSpPr>
              <a:spLocks noChangeShapeType="1"/>
            </p:cNvSpPr>
            <p:nvPr/>
          </p:nvSpPr>
          <p:spPr bwMode="auto">
            <a:xfrm>
              <a:off x="437" y="1464"/>
              <a:ext cx="30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7" name="文本框 13327">
              <a:extLst>
                <a:ext uri="{FF2B5EF4-FFF2-40B4-BE49-F238E27FC236}">
                  <a16:creationId xmlns:a16="http://schemas.microsoft.com/office/drawing/2014/main" id="{21751F0C-5720-476B-8CB7-C3CBF4F54524}"/>
                </a:ext>
              </a:extLst>
            </p:cNvPr>
            <p:cNvSpPr txBox="1">
              <a:spLocks noChangeArrowheads="1"/>
            </p:cNvSpPr>
            <p:nvPr/>
          </p:nvSpPr>
          <p:spPr bwMode="auto">
            <a:xfrm>
              <a:off x="42" y="1401"/>
              <a:ext cx="5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3328" name="直接连接符 13328">
              <a:extLst>
                <a:ext uri="{FF2B5EF4-FFF2-40B4-BE49-F238E27FC236}">
                  <a16:creationId xmlns:a16="http://schemas.microsoft.com/office/drawing/2014/main" id="{15B3FDD2-2827-43B5-84C1-F66CE99ED3C6}"/>
                </a:ext>
              </a:extLst>
            </p:cNvPr>
            <p:cNvSpPr>
              <a:spLocks noChangeShapeType="1"/>
            </p:cNvSpPr>
            <p:nvPr/>
          </p:nvSpPr>
          <p:spPr bwMode="auto">
            <a:xfrm>
              <a:off x="438" y="1580"/>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9" name="文本框 13329">
              <a:extLst>
                <a:ext uri="{FF2B5EF4-FFF2-40B4-BE49-F238E27FC236}">
                  <a16:creationId xmlns:a16="http://schemas.microsoft.com/office/drawing/2014/main" id="{61D969CE-F6A8-4F53-A75F-8C5B4F41BE6C}"/>
                </a:ext>
              </a:extLst>
            </p:cNvPr>
            <p:cNvSpPr txBox="1">
              <a:spLocks noChangeArrowheads="1"/>
            </p:cNvSpPr>
            <p:nvPr/>
          </p:nvSpPr>
          <p:spPr bwMode="auto">
            <a:xfrm>
              <a:off x="43" y="1525"/>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3330" name="直接连接符 13330">
              <a:extLst>
                <a:ext uri="{FF2B5EF4-FFF2-40B4-BE49-F238E27FC236}">
                  <a16:creationId xmlns:a16="http://schemas.microsoft.com/office/drawing/2014/main" id="{E86D0179-71D7-4726-B98A-5D443986CFD4}"/>
                </a:ext>
              </a:extLst>
            </p:cNvPr>
            <p:cNvSpPr>
              <a:spLocks noChangeShapeType="1"/>
            </p:cNvSpPr>
            <p:nvPr/>
          </p:nvSpPr>
          <p:spPr bwMode="auto">
            <a:xfrm>
              <a:off x="438" y="1705"/>
              <a:ext cx="30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31" name="文本框 13331">
              <a:extLst>
                <a:ext uri="{FF2B5EF4-FFF2-40B4-BE49-F238E27FC236}">
                  <a16:creationId xmlns:a16="http://schemas.microsoft.com/office/drawing/2014/main" id="{D710D359-DA89-46A6-BBA7-1F68B4B1595B}"/>
                </a:ext>
              </a:extLst>
            </p:cNvPr>
            <p:cNvSpPr txBox="1">
              <a:spLocks noChangeArrowheads="1"/>
            </p:cNvSpPr>
            <p:nvPr/>
          </p:nvSpPr>
          <p:spPr bwMode="auto">
            <a:xfrm>
              <a:off x="43" y="1634"/>
              <a:ext cx="54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3332" name="组合 13332">
              <a:extLst>
                <a:ext uri="{FF2B5EF4-FFF2-40B4-BE49-F238E27FC236}">
                  <a16:creationId xmlns:a16="http://schemas.microsoft.com/office/drawing/2014/main" id="{E4FBB2C2-9F0E-4AE8-9F4D-F72C0F93C2CD}"/>
                </a:ext>
              </a:extLst>
            </p:cNvPr>
            <p:cNvGrpSpPr>
              <a:grpSpLocks/>
            </p:cNvGrpSpPr>
            <p:nvPr/>
          </p:nvGrpSpPr>
          <p:grpSpPr bwMode="auto">
            <a:xfrm>
              <a:off x="1056" y="1779"/>
              <a:ext cx="46" cy="185"/>
              <a:chOff x="0" y="0"/>
              <a:chExt cx="79" cy="405"/>
            </a:xfrm>
          </p:grpSpPr>
          <p:sp>
            <p:nvSpPr>
              <p:cNvPr id="13333" name="椭圆 13333">
                <a:extLst>
                  <a:ext uri="{FF2B5EF4-FFF2-40B4-BE49-F238E27FC236}">
                    <a16:creationId xmlns:a16="http://schemas.microsoft.com/office/drawing/2014/main" id="{BBA8103D-8F71-4A49-9FF0-52224337CB1F}"/>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3334" name="直接连接符 13334">
                <a:extLst>
                  <a:ext uri="{FF2B5EF4-FFF2-40B4-BE49-F238E27FC236}">
                    <a16:creationId xmlns:a16="http://schemas.microsoft.com/office/drawing/2014/main" id="{615F78AE-3669-4D87-8054-B635E231C88C}"/>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335" name="直接连接符 13335">
              <a:extLst>
                <a:ext uri="{FF2B5EF4-FFF2-40B4-BE49-F238E27FC236}">
                  <a16:creationId xmlns:a16="http://schemas.microsoft.com/office/drawing/2014/main" id="{1D444332-D470-477D-AA07-5A8564B4CA43}"/>
                </a:ext>
              </a:extLst>
            </p:cNvPr>
            <p:cNvSpPr>
              <a:spLocks noChangeShapeType="1"/>
            </p:cNvSpPr>
            <p:nvPr/>
          </p:nvSpPr>
          <p:spPr bwMode="auto">
            <a:xfrm flipH="1">
              <a:off x="428" y="1964"/>
              <a:ext cx="6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36" name="文本框 13336">
              <a:extLst>
                <a:ext uri="{FF2B5EF4-FFF2-40B4-BE49-F238E27FC236}">
                  <a16:creationId xmlns:a16="http://schemas.microsoft.com/office/drawing/2014/main" id="{701C621A-99D3-4A2F-B862-77DD6201ED4C}"/>
                </a:ext>
              </a:extLst>
            </p:cNvPr>
            <p:cNvSpPr txBox="1">
              <a:spLocks noChangeArrowheads="1"/>
            </p:cNvSpPr>
            <p:nvPr/>
          </p:nvSpPr>
          <p:spPr bwMode="auto">
            <a:xfrm>
              <a:off x="0" y="1922"/>
              <a:ext cx="58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3337" name="直接连接符 13337">
              <a:extLst>
                <a:ext uri="{FF2B5EF4-FFF2-40B4-BE49-F238E27FC236}">
                  <a16:creationId xmlns:a16="http://schemas.microsoft.com/office/drawing/2014/main" id="{AE232F0B-189B-48BE-8FE1-F6D5199E4183}"/>
                </a:ext>
              </a:extLst>
            </p:cNvPr>
            <p:cNvSpPr>
              <a:spLocks noChangeShapeType="1"/>
            </p:cNvSpPr>
            <p:nvPr/>
          </p:nvSpPr>
          <p:spPr bwMode="auto">
            <a:xfrm>
              <a:off x="49" y="1923"/>
              <a:ext cx="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 name="直接连接符 13338">
              <a:extLst>
                <a:ext uri="{FF2B5EF4-FFF2-40B4-BE49-F238E27FC236}">
                  <a16:creationId xmlns:a16="http://schemas.microsoft.com/office/drawing/2014/main" id="{5845B59E-BA03-4ADC-932D-33B35D312EAB}"/>
                </a:ext>
              </a:extLst>
            </p:cNvPr>
            <p:cNvSpPr>
              <a:spLocks noChangeShapeType="1"/>
            </p:cNvSpPr>
            <p:nvPr/>
          </p:nvSpPr>
          <p:spPr bwMode="auto">
            <a:xfrm>
              <a:off x="255" y="1923"/>
              <a:ext cx="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 name="文本框 13339">
              <a:extLst>
                <a:ext uri="{FF2B5EF4-FFF2-40B4-BE49-F238E27FC236}">
                  <a16:creationId xmlns:a16="http://schemas.microsoft.com/office/drawing/2014/main" id="{55C001F6-AA80-42B8-9532-7F96350319A8}"/>
                </a:ext>
              </a:extLst>
            </p:cNvPr>
            <p:cNvSpPr txBox="1">
              <a:spLocks noChangeArrowheads="1"/>
            </p:cNvSpPr>
            <p:nvPr/>
          </p:nvSpPr>
          <p:spPr bwMode="auto">
            <a:xfrm>
              <a:off x="1812" y="109"/>
              <a:ext cx="162" cy="1814"/>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3340" name="组合 13340">
              <a:extLst>
                <a:ext uri="{FF2B5EF4-FFF2-40B4-BE49-F238E27FC236}">
                  <a16:creationId xmlns:a16="http://schemas.microsoft.com/office/drawing/2014/main" id="{576AC80B-2E43-4F22-91DD-FECA1B927CB5}"/>
                </a:ext>
              </a:extLst>
            </p:cNvPr>
            <p:cNvGrpSpPr>
              <a:grpSpLocks/>
            </p:cNvGrpSpPr>
            <p:nvPr/>
          </p:nvGrpSpPr>
          <p:grpSpPr bwMode="auto">
            <a:xfrm>
              <a:off x="2320" y="0"/>
              <a:ext cx="1642" cy="561"/>
              <a:chOff x="0" y="0"/>
              <a:chExt cx="1968" cy="796"/>
            </a:xfrm>
          </p:grpSpPr>
          <p:sp>
            <p:nvSpPr>
              <p:cNvPr id="13341" name="文本框 13341">
                <a:extLst>
                  <a:ext uri="{FF2B5EF4-FFF2-40B4-BE49-F238E27FC236}">
                    <a16:creationId xmlns:a16="http://schemas.microsoft.com/office/drawing/2014/main" id="{05695B47-018A-4E5D-BED2-CE8258056522}"/>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3342" name="组合 13342">
                <a:extLst>
                  <a:ext uri="{FF2B5EF4-FFF2-40B4-BE49-F238E27FC236}">
                    <a16:creationId xmlns:a16="http://schemas.microsoft.com/office/drawing/2014/main" id="{3C2D5EFF-2D4D-40DF-B757-9EA9DE4959B4}"/>
                  </a:ext>
                </a:extLst>
              </p:cNvPr>
              <p:cNvGrpSpPr>
                <a:grpSpLocks/>
              </p:cNvGrpSpPr>
              <p:nvPr/>
            </p:nvGrpSpPr>
            <p:grpSpPr bwMode="auto">
              <a:xfrm>
                <a:off x="313" y="38"/>
                <a:ext cx="618" cy="440"/>
                <a:chOff x="0" y="0"/>
                <a:chExt cx="618" cy="440"/>
              </a:xfrm>
            </p:grpSpPr>
            <p:sp>
              <p:nvSpPr>
                <p:cNvPr id="13343" name="椭圆 13343">
                  <a:extLst>
                    <a:ext uri="{FF2B5EF4-FFF2-40B4-BE49-F238E27FC236}">
                      <a16:creationId xmlns:a16="http://schemas.microsoft.com/office/drawing/2014/main" id="{7705229F-257F-4DA6-BD51-8A8466395C10}"/>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3344" name="直接连接符 13344">
                  <a:extLst>
                    <a:ext uri="{FF2B5EF4-FFF2-40B4-BE49-F238E27FC236}">
                      <a16:creationId xmlns:a16="http://schemas.microsoft.com/office/drawing/2014/main" id="{3BB74299-ED20-48C6-9E7F-3B2674CD28ED}"/>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3345" name="组合 13345">
                  <a:extLst>
                    <a:ext uri="{FF2B5EF4-FFF2-40B4-BE49-F238E27FC236}">
                      <a16:creationId xmlns:a16="http://schemas.microsoft.com/office/drawing/2014/main" id="{35FD87E9-0BBF-4E21-949F-BB309F465A91}"/>
                    </a:ext>
                  </a:extLst>
                </p:cNvPr>
                <p:cNvGrpSpPr>
                  <a:grpSpLocks/>
                </p:cNvGrpSpPr>
                <p:nvPr/>
              </p:nvGrpSpPr>
              <p:grpSpPr bwMode="auto">
                <a:xfrm>
                  <a:off x="0" y="0"/>
                  <a:ext cx="618" cy="359"/>
                  <a:chOff x="0" y="0"/>
                  <a:chExt cx="618" cy="359"/>
                </a:xfrm>
              </p:grpSpPr>
              <p:sp>
                <p:nvSpPr>
                  <p:cNvPr id="13346" name="文本框 13346">
                    <a:extLst>
                      <a:ext uri="{FF2B5EF4-FFF2-40B4-BE49-F238E27FC236}">
                        <a16:creationId xmlns:a16="http://schemas.microsoft.com/office/drawing/2014/main" id="{CDF6DD41-A170-4B2B-8AAE-12808EE95EBD}"/>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3347" name="直接连接符 13347">
                    <a:extLst>
                      <a:ext uri="{FF2B5EF4-FFF2-40B4-BE49-F238E27FC236}">
                        <a16:creationId xmlns:a16="http://schemas.microsoft.com/office/drawing/2014/main" id="{A9912E76-48C5-4B28-B9F8-4DF18825B410}"/>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48" name="组合 13348">
                <a:extLst>
                  <a:ext uri="{FF2B5EF4-FFF2-40B4-BE49-F238E27FC236}">
                    <a16:creationId xmlns:a16="http://schemas.microsoft.com/office/drawing/2014/main" id="{A44CB97F-F08B-4BF0-8940-BF70E321BFA1}"/>
                  </a:ext>
                </a:extLst>
              </p:cNvPr>
              <p:cNvGrpSpPr>
                <a:grpSpLocks/>
              </p:cNvGrpSpPr>
              <p:nvPr/>
            </p:nvGrpSpPr>
            <p:grpSpPr bwMode="auto">
              <a:xfrm>
                <a:off x="1408" y="0"/>
                <a:ext cx="531" cy="466"/>
                <a:chOff x="0" y="0"/>
                <a:chExt cx="531" cy="466"/>
              </a:xfrm>
            </p:grpSpPr>
            <p:sp>
              <p:nvSpPr>
                <p:cNvPr id="13349" name="直接连接符 13349">
                  <a:extLst>
                    <a:ext uri="{FF2B5EF4-FFF2-40B4-BE49-F238E27FC236}">
                      <a16:creationId xmlns:a16="http://schemas.microsoft.com/office/drawing/2014/main" id="{1F314D0F-A69F-4577-8D62-95FCB75D4B19}"/>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50" name="文本框 13350">
                  <a:extLst>
                    <a:ext uri="{FF2B5EF4-FFF2-40B4-BE49-F238E27FC236}">
                      <a16:creationId xmlns:a16="http://schemas.microsoft.com/office/drawing/2014/main" id="{5DC2C6D9-D428-477D-80AB-F7B2192441F6}"/>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sp>
          <p:nvSpPr>
            <p:cNvPr id="13351" name="文本框 13351">
              <a:extLst>
                <a:ext uri="{FF2B5EF4-FFF2-40B4-BE49-F238E27FC236}">
                  <a16:creationId xmlns:a16="http://schemas.microsoft.com/office/drawing/2014/main" id="{05738757-6229-4375-8800-16B10E959C94}"/>
                </a:ext>
              </a:extLst>
            </p:cNvPr>
            <p:cNvSpPr txBox="1">
              <a:spLocks noChangeArrowheads="1"/>
            </p:cNvSpPr>
            <p:nvPr/>
          </p:nvSpPr>
          <p:spPr bwMode="auto">
            <a:xfrm>
              <a:off x="2330" y="739"/>
              <a:ext cx="344" cy="848"/>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中断</a:t>
              </a:r>
            </a:p>
            <a:p>
              <a:pPr algn="just" eaLnBrk="0" hangingPunct="0"/>
              <a:r>
                <a:rPr lang="zh-CN" altLang="en-US" sz="1600">
                  <a:latin typeface="Times New Roman" panose="02020603050405020304" pitchFamily="18" charset="0"/>
                </a:rPr>
                <a:t> 服务</a:t>
              </a:r>
            </a:p>
            <a:p>
              <a:pPr algn="just" eaLnBrk="0" hangingPunct="0"/>
              <a:r>
                <a:rPr lang="zh-CN" altLang="en-US" sz="1600">
                  <a:latin typeface="Times New Roman" panose="02020603050405020304" pitchFamily="18" charset="0"/>
                </a:rPr>
                <a:t> 寄存</a:t>
              </a:r>
            </a:p>
            <a:p>
              <a:pPr algn="just" eaLnBrk="0" hangingPunct="0"/>
              <a:r>
                <a:rPr lang="zh-CN" altLang="en-US" sz="1600">
                  <a:latin typeface="Times New Roman" panose="02020603050405020304" pitchFamily="18" charset="0"/>
                </a:rPr>
                <a:t> 器</a:t>
              </a:r>
              <a:r>
                <a:rPr lang="en-US" altLang="zh-CN" sz="1600">
                  <a:latin typeface="Times New Roman" panose="02020603050405020304" pitchFamily="18" charset="0"/>
                </a:rPr>
                <a:t>(</a:t>
              </a:r>
              <a:r>
                <a:rPr lang="en-US" altLang="zh-CN" sz="1600" b="1">
                  <a:latin typeface="Times New Roman" panose="02020603050405020304" pitchFamily="18" charset="0"/>
                </a:rPr>
                <a:t>ISR</a:t>
              </a:r>
              <a:r>
                <a:rPr lang="en-US" altLang="zh-CN" b="1">
                  <a:latin typeface="Times New Roman" panose="02020603050405020304" pitchFamily="18" charset="0"/>
                </a:rPr>
                <a:t>)</a:t>
              </a:r>
            </a:p>
          </p:txBody>
        </p:sp>
        <p:sp>
          <p:nvSpPr>
            <p:cNvPr id="13352" name="直接连接符 13352">
              <a:extLst>
                <a:ext uri="{FF2B5EF4-FFF2-40B4-BE49-F238E27FC236}">
                  <a16:creationId xmlns:a16="http://schemas.microsoft.com/office/drawing/2014/main" id="{D271C7F7-C9B0-409A-BD56-E2761A89A5BB}"/>
                </a:ext>
              </a:extLst>
            </p:cNvPr>
            <p:cNvSpPr>
              <a:spLocks noChangeShapeType="1"/>
            </p:cNvSpPr>
            <p:nvPr/>
          </p:nvSpPr>
          <p:spPr bwMode="auto">
            <a:xfrm flipH="1">
              <a:off x="2495" y="561"/>
              <a:ext cx="6" cy="16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3353" name="组合 13353">
              <a:extLst>
                <a:ext uri="{FF2B5EF4-FFF2-40B4-BE49-F238E27FC236}">
                  <a16:creationId xmlns:a16="http://schemas.microsoft.com/office/drawing/2014/main" id="{A584D4FE-FA7E-40D9-9532-3130C443FA91}"/>
                </a:ext>
              </a:extLst>
            </p:cNvPr>
            <p:cNvGrpSpPr>
              <a:grpSpLocks/>
            </p:cNvGrpSpPr>
            <p:nvPr/>
          </p:nvGrpSpPr>
          <p:grpSpPr bwMode="auto">
            <a:xfrm>
              <a:off x="2957" y="554"/>
              <a:ext cx="343" cy="1033"/>
              <a:chOff x="0" y="0"/>
              <a:chExt cx="600" cy="1920"/>
            </a:xfrm>
          </p:grpSpPr>
          <p:sp>
            <p:nvSpPr>
              <p:cNvPr id="13354" name="文本框 13354">
                <a:extLst>
                  <a:ext uri="{FF2B5EF4-FFF2-40B4-BE49-F238E27FC236}">
                    <a16:creationId xmlns:a16="http://schemas.microsoft.com/office/drawing/2014/main" id="{10ECDFA5-937C-417C-8B00-6784C020D23D}"/>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a:t>
                </a:r>
                <a:r>
                  <a:rPr lang="zh-CN" altLang="en-US" sz="1600">
                    <a:latin typeface="Times New Roman" panose="02020603050405020304" pitchFamily="18" charset="0"/>
                  </a:rPr>
                  <a:t>优先</a:t>
                </a:r>
              </a:p>
              <a:p>
                <a:pPr algn="just" eaLnBrk="0" hangingPunct="0"/>
                <a:r>
                  <a:rPr lang="zh-CN" altLang="en-US" sz="1600">
                    <a:latin typeface="Times New Roman" panose="02020603050405020304" pitchFamily="18" charset="0"/>
                  </a:rPr>
                  <a:t> 权电路</a:t>
                </a:r>
                <a:r>
                  <a:rPr lang="en-US" altLang="zh-CN" sz="1600" b="1">
                    <a:latin typeface="Times New Roman" panose="02020603050405020304" pitchFamily="18" charset="0"/>
                  </a:rPr>
                  <a:t>PR</a:t>
                </a:r>
              </a:p>
              <a:p>
                <a:pPr algn="just" eaLnBrk="0" hangingPunct="0"/>
                <a:endParaRPr lang="zh-CN" altLang="en-US" sz="1600" b="1">
                  <a:latin typeface="Times New Roman" panose="02020603050405020304" pitchFamily="18" charset="0"/>
                </a:endParaRPr>
              </a:p>
            </p:txBody>
          </p:sp>
          <p:sp>
            <p:nvSpPr>
              <p:cNvPr id="13355" name="直接连接符 13355">
                <a:extLst>
                  <a:ext uri="{FF2B5EF4-FFF2-40B4-BE49-F238E27FC236}">
                    <a16:creationId xmlns:a16="http://schemas.microsoft.com/office/drawing/2014/main" id="{4D71521F-B00C-4CD7-8DED-5FD297B738EA}"/>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356" name="文本框 13356">
              <a:extLst>
                <a:ext uri="{FF2B5EF4-FFF2-40B4-BE49-F238E27FC236}">
                  <a16:creationId xmlns:a16="http://schemas.microsoft.com/office/drawing/2014/main" id="{FCB37164-83AF-472C-B289-8199AF992161}"/>
                </a:ext>
              </a:extLst>
            </p:cNvPr>
            <p:cNvSpPr txBox="1">
              <a:spLocks noChangeArrowheads="1"/>
            </p:cNvSpPr>
            <p:nvPr/>
          </p:nvSpPr>
          <p:spPr bwMode="auto">
            <a:xfrm>
              <a:off x="3593" y="753"/>
              <a:ext cx="344" cy="834"/>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r>
                <a:rPr lang="en-US" altLang="zh-CN" sz="1600" b="1">
                  <a:latin typeface="Times New Roman" panose="02020603050405020304" pitchFamily="18" charset="0"/>
                </a:rPr>
                <a:t>IRR</a:t>
              </a:r>
            </a:p>
          </p:txBody>
        </p:sp>
        <p:sp>
          <p:nvSpPr>
            <p:cNvPr id="13357" name="直接连接符 13357">
              <a:extLst>
                <a:ext uri="{FF2B5EF4-FFF2-40B4-BE49-F238E27FC236}">
                  <a16:creationId xmlns:a16="http://schemas.microsoft.com/office/drawing/2014/main" id="{29932E4E-A2C1-4312-9E3E-8323B377F4C4}"/>
                </a:ext>
              </a:extLst>
            </p:cNvPr>
            <p:cNvSpPr>
              <a:spLocks noChangeShapeType="1"/>
            </p:cNvSpPr>
            <p:nvPr/>
          </p:nvSpPr>
          <p:spPr bwMode="auto">
            <a:xfrm flipH="1" flipV="1">
              <a:off x="3763" y="561"/>
              <a:ext cx="1" cy="18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58" name="左右箭头 13358">
              <a:extLst>
                <a:ext uri="{FF2B5EF4-FFF2-40B4-BE49-F238E27FC236}">
                  <a16:creationId xmlns:a16="http://schemas.microsoft.com/office/drawing/2014/main" id="{F1826B9A-7381-47E3-9370-6CDB28574FD0}"/>
                </a:ext>
              </a:extLst>
            </p:cNvPr>
            <p:cNvSpPr>
              <a:spLocks noChangeArrowheads="1"/>
            </p:cNvSpPr>
            <p:nvPr/>
          </p:nvSpPr>
          <p:spPr bwMode="auto">
            <a:xfrm>
              <a:off x="2672" y="993"/>
              <a:ext cx="284" cy="136"/>
            </a:xfrm>
            <a:prstGeom prst="leftRightArrow">
              <a:avLst>
                <a:gd name="adj1" fmla="val 50000"/>
                <a:gd name="adj2" fmla="val 4172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3359" name="左箭头 13359">
              <a:extLst>
                <a:ext uri="{FF2B5EF4-FFF2-40B4-BE49-F238E27FC236}">
                  <a16:creationId xmlns:a16="http://schemas.microsoft.com/office/drawing/2014/main" id="{E2EE293A-69EE-461A-965A-FC7CC877D980}"/>
                </a:ext>
              </a:extLst>
            </p:cNvPr>
            <p:cNvSpPr>
              <a:spLocks noChangeArrowheads="1"/>
            </p:cNvSpPr>
            <p:nvPr/>
          </p:nvSpPr>
          <p:spPr bwMode="auto">
            <a:xfrm>
              <a:off x="3310" y="993"/>
              <a:ext cx="282" cy="136"/>
            </a:xfrm>
            <a:prstGeom prst="leftArrow">
              <a:avLst>
                <a:gd name="adj1" fmla="val 50000"/>
                <a:gd name="adj2" fmla="val 51800"/>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3360" name="左箭头 13360">
              <a:extLst>
                <a:ext uri="{FF2B5EF4-FFF2-40B4-BE49-F238E27FC236}">
                  <a16:creationId xmlns:a16="http://schemas.microsoft.com/office/drawing/2014/main" id="{BA661555-2460-4F96-99E2-BB78DC7A527A}"/>
                </a:ext>
              </a:extLst>
            </p:cNvPr>
            <p:cNvSpPr>
              <a:spLocks noChangeArrowheads="1"/>
            </p:cNvSpPr>
            <p:nvPr/>
          </p:nvSpPr>
          <p:spPr bwMode="auto">
            <a:xfrm>
              <a:off x="1976" y="993"/>
              <a:ext cx="353" cy="157"/>
            </a:xfrm>
            <a:prstGeom prst="leftArrow">
              <a:avLst>
                <a:gd name="adj1" fmla="val 50000"/>
                <a:gd name="adj2" fmla="val 5616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3361" name="文本框 13361">
              <a:extLst>
                <a:ext uri="{FF2B5EF4-FFF2-40B4-BE49-F238E27FC236}">
                  <a16:creationId xmlns:a16="http://schemas.microsoft.com/office/drawing/2014/main" id="{7D65A5C2-0F4F-4CAA-9618-6EB144F35AC6}"/>
                </a:ext>
              </a:extLst>
            </p:cNvPr>
            <p:cNvSpPr txBox="1">
              <a:spLocks noChangeArrowheads="1"/>
            </p:cNvSpPr>
            <p:nvPr/>
          </p:nvSpPr>
          <p:spPr bwMode="auto">
            <a:xfrm>
              <a:off x="1015" y="726"/>
              <a:ext cx="445" cy="424"/>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读写逻辑</a:t>
              </a:r>
            </a:p>
          </p:txBody>
        </p:sp>
        <p:sp>
          <p:nvSpPr>
            <p:cNvPr id="13362" name="椭圆 13362">
              <a:extLst>
                <a:ext uri="{FF2B5EF4-FFF2-40B4-BE49-F238E27FC236}">
                  <a16:creationId xmlns:a16="http://schemas.microsoft.com/office/drawing/2014/main" id="{7338F380-D3A1-46D3-B5BD-31BEDD221FF3}"/>
                </a:ext>
              </a:extLst>
            </p:cNvPr>
            <p:cNvSpPr>
              <a:spLocks noChangeArrowheads="1"/>
            </p:cNvSpPr>
            <p:nvPr/>
          </p:nvSpPr>
          <p:spPr bwMode="auto">
            <a:xfrm>
              <a:off x="972" y="808"/>
              <a:ext cx="45" cy="36"/>
            </a:xfrm>
            <a:prstGeom prst="ellipse">
              <a:avLst/>
            </a:prstGeom>
            <a:solidFill>
              <a:schemeClr val="accent1"/>
            </a:solidFill>
            <a:ln w="9525">
              <a:solidFill>
                <a:schemeClr val="tx1"/>
              </a:solidFill>
              <a:round/>
              <a:headEnd/>
              <a:tailEnd/>
            </a:ln>
          </p:spPr>
          <p:txBody>
            <a:bodyPr/>
            <a:lstStyle/>
            <a:p>
              <a:pPr algn="just" eaLnBrk="0" hangingPunct="0"/>
              <a:endParaRPr lang="zh-CN" altLang="en-US">
                <a:latin typeface="Times New Roman" panose="02020603050405020304" pitchFamily="18" charset="0"/>
              </a:endParaRPr>
            </a:p>
          </p:txBody>
        </p:sp>
        <p:sp>
          <p:nvSpPr>
            <p:cNvPr id="13363" name="直接连接符 13363">
              <a:extLst>
                <a:ext uri="{FF2B5EF4-FFF2-40B4-BE49-F238E27FC236}">
                  <a16:creationId xmlns:a16="http://schemas.microsoft.com/office/drawing/2014/main" id="{4DD0E50A-40B8-4DF5-92A1-41D56566E45C}"/>
                </a:ext>
              </a:extLst>
            </p:cNvPr>
            <p:cNvSpPr>
              <a:spLocks noChangeShapeType="1"/>
            </p:cNvSpPr>
            <p:nvPr/>
          </p:nvSpPr>
          <p:spPr bwMode="auto">
            <a:xfrm>
              <a:off x="713" y="82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64" name="文本框 13364">
              <a:extLst>
                <a:ext uri="{FF2B5EF4-FFF2-40B4-BE49-F238E27FC236}">
                  <a16:creationId xmlns:a16="http://schemas.microsoft.com/office/drawing/2014/main" id="{CA2C74CF-4BF0-45C6-8BCC-31D666BCD60C}"/>
                </a:ext>
              </a:extLst>
            </p:cNvPr>
            <p:cNvSpPr txBox="1">
              <a:spLocks noChangeArrowheads="1"/>
            </p:cNvSpPr>
            <p:nvPr/>
          </p:nvSpPr>
          <p:spPr bwMode="auto">
            <a:xfrm>
              <a:off x="446" y="733"/>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3365" name="直接连接符 13365">
              <a:extLst>
                <a:ext uri="{FF2B5EF4-FFF2-40B4-BE49-F238E27FC236}">
                  <a16:creationId xmlns:a16="http://schemas.microsoft.com/office/drawing/2014/main" id="{297671C2-D661-4FBD-8323-FA2B0AA32232}"/>
                </a:ext>
              </a:extLst>
            </p:cNvPr>
            <p:cNvSpPr>
              <a:spLocks noChangeShapeType="1"/>
            </p:cNvSpPr>
            <p:nvPr/>
          </p:nvSpPr>
          <p:spPr bwMode="auto">
            <a:xfrm>
              <a:off x="513" y="750"/>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6" name="直接连接符 13366">
              <a:extLst>
                <a:ext uri="{FF2B5EF4-FFF2-40B4-BE49-F238E27FC236}">
                  <a16:creationId xmlns:a16="http://schemas.microsoft.com/office/drawing/2014/main" id="{E179AD40-046C-4AA2-BCAF-6AA089D3F892}"/>
                </a:ext>
              </a:extLst>
            </p:cNvPr>
            <p:cNvSpPr>
              <a:spLocks noChangeShapeType="1"/>
            </p:cNvSpPr>
            <p:nvPr/>
          </p:nvSpPr>
          <p:spPr bwMode="auto">
            <a:xfrm>
              <a:off x="746" y="1061"/>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67" name="文本框 13367">
              <a:extLst>
                <a:ext uri="{FF2B5EF4-FFF2-40B4-BE49-F238E27FC236}">
                  <a16:creationId xmlns:a16="http://schemas.microsoft.com/office/drawing/2014/main" id="{E6A0D642-3D88-41E6-8412-329E0055F2C1}"/>
                </a:ext>
              </a:extLst>
            </p:cNvPr>
            <p:cNvSpPr txBox="1">
              <a:spLocks noChangeArrowheads="1"/>
            </p:cNvSpPr>
            <p:nvPr/>
          </p:nvSpPr>
          <p:spPr bwMode="auto">
            <a:xfrm>
              <a:off x="452" y="1005"/>
              <a:ext cx="3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3368" name="组合 13368">
              <a:extLst>
                <a:ext uri="{FF2B5EF4-FFF2-40B4-BE49-F238E27FC236}">
                  <a16:creationId xmlns:a16="http://schemas.microsoft.com/office/drawing/2014/main" id="{374F67B2-E069-4366-9C3D-030B3FF20775}"/>
                </a:ext>
              </a:extLst>
            </p:cNvPr>
            <p:cNvGrpSpPr>
              <a:grpSpLocks/>
            </p:cNvGrpSpPr>
            <p:nvPr/>
          </p:nvGrpSpPr>
          <p:grpSpPr bwMode="auto">
            <a:xfrm>
              <a:off x="712" y="931"/>
              <a:ext cx="304" cy="36"/>
              <a:chOff x="0" y="0"/>
              <a:chExt cx="364" cy="51"/>
            </a:xfrm>
          </p:grpSpPr>
          <p:sp>
            <p:nvSpPr>
              <p:cNvPr id="13369" name="椭圆 13369">
                <a:extLst>
                  <a:ext uri="{FF2B5EF4-FFF2-40B4-BE49-F238E27FC236}">
                    <a16:creationId xmlns:a16="http://schemas.microsoft.com/office/drawing/2014/main" id="{2A11089C-3602-4451-9639-72C75CDCB0F5}"/>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3370" name="直接连接符 13370">
                <a:extLst>
                  <a:ext uri="{FF2B5EF4-FFF2-40B4-BE49-F238E27FC236}">
                    <a16:creationId xmlns:a16="http://schemas.microsoft.com/office/drawing/2014/main" id="{3DBA75D7-78AD-40B6-BB84-96F98A7405FD}"/>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371" name="文本框 13371">
              <a:extLst>
                <a:ext uri="{FF2B5EF4-FFF2-40B4-BE49-F238E27FC236}">
                  <a16:creationId xmlns:a16="http://schemas.microsoft.com/office/drawing/2014/main" id="{D0A2640F-6348-404B-B830-0F44311E9EE9}"/>
                </a:ext>
              </a:extLst>
            </p:cNvPr>
            <p:cNvSpPr txBox="1">
              <a:spLocks noChangeArrowheads="1"/>
            </p:cNvSpPr>
            <p:nvPr/>
          </p:nvSpPr>
          <p:spPr bwMode="auto">
            <a:xfrm>
              <a:off x="444" y="890"/>
              <a:ext cx="35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3372" name="直接连接符 13372">
              <a:extLst>
                <a:ext uri="{FF2B5EF4-FFF2-40B4-BE49-F238E27FC236}">
                  <a16:creationId xmlns:a16="http://schemas.microsoft.com/office/drawing/2014/main" id="{23AD4029-C84C-4C10-9D2A-94B5CCCAEABB}"/>
                </a:ext>
              </a:extLst>
            </p:cNvPr>
            <p:cNvSpPr>
              <a:spLocks noChangeShapeType="1"/>
            </p:cNvSpPr>
            <p:nvPr/>
          </p:nvSpPr>
          <p:spPr bwMode="auto">
            <a:xfrm>
              <a:off x="531" y="923"/>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73" name="组合 13373">
              <a:extLst>
                <a:ext uri="{FF2B5EF4-FFF2-40B4-BE49-F238E27FC236}">
                  <a16:creationId xmlns:a16="http://schemas.microsoft.com/office/drawing/2014/main" id="{81D62A3D-3ED8-4C2E-9933-20C13DB3BE3E}"/>
                </a:ext>
              </a:extLst>
            </p:cNvPr>
            <p:cNvGrpSpPr>
              <a:grpSpLocks/>
            </p:cNvGrpSpPr>
            <p:nvPr/>
          </p:nvGrpSpPr>
          <p:grpSpPr bwMode="auto">
            <a:xfrm>
              <a:off x="1194" y="1150"/>
              <a:ext cx="45" cy="136"/>
              <a:chOff x="0" y="0"/>
              <a:chExt cx="54" cy="194"/>
            </a:xfrm>
          </p:grpSpPr>
          <p:sp>
            <p:nvSpPr>
              <p:cNvPr id="13374" name="椭圆 13374">
                <a:extLst>
                  <a:ext uri="{FF2B5EF4-FFF2-40B4-BE49-F238E27FC236}">
                    <a16:creationId xmlns:a16="http://schemas.microsoft.com/office/drawing/2014/main" id="{BF12E0DF-0E97-4E44-A302-E8C2E99291CD}"/>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3375" name="直接连接符 13375">
                <a:extLst>
                  <a:ext uri="{FF2B5EF4-FFF2-40B4-BE49-F238E27FC236}">
                    <a16:creationId xmlns:a16="http://schemas.microsoft.com/office/drawing/2014/main" id="{E1E1B965-23E4-4DF5-9D9F-61908F025D05}"/>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376" name="直接连接符 13376">
              <a:extLst>
                <a:ext uri="{FF2B5EF4-FFF2-40B4-BE49-F238E27FC236}">
                  <a16:creationId xmlns:a16="http://schemas.microsoft.com/office/drawing/2014/main" id="{3E57E85E-851E-426F-9C5C-5211D65B3E67}"/>
                </a:ext>
              </a:extLst>
            </p:cNvPr>
            <p:cNvSpPr>
              <a:spLocks noChangeShapeType="1"/>
            </p:cNvSpPr>
            <p:nvPr/>
          </p:nvSpPr>
          <p:spPr bwMode="auto">
            <a:xfrm>
              <a:off x="747" y="1280"/>
              <a:ext cx="4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77" name="文本框 13377">
              <a:extLst>
                <a:ext uri="{FF2B5EF4-FFF2-40B4-BE49-F238E27FC236}">
                  <a16:creationId xmlns:a16="http://schemas.microsoft.com/office/drawing/2014/main" id="{C23ED99E-1FB7-40B3-8A29-B34E4E4A89B4}"/>
                </a:ext>
              </a:extLst>
            </p:cNvPr>
            <p:cNvSpPr txBox="1">
              <a:spLocks noChangeArrowheads="1"/>
            </p:cNvSpPr>
            <p:nvPr/>
          </p:nvSpPr>
          <p:spPr bwMode="auto">
            <a:xfrm>
              <a:off x="481" y="1216"/>
              <a:ext cx="32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3378" name="直接连接符 13378">
              <a:extLst>
                <a:ext uri="{FF2B5EF4-FFF2-40B4-BE49-F238E27FC236}">
                  <a16:creationId xmlns:a16="http://schemas.microsoft.com/office/drawing/2014/main" id="{60C4EA7C-660F-4EF6-A3C7-215B280B30FC}"/>
                </a:ext>
              </a:extLst>
            </p:cNvPr>
            <p:cNvSpPr>
              <a:spLocks noChangeShapeType="1"/>
            </p:cNvSpPr>
            <p:nvPr/>
          </p:nvSpPr>
          <p:spPr bwMode="auto">
            <a:xfrm>
              <a:off x="521" y="1217"/>
              <a:ext cx="12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79" name="组合 13379">
              <a:extLst>
                <a:ext uri="{FF2B5EF4-FFF2-40B4-BE49-F238E27FC236}">
                  <a16:creationId xmlns:a16="http://schemas.microsoft.com/office/drawing/2014/main" id="{9D43727E-32BC-41E2-8E76-70AAB7B949F9}"/>
                </a:ext>
              </a:extLst>
            </p:cNvPr>
            <p:cNvGrpSpPr>
              <a:grpSpLocks/>
            </p:cNvGrpSpPr>
            <p:nvPr/>
          </p:nvGrpSpPr>
          <p:grpSpPr bwMode="auto">
            <a:xfrm>
              <a:off x="1453" y="459"/>
              <a:ext cx="868" cy="1115"/>
              <a:chOff x="0" y="0"/>
              <a:chExt cx="1514" cy="2445"/>
            </a:xfrm>
          </p:grpSpPr>
          <p:sp>
            <p:nvSpPr>
              <p:cNvPr id="13380" name="直接连接符 13380">
                <a:extLst>
                  <a:ext uri="{FF2B5EF4-FFF2-40B4-BE49-F238E27FC236}">
                    <a16:creationId xmlns:a16="http://schemas.microsoft.com/office/drawing/2014/main" id="{92A5C1D1-1E66-4C6C-9EE6-5F0140F6B298}"/>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81" name="直接连接符 13381">
                <a:extLst>
                  <a:ext uri="{FF2B5EF4-FFF2-40B4-BE49-F238E27FC236}">
                    <a16:creationId xmlns:a16="http://schemas.microsoft.com/office/drawing/2014/main" id="{E5C5DC72-A655-4680-93DB-7A847FC5DD20}"/>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82" name="直接连接符 13382">
                <a:extLst>
                  <a:ext uri="{FF2B5EF4-FFF2-40B4-BE49-F238E27FC236}">
                    <a16:creationId xmlns:a16="http://schemas.microsoft.com/office/drawing/2014/main" id="{C50C982B-F808-40F8-AE66-FA81CADBA680}"/>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83" name="直接连接符 13383">
                <a:extLst>
                  <a:ext uri="{FF2B5EF4-FFF2-40B4-BE49-F238E27FC236}">
                    <a16:creationId xmlns:a16="http://schemas.microsoft.com/office/drawing/2014/main" id="{AA448F81-344C-44C1-BDAE-7627A9F898C3}"/>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84" name="直接连接符 13384">
                <a:extLst>
                  <a:ext uri="{FF2B5EF4-FFF2-40B4-BE49-F238E27FC236}">
                    <a16:creationId xmlns:a16="http://schemas.microsoft.com/office/drawing/2014/main" id="{B1495B06-7934-4D06-B060-ECF956AF0E5D}"/>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85" name="组合 13385">
              <a:extLst>
                <a:ext uri="{FF2B5EF4-FFF2-40B4-BE49-F238E27FC236}">
                  <a16:creationId xmlns:a16="http://schemas.microsoft.com/office/drawing/2014/main" id="{890435A5-6E33-4983-9C0F-6739D51D55EE}"/>
                </a:ext>
              </a:extLst>
            </p:cNvPr>
            <p:cNvGrpSpPr>
              <a:grpSpLocks/>
            </p:cNvGrpSpPr>
            <p:nvPr/>
          </p:nvGrpSpPr>
          <p:grpSpPr bwMode="auto">
            <a:xfrm>
              <a:off x="1984" y="1586"/>
              <a:ext cx="1880" cy="431"/>
              <a:chOff x="0" y="0"/>
              <a:chExt cx="3280" cy="945"/>
            </a:xfrm>
          </p:grpSpPr>
          <p:sp>
            <p:nvSpPr>
              <p:cNvPr id="13386" name="文本框 13386">
                <a:extLst>
                  <a:ext uri="{FF2B5EF4-FFF2-40B4-BE49-F238E27FC236}">
                    <a16:creationId xmlns:a16="http://schemas.microsoft.com/office/drawing/2014/main" id="{D04C90A4-3598-4724-BD1E-3BA1F00FA4F6}"/>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p>
            </p:txBody>
          </p:sp>
          <p:sp>
            <p:nvSpPr>
              <p:cNvPr id="13387" name="直接连接符 13387">
                <a:extLst>
                  <a:ext uri="{FF2B5EF4-FFF2-40B4-BE49-F238E27FC236}">
                    <a16:creationId xmlns:a16="http://schemas.microsoft.com/office/drawing/2014/main" id="{F208AFE5-331F-49E5-AECF-46EF99F7D30D}"/>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88" name="直接连接符 13388">
                <a:extLst>
                  <a:ext uri="{FF2B5EF4-FFF2-40B4-BE49-F238E27FC236}">
                    <a16:creationId xmlns:a16="http://schemas.microsoft.com/office/drawing/2014/main" id="{EE221C6D-4080-4736-852D-F8B41680F89D}"/>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89" name="直接连接符 13389">
                <a:extLst>
                  <a:ext uri="{FF2B5EF4-FFF2-40B4-BE49-F238E27FC236}">
                    <a16:creationId xmlns:a16="http://schemas.microsoft.com/office/drawing/2014/main" id="{EBB45DB6-4031-42F0-A823-6BCCB56CC79F}"/>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90" name="左右箭头 13390">
                <a:extLst>
                  <a:ext uri="{FF2B5EF4-FFF2-40B4-BE49-F238E27FC236}">
                    <a16:creationId xmlns:a16="http://schemas.microsoft.com/office/drawing/2014/main" id="{33E89D54-18E6-4F75-B66B-189C792CD1DC}"/>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3391" name="直接连接符 13391">
              <a:extLst>
                <a:ext uri="{FF2B5EF4-FFF2-40B4-BE49-F238E27FC236}">
                  <a16:creationId xmlns:a16="http://schemas.microsoft.com/office/drawing/2014/main" id="{0F3CCDA2-2F92-4352-B580-BDBAA6286393}"/>
                </a:ext>
              </a:extLst>
            </p:cNvPr>
            <p:cNvSpPr>
              <a:spLocks noChangeShapeType="1"/>
            </p:cNvSpPr>
            <p:nvPr/>
          </p:nvSpPr>
          <p:spPr bwMode="auto">
            <a:xfrm flipH="1">
              <a:off x="3945" y="1369"/>
              <a:ext cx="1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92" name="文本框 13392">
              <a:extLst>
                <a:ext uri="{FF2B5EF4-FFF2-40B4-BE49-F238E27FC236}">
                  <a16:creationId xmlns:a16="http://schemas.microsoft.com/office/drawing/2014/main" id="{4320CF9F-7C9E-4A9B-B7EB-45A3E7C04CE2}"/>
                </a:ext>
              </a:extLst>
            </p:cNvPr>
            <p:cNvSpPr txBox="1">
              <a:spLocks noChangeArrowheads="1"/>
            </p:cNvSpPr>
            <p:nvPr/>
          </p:nvSpPr>
          <p:spPr bwMode="auto">
            <a:xfrm>
              <a:off x="4092" y="1305"/>
              <a:ext cx="3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3393" name="灯片编号占位符 1">
            <a:extLst>
              <a:ext uri="{FF2B5EF4-FFF2-40B4-BE49-F238E27FC236}">
                <a16:creationId xmlns:a16="http://schemas.microsoft.com/office/drawing/2014/main" id="{7A1025FF-420A-4DA8-A2C2-F73D89C829C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1297B87A-D146-44E7-B4BE-FB75A29AFF47}" type="slidenum">
              <a:rPr lang="zh-CN" altLang="en-US" smtClean="0"/>
              <a:pPr eaLnBrk="0" hangingPunct="0"/>
              <a:t>10</a:t>
            </a:fld>
            <a:endParaRPr lang="zh-CN" altLang="en-US"/>
          </a:p>
        </p:txBody>
      </p:sp>
      <p:cxnSp>
        <p:nvCxnSpPr>
          <p:cNvPr id="3" name="直接连接符 2">
            <a:extLst>
              <a:ext uri="{FF2B5EF4-FFF2-40B4-BE49-F238E27FC236}">
                <a16:creationId xmlns:a16="http://schemas.microsoft.com/office/drawing/2014/main" id="{83BA8659-0C50-47B2-A66F-AEA5867C5D14}"/>
              </a:ext>
            </a:extLst>
          </p:cNvPr>
          <p:cNvCxnSpPr/>
          <p:nvPr/>
        </p:nvCxnSpPr>
        <p:spPr>
          <a:xfrm>
            <a:off x="6223000" y="1006475"/>
            <a:ext cx="57467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文本框 14337">
            <a:extLst>
              <a:ext uri="{FF2B5EF4-FFF2-40B4-BE49-F238E27FC236}">
                <a16:creationId xmlns:a16="http://schemas.microsoft.com/office/drawing/2014/main" id="{AA692B11-0ECB-4BDA-B93B-AE5BB7DB3022}"/>
              </a:ext>
            </a:extLst>
          </p:cNvPr>
          <p:cNvSpPr txBox="1">
            <a:spLocks noChangeArrowheads="1"/>
          </p:cNvSpPr>
          <p:nvPr/>
        </p:nvSpPr>
        <p:spPr bwMode="auto">
          <a:xfrm>
            <a:off x="561975" y="296863"/>
            <a:ext cx="8763000"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zh-CN" altLang="en-US" sz="2800" b="1">
                <a:solidFill>
                  <a:srgbClr val="FFFF00"/>
                </a:solidFill>
                <a:latin typeface="Times New Roman" panose="02020603050405020304" pitchFamily="18" charset="0"/>
              </a:rPr>
              <a:t>三、管脚分配</a:t>
            </a:r>
          </a:p>
          <a:p>
            <a:pPr algn="just">
              <a:spcBef>
                <a:spcPct val="50000"/>
              </a:spcBef>
            </a:pPr>
            <a:r>
              <a:rPr lang="en-US" altLang="zh-CN" sz="2400">
                <a:solidFill>
                  <a:srgbClr val="FF0000"/>
                </a:solidFill>
                <a:latin typeface="Times New Roman" panose="02020603050405020304" pitchFamily="18" charset="0"/>
              </a:rPr>
              <a:t>D0~D7</a:t>
            </a:r>
            <a:r>
              <a:rPr lang="zh-CN" altLang="en-US" sz="2400">
                <a:solidFill>
                  <a:srgbClr val="FF0000"/>
                </a:solidFill>
                <a:latin typeface="Times New Roman" panose="02020603050405020304" pitchFamily="18" charset="0"/>
              </a:rPr>
              <a:t>：</a:t>
            </a:r>
            <a:r>
              <a:rPr lang="zh-CN" altLang="en-US" sz="2400">
                <a:latin typeface="Times New Roman" panose="02020603050405020304" pitchFamily="18" charset="0"/>
              </a:rPr>
              <a:t>双向数据总线。</a:t>
            </a:r>
            <a:r>
              <a:rPr lang="en-US" altLang="zh-CN" sz="2400">
                <a:solidFill>
                  <a:srgbClr val="FF0000"/>
                </a:solidFill>
                <a:latin typeface="Times New Roman" panose="02020603050405020304" pitchFamily="18" charset="0"/>
              </a:rPr>
              <a:t>IR0~IR7</a:t>
            </a:r>
            <a:r>
              <a:rPr lang="zh-CN" altLang="en-US" sz="2400">
                <a:solidFill>
                  <a:srgbClr val="FF0000"/>
                </a:solidFill>
                <a:latin typeface="Times New Roman" panose="02020603050405020304" pitchFamily="18" charset="0"/>
              </a:rPr>
              <a:t>：</a:t>
            </a:r>
            <a:r>
              <a:rPr lang="zh-CN" altLang="en-US" sz="2400">
                <a:latin typeface="Times New Roman" panose="02020603050405020304" pitchFamily="18" charset="0"/>
              </a:rPr>
              <a:t>外设中断请求输入。</a:t>
            </a:r>
          </a:p>
          <a:p>
            <a:pPr algn="just">
              <a:spcBef>
                <a:spcPct val="50000"/>
              </a:spcBef>
            </a:pPr>
            <a:r>
              <a:rPr lang="en-US" altLang="zh-CN" sz="2400">
                <a:solidFill>
                  <a:srgbClr val="C00000"/>
                </a:solidFill>
                <a:latin typeface="Times New Roman" panose="02020603050405020304" pitchFamily="18" charset="0"/>
              </a:rPr>
              <a:t>INT</a:t>
            </a:r>
            <a:r>
              <a:rPr lang="zh-CN" altLang="en-US" sz="2400">
                <a:latin typeface="Times New Roman" panose="02020603050405020304" pitchFamily="18" charset="0"/>
              </a:rPr>
              <a:t>：向</a:t>
            </a:r>
            <a:r>
              <a:rPr lang="en-US" altLang="zh-CN" sz="2400">
                <a:latin typeface="Times New Roman" panose="02020603050405020304" pitchFamily="18" charset="0"/>
              </a:rPr>
              <a:t>CPU</a:t>
            </a:r>
            <a:r>
              <a:rPr lang="zh-CN" altLang="en-US" sz="2400">
                <a:latin typeface="Times New Roman" panose="02020603050405020304" pitchFamily="18" charset="0"/>
              </a:rPr>
              <a:t>发出的中断请求信号。</a:t>
            </a:r>
            <a:r>
              <a:rPr lang="en-US" altLang="zh-CN" sz="2400">
                <a:solidFill>
                  <a:srgbClr val="C00000"/>
                </a:solidFill>
                <a:latin typeface="Times New Roman" panose="02020603050405020304" pitchFamily="18" charset="0"/>
              </a:rPr>
              <a:t>INTA:</a:t>
            </a:r>
            <a:r>
              <a:rPr lang="zh-CN" altLang="en-US" sz="2400">
                <a:latin typeface="Times New Roman" panose="02020603050405020304" pitchFamily="18" charset="0"/>
              </a:rPr>
              <a:t>接收</a:t>
            </a:r>
            <a:r>
              <a:rPr lang="en-US" altLang="zh-CN" sz="2400">
                <a:latin typeface="Times New Roman" panose="02020603050405020304" pitchFamily="18" charset="0"/>
              </a:rPr>
              <a:t>CPU</a:t>
            </a:r>
            <a:r>
              <a:rPr lang="zh-CN" altLang="en-US" sz="2400">
                <a:latin typeface="Times New Roman" panose="02020603050405020304" pitchFamily="18" charset="0"/>
              </a:rPr>
              <a:t>的中断响应信号。</a:t>
            </a:r>
          </a:p>
        </p:txBody>
      </p:sp>
      <p:grpSp>
        <p:nvGrpSpPr>
          <p:cNvPr id="14338" name="组合 14338">
            <a:extLst>
              <a:ext uri="{FF2B5EF4-FFF2-40B4-BE49-F238E27FC236}">
                <a16:creationId xmlns:a16="http://schemas.microsoft.com/office/drawing/2014/main" id="{B19F3E55-6981-41D0-BB3A-33460F2D7C98}"/>
              </a:ext>
            </a:extLst>
          </p:cNvPr>
          <p:cNvGrpSpPr>
            <a:grpSpLocks/>
          </p:cNvGrpSpPr>
          <p:nvPr/>
        </p:nvGrpSpPr>
        <p:grpSpPr bwMode="auto">
          <a:xfrm>
            <a:off x="0" y="2205038"/>
            <a:ext cx="8482013" cy="4872037"/>
            <a:chOff x="0" y="0"/>
            <a:chExt cx="5343" cy="3069"/>
          </a:xfrm>
        </p:grpSpPr>
        <p:grpSp>
          <p:nvGrpSpPr>
            <p:cNvPr id="14339" name="组合 14339">
              <a:extLst>
                <a:ext uri="{FF2B5EF4-FFF2-40B4-BE49-F238E27FC236}">
                  <a16:creationId xmlns:a16="http://schemas.microsoft.com/office/drawing/2014/main" id="{82F14269-7DD3-4E9B-86B7-2250BDC943CA}"/>
                </a:ext>
              </a:extLst>
            </p:cNvPr>
            <p:cNvGrpSpPr>
              <a:grpSpLocks/>
            </p:cNvGrpSpPr>
            <p:nvPr/>
          </p:nvGrpSpPr>
          <p:grpSpPr bwMode="auto">
            <a:xfrm>
              <a:off x="4717" y="1053"/>
              <a:ext cx="626" cy="311"/>
              <a:chOff x="0" y="0"/>
              <a:chExt cx="626" cy="311"/>
            </a:xfrm>
          </p:grpSpPr>
          <p:sp>
            <p:nvSpPr>
              <p:cNvPr id="14340" name="直接连接符 14340">
                <a:extLst>
                  <a:ext uri="{FF2B5EF4-FFF2-40B4-BE49-F238E27FC236}">
                    <a16:creationId xmlns:a16="http://schemas.microsoft.com/office/drawing/2014/main" id="{7A982164-19E8-45A6-9457-88BF0DD32667}"/>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1" name="文本框 14341">
                <a:extLst>
                  <a:ext uri="{FF2B5EF4-FFF2-40B4-BE49-F238E27FC236}">
                    <a16:creationId xmlns:a16="http://schemas.microsoft.com/office/drawing/2014/main" id="{3652615D-9F62-4AF5-862A-71259C3774C4}"/>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4342" name="组合 14342">
              <a:extLst>
                <a:ext uri="{FF2B5EF4-FFF2-40B4-BE49-F238E27FC236}">
                  <a16:creationId xmlns:a16="http://schemas.microsoft.com/office/drawing/2014/main" id="{BAFF60A0-134D-4FA6-97B4-56B04231C643}"/>
                </a:ext>
              </a:extLst>
            </p:cNvPr>
            <p:cNvGrpSpPr>
              <a:grpSpLocks/>
            </p:cNvGrpSpPr>
            <p:nvPr/>
          </p:nvGrpSpPr>
          <p:grpSpPr bwMode="auto">
            <a:xfrm>
              <a:off x="4718" y="1244"/>
              <a:ext cx="625" cy="311"/>
              <a:chOff x="0" y="0"/>
              <a:chExt cx="625" cy="311"/>
            </a:xfrm>
          </p:grpSpPr>
          <p:sp>
            <p:nvSpPr>
              <p:cNvPr id="14343" name="直接连接符 14343">
                <a:extLst>
                  <a:ext uri="{FF2B5EF4-FFF2-40B4-BE49-F238E27FC236}">
                    <a16:creationId xmlns:a16="http://schemas.microsoft.com/office/drawing/2014/main" id="{B31D6E4F-25EF-4F7B-A10C-7FA42083A26E}"/>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4" name="文本框 14344">
                <a:extLst>
                  <a:ext uri="{FF2B5EF4-FFF2-40B4-BE49-F238E27FC236}">
                    <a16:creationId xmlns:a16="http://schemas.microsoft.com/office/drawing/2014/main" id="{1DEE05C9-88D4-4656-AAEF-6A2146573BAB}"/>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14345" name="组合 14345">
              <a:extLst>
                <a:ext uri="{FF2B5EF4-FFF2-40B4-BE49-F238E27FC236}">
                  <a16:creationId xmlns:a16="http://schemas.microsoft.com/office/drawing/2014/main" id="{692AD481-3A3A-461F-AA5E-B02B119789D8}"/>
                </a:ext>
              </a:extLst>
            </p:cNvPr>
            <p:cNvGrpSpPr>
              <a:grpSpLocks/>
            </p:cNvGrpSpPr>
            <p:nvPr/>
          </p:nvGrpSpPr>
          <p:grpSpPr bwMode="auto">
            <a:xfrm>
              <a:off x="0" y="0"/>
              <a:ext cx="4912" cy="3069"/>
              <a:chOff x="0" y="0"/>
              <a:chExt cx="4912" cy="3069"/>
            </a:xfrm>
          </p:grpSpPr>
          <p:sp>
            <p:nvSpPr>
              <p:cNvPr id="14346" name="文本框 14346">
                <a:extLst>
                  <a:ext uri="{FF2B5EF4-FFF2-40B4-BE49-F238E27FC236}">
                    <a16:creationId xmlns:a16="http://schemas.microsoft.com/office/drawing/2014/main" id="{4F752350-54C7-4389-9E78-4D90C74EE707}"/>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14347" name="左右箭头 14347">
                <a:extLst>
                  <a:ext uri="{FF2B5EF4-FFF2-40B4-BE49-F238E27FC236}">
                    <a16:creationId xmlns:a16="http://schemas.microsoft.com/office/drawing/2014/main" id="{25FDBC89-3CDB-4FEB-8E2D-2762375F6B7F}"/>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4348" name="左右箭头 14348">
                <a:extLst>
                  <a:ext uri="{FF2B5EF4-FFF2-40B4-BE49-F238E27FC236}">
                    <a16:creationId xmlns:a16="http://schemas.microsoft.com/office/drawing/2014/main" id="{8050B5C4-1C77-4149-8BAC-838018130ABA}"/>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4349" name="文本框 14349">
                <a:extLst>
                  <a:ext uri="{FF2B5EF4-FFF2-40B4-BE49-F238E27FC236}">
                    <a16:creationId xmlns:a16="http://schemas.microsoft.com/office/drawing/2014/main" id="{67E64900-CCB0-4638-AAF3-9A9DE3AEF51F}"/>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4350" name="文本框 14350">
                <a:extLst>
                  <a:ext uri="{FF2B5EF4-FFF2-40B4-BE49-F238E27FC236}">
                    <a16:creationId xmlns:a16="http://schemas.microsoft.com/office/drawing/2014/main" id="{DC8C79C7-32A5-40C0-BC7B-418C34667D7F}"/>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14351" name="直接连接符 14351">
                <a:extLst>
                  <a:ext uri="{FF2B5EF4-FFF2-40B4-BE49-F238E27FC236}">
                    <a16:creationId xmlns:a16="http://schemas.microsoft.com/office/drawing/2014/main" id="{75A239A3-95C5-4DF2-B894-B6DB0B904DA0}"/>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2" name="文本框 14352">
                <a:extLst>
                  <a:ext uri="{FF2B5EF4-FFF2-40B4-BE49-F238E27FC236}">
                    <a16:creationId xmlns:a16="http://schemas.microsoft.com/office/drawing/2014/main" id="{EB81CF5E-B4C5-4469-ABBA-6B324C12E588}"/>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4353" name="直接连接符 14353">
                <a:extLst>
                  <a:ext uri="{FF2B5EF4-FFF2-40B4-BE49-F238E27FC236}">
                    <a16:creationId xmlns:a16="http://schemas.microsoft.com/office/drawing/2014/main" id="{828D74A7-6784-4DEE-89A3-FD17CED0C40D}"/>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4" name="文本框 14354">
                <a:extLst>
                  <a:ext uri="{FF2B5EF4-FFF2-40B4-BE49-F238E27FC236}">
                    <a16:creationId xmlns:a16="http://schemas.microsoft.com/office/drawing/2014/main" id="{BFEA354D-0B13-42C7-9303-8B2699025C64}"/>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4355" name="直接连接符 14355">
                <a:extLst>
                  <a:ext uri="{FF2B5EF4-FFF2-40B4-BE49-F238E27FC236}">
                    <a16:creationId xmlns:a16="http://schemas.microsoft.com/office/drawing/2014/main" id="{BE11CE5A-A286-42CB-A61A-E192723CCB17}"/>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6" name="文本框 14356">
                <a:extLst>
                  <a:ext uri="{FF2B5EF4-FFF2-40B4-BE49-F238E27FC236}">
                    <a16:creationId xmlns:a16="http://schemas.microsoft.com/office/drawing/2014/main" id="{51C75C48-9913-49E6-BBF0-0CF1F9D331BC}"/>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4357" name="组合 14357">
                <a:extLst>
                  <a:ext uri="{FF2B5EF4-FFF2-40B4-BE49-F238E27FC236}">
                    <a16:creationId xmlns:a16="http://schemas.microsoft.com/office/drawing/2014/main" id="{E70A4B36-36AC-444A-AE86-46FBF905D63F}"/>
                  </a:ext>
                </a:extLst>
              </p:cNvPr>
              <p:cNvGrpSpPr>
                <a:grpSpLocks/>
              </p:cNvGrpSpPr>
              <p:nvPr/>
            </p:nvGrpSpPr>
            <p:grpSpPr bwMode="auto">
              <a:xfrm>
                <a:off x="1266" y="2526"/>
                <a:ext cx="54" cy="262"/>
                <a:chOff x="0" y="0"/>
                <a:chExt cx="79" cy="405"/>
              </a:xfrm>
            </p:grpSpPr>
            <p:sp>
              <p:nvSpPr>
                <p:cNvPr id="14358" name="椭圆 14358">
                  <a:extLst>
                    <a:ext uri="{FF2B5EF4-FFF2-40B4-BE49-F238E27FC236}">
                      <a16:creationId xmlns:a16="http://schemas.microsoft.com/office/drawing/2014/main" id="{D61FD8F9-82D6-4718-9961-5D82A164C76B}"/>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4359" name="直接连接符 14359">
                  <a:extLst>
                    <a:ext uri="{FF2B5EF4-FFF2-40B4-BE49-F238E27FC236}">
                      <a16:creationId xmlns:a16="http://schemas.microsoft.com/office/drawing/2014/main" id="{D8EC1C58-4AB6-4D9A-B383-F257B83358F5}"/>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360" name="直接连接符 14360">
                <a:extLst>
                  <a:ext uri="{FF2B5EF4-FFF2-40B4-BE49-F238E27FC236}">
                    <a16:creationId xmlns:a16="http://schemas.microsoft.com/office/drawing/2014/main" id="{DAC44A95-DB06-46D8-9C99-AAEE52A5BEF6}"/>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61" name="文本框 14361">
                <a:extLst>
                  <a:ext uri="{FF2B5EF4-FFF2-40B4-BE49-F238E27FC236}">
                    <a16:creationId xmlns:a16="http://schemas.microsoft.com/office/drawing/2014/main" id="{16DFE998-548F-4204-91C3-5A535B5F4258}"/>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4362" name="直接连接符 14362">
                <a:extLst>
                  <a:ext uri="{FF2B5EF4-FFF2-40B4-BE49-F238E27FC236}">
                    <a16:creationId xmlns:a16="http://schemas.microsoft.com/office/drawing/2014/main" id="{807DBFF9-27CD-4192-AC14-8149AB6D5004}"/>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3" name="直接连接符 14363">
                <a:extLst>
                  <a:ext uri="{FF2B5EF4-FFF2-40B4-BE49-F238E27FC236}">
                    <a16:creationId xmlns:a16="http://schemas.microsoft.com/office/drawing/2014/main" id="{D41E4DAF-2949-4691-AE6D-B68035EF5584}"/>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4" name="文本框 14364">
                <a:extLst>
                  <a:ext uri="{FF2B5EF4-FFF2-40B4-BE49-F238E27FC236}">
                    <a16:creationId xmlns:a16="http://schemas.microsoft.com/office/drawing/2014/main" id="{AD41DF83-D19D-43C5-8892-5BB6EFB1182B}"/>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4365" name="组合 14365">
                <a:extLst>
                  <a:ext uri="{FF2B5EF4-FFF2-40B4-BE49-F238E27FC236}">
                    <a16:creationId xmlns:a16="http://schemas.microsoft.com/office/drawing/2014/main" id="{CC400C58-5E41-4575-A5F6-16F1B1DE8CD0}"/>
                  </a:ext>
                </a:extLst>
              </p:cNvPr>
              <p:cNvGrpSpPr>
                <a:grpSpLocks/>
              </p:cNvGrpSpPr>
              <p:nvPr/>
            </p:nvGrpSpPr>
            <p:grpSpPr bwMode="auto">
              <a:xfrm>
                <a:off x="2368" y="0"/>
                <a:ext cx="2380" cy="2040"/>
                <a:chOff x="0" y="0"/>
                <a:chExt cx="2380" cy="2040"/>
              </a:xfrm>
            </p:grpSpPr>
            <p:grpSp>
              <p:nvGrpSpPr>
                <p:cNvPr id="14366" name="组合 14366">
                  <a:extLst>
                    <a:ext uri="{FF2B5EF4-FFF2-40B4-BE49-F238E27FC236}">
                      <a16:creationId xmlns:a16="http://schemas.microsoft.com/office/drawing/2014/main" id="{463950C8-AB81-43E9-A3D2-461F3FB031C6}"/>
                    </a:ext>
                  </a:extLst>
                </p:cNvPr>
                <p:cNvGrpSpPr>
                  <a:grpSpLocks/>
                </p:cNvGrpSpPr>
                <p:nvPr/>
              </p:nvGrpSpPr>
              <p:grpSpPr bwMode="auto">
                <a:xfrm>
                  <a:off x="412" y="0"/>
                  <a:ext cx="1968" cy="2040"/>
                  <a:chOff x="0" y="0"/>
                  <a:chExt cx="1968" cy="2040"/>
                </a:xfrm>
              </p:grpSpPr>
              <p:grpSp>
                <p:nvGrpSpPr>
                  <p:cNvPr id="14367" name="组合 14367">
                    <a:extLst>
                      <a:ext uri="{FF2B5EF4-FFF2-40B4-BE49-F238E27FC236}">
                        <a16:creationId xmlns:a16="http://schemas.microsoft.com/office/drawing/2014/main" id="{F7CC994B-053D-438C-A097-5F87B3D6E5FA}"/>
                      </a:ext>
                    </a:extLst>
                  </p:cNvPr>
                  <p:cNvGrpSpPr>
                    <a:grpSpLocks/>
                  </p:cNvGrpSpPr>
                  <p:nvPr/>
                </p:nvGrpSpPr>
                <p:grpSpPr bwMode="auto">
                  <a:xfrm>
                    <a:off x="0" y="0"/>
                    <a:ext cx="1968" cy="796"/>
                    <a:chOff x="0" y="0"/>
                    <a:chExt cx="1968" cy="796"/>
                  </a:xfrm>
                </p:grpSpPr>
                <p:sp>
                  <p:nvSpPr>
                    <p:cNvPr id="14368" name="文本框 14368">
                      <a:extLst>
                        <a:ext uri="{FF2B5EF4-FFF2-40B4-BE49-F238E27FC236}">
                          <a16:creationId xmlns:a16="http://schemas.microsoft.com/office/drawing/2014/main" id="{9540841A-89CF-42AC-96CE-826C5467D89F}"/>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4369" name="组合 14369">
                      <a:extLst>
                        <a:ext uri="{FF2B5EF4-FFF2-40B4-BE49-F238E27FC236}">
                          <a16:creationId xmlns:a16="http://schemas.microsoft.com/office/drawing/2014/main" id="{FFBA700A-3B7C-490B-B1F6-78A43CE5C945}"/>
                        </a:ext>
                      </a:extLst>
                    </p:cNvPr>
                    <p:cNvGrpSpPr>
                      <a:grpSpLocks/>
                    </p:cNvGrpSpPr>
                    <p:nvPr/>
                  </p:nvGrpSpPr>
                  <p:grpSpPr bwMode="auto">
                    <a:xfrm>
                      <a:off x="313" y="38"/>
                      <a:ext cx="618" cy="440"/>
                      <a:chOff x="0" y="0"/>
                      <a:chExt cx="618" cy="440"/>
                    </a:xfrm>
                  </p:grpSpPr>
                  <p:sp>
                    <p:nvSpPr>
                      <p:cNvPr id="14370" name="椭圆 14370">
                        <a:extLst>
                          <a:ext uri="{FF2B5EF4-FFF2-40B4-BE49-F238E27FC236}">
                            <a16:creationId xmlns:a16="http://schemas.microsoft.com/office/drawing/2014/main" id="{ABC90E59-C36A-4F23-A7DF-DD761916A97B}"/>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4371" name="直接连接符 14371">
                        <a:extLst>
                          <a:ext uri="{FF2B5EF4-FFF2-40B4-BE49-F238E27FC236}">
                            <a16:creationId xmlns:a16="http://schemas.microsoft.com/office/drawing/2014/main" id="{99A2B2C2-BC3D-4931-B569-73E5806C8EA2}"/>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372" name="组合 14372">
                        <a:extLst>
                          <a:ext uri="{FF2B5EF4-FFF2-40B4-BE49-F238E27FC236}">
                            <a16:creationId xmlns:a16="http://schemas.microsoft.com/office/drawing/2014/main" id="{861539D3-A7F7-4E9D-BE49-9D2D6F34183D}"/>
                          </a:ext>
                        </a:extLst>
                      </p:cNvPr>
                      <p:cNvGrpSpPr>
                        <a:grpSpLocks/>
                      </p:cNvGrpSpPr>
                      <p:nvPr/>
                    </p:nvGrpSpPr>
                    <p:grpSpPr bwMode="auto">
                      <a:xfrm>
                        <a:off x="0" y="0"/>
                        <a:ext cx="618" cy="359"/>
                        <a:chOff x="0" y="0"/>
                        <a:chExt cx="618" cy="359"/>
                      </a:xfrm>
                    </p:grpSpPr>
                    <p:sp>
                      <p:nvSpPr>
                        <p:cNvPr id="14373" name="文本框 14373">
                          <a:extLst>
                            <a:ext uri="{FF2B5EF4-FFF2-40B4-BE49-F238E27FC236}">
                              <a16:creationId xmlns:a16="http://schemas.microsoft.com/office/drawing/2014/main" id="{761DBC29-185E-4EA0-BB6F-5B37D7C87B1E}"/>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4374" name="直接连接符 14374">
                          <a:extLst>
                            <a:ext uri="{FF2B5EF4-FFF2-40B4-BE49-F238E27FC236}">
                              <a16:creationId xmlns:a16="http://schemas.microsoft.com/office/drawing/2014/main" id="{73AF527E-ABFA-4AB3-A85A-652496E727A0}"/>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4375" name="组合 14375">
                      <a:extLst>
                        <a:ext uri="{FF2B5EF4-FFF2-40B4-BE49-F238E27FC236}">
                          <a16:creationId xmlns:a16="http://schemas.microsoft.com/office/drawing/2014/main" id="{A1585195-80F0-4D2B-925C-B28B893017FA}"/>
                        </a:ext>
                      </a:extLst>
                    </p:cNvPr>
                    <p:cNvGrpSpPr>
                      <a:grpSpLocks/>
                    </p:cNvGrpSpPr>
                    <p:nvPr/>
                  </p:nvGrpSpPr>
                  <p:grpSpPr bwMode="auto">
                    <a:xfrm>
                      <a:off x="1408" y="0"/>
                      <a:ext cx="531" cy="466"/>
                      <a:chOff x="0" y="0"/>
                      <a:chExt cx="531" cy="466"/>
                    </a:xfrm>
                  </p:grpSpPr>
                  <p:sp>
                    <p:nvSpPr>
                      <p:cNvPr id="14376" name="直接连接符 14376">
                        <a:extLst>
                          <a:ext uri="{FF2B5EF4-FFF2-40B4-BE49-F238E27FC236}">
                            <a16:creationId xmlns:a16="http://schemas.microsoft.com/office/drawing/2014/main" id="{C18F1565-B0B5-4DF3-A31B-821969749E6A}"/>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7" name="文本框 14377">
                        <a:extLst>
                          <a:ext uri="{FF2B5EF4-FFF2-40B4-BE49-F238E27FC236}">
                            <a16:creationId xmlns:a16="http://schemas.microsoft.com/office/drawing/2014/main" id="{23057BE9-3442-4570-93C0-242847CC0F6E}"/>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14378" name="组合 14378">
                    <a:extLst>
                      <a:ext uri="{FF2B5EF4-FFF2-40B4-BE49-F238E27FC236}">
                        <a16:creationId xmlns:a16="http://schemas.microsoft.com/office/drawing/2014/main" id="{93E82C1D-F287-4CE9-B00C-ED68D4DABF1B}"/>
                      </a:ext>
                    </a:extLst>
                  </p:cNvPr>
                  <p:cNvGrpSpPr>
                    <a:grpSpLocks/>
                  </p:cNvGrpSpPr>
                  <p:nvPr/>
                </p:nvGrpSpPr>
                <p:grpSpPr bwMode="auto">
                  <a:xfrm>
                    <a:off x="12" y="796"/>
                    <a:ext cx="412" cy="1225"/>
                    <a:chOff x="0" y="0"/>
                    <a:chExt cx="600" cy="1890"/>
                  </a:xfrm>
                </p:grpSpPr>
                <p:sp>
                  <p:nvSpPr>
                    <p:cNvPr id="14379" name="文本框 14379">
                      <a:extLst>
                        <a:ext uri="{FF2B5EF4-FFF2-40B4-BE49-F238E27FC236}">
                          <a16:creationId xmlns:a16="http://schemas.microsoft.com/office/drawing/2014/main" id="{61801BA1-4519-4606-B8CF-6CF2C6E4E432}"/>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14380" name="直接连接符 14380">
                      <a:extLst>
                        <a:ext uri="{FF2B5EF4-FFF2-40B4-BE49-F238E27FC236}">
                          <a16:creationId xmlns:a16="http://schemas.microsoft.com/office/drawing/2014/main" id="{6E6E559C-A619-4313-ABC6-69161765A4DA}"/>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381" name="组合 14381">
                    <a:extLst>
                      <a:ext uri="{FF2B5EF4-FFF2-40B4-BE49-F238E27FC236}">
                        <a16:creationId xmlns:a16="http://schemas.microsoft.com/office/drawing/2014/main" id="{D2D38E9F-1E40-4D8B-A2FC-0D865B9F0A1C}"/>
                      </a:ext>
                    </a:extLst>
                  </p:cNvPr>
                  <p:cNvGrpSpPr>
                    <a:grpSpLocks/>
                  </p:cNvGrpSpPr>
                  <p:nvPr/>
                </p:nvGrpSpPr>
                <p:grpSpPr bwMode="auto">
                  <a:xfrm>
                    <a:off x="763" y="787"/>
                    <a:ext cx="412" cy="1243"/>
                    <a:chOff x="0" y="0"/>
                    <a:chExt cx="600" cy="1920"/>
                  </a:xfrm>
                </p:grpSpPr>
                <p:sp>
                  <p:nvSpPr>
                    <p:cNvPr id="14382" name="文本框 14382">
                      <a:extLst>
                        <a:ext uri="{FF2B5EF4-FFF2-40B4-BE49-F238E27FC236}">
                          <a16:creationId xmlns:a16="http://schemas.microsoft.com/office/drawing/2014/main" id="{3411CC6A-408E-4C09-8AB2-EE17A0E212AF}"/>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14383" name="直接连接符 14383">
                      <a:extLst>
                        <a:ext uri="{FF2B5EF4-FFF2-40B4-BE49-F238E27FC236}">
                          <a16:creationId xmlns:a16="http://schemas.microsoft.com/office/drawing/2014/main" id="{5B384632-B5F1-47FD-A5AD-EBDB341AE182}"/>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384" name="组合 14384">
                    <a:extLst>
                      <a:ext uri="{FF2B5EF4-FFF2-40B4-BE49-F238E27FC236}">
                        <a16:creationId xmlns:a16="http://schemas.microsoft.com/office/drawing/2014/main" id="{A02D4F5C-422C-4558-80F9-BECC129841D3}"/>
                      </a:ext>
                    </a:extLst>
                  </p:cNvPr>
                  <p:cNvGrpSpPr>
                    <a:grpSpLocks/>
                  </p:cNvGrpSpPr>
                  <p:nvPr/>
                </p:nvGrpSpPr>
                <p:grpSpPr bwMode="auto">
                  <a:xfrm>
                    <a:off x="1526" y="796"/>
                    <a:ext cx="412" cy="1244"/>
                    <a:chOff x="0" y="0"/>
                    <a:chExt cx="600" cy="1920"/>
                  </a:xfrm>
                </p:grpSpPr>
                <p:sp>
                  <p:nvSpPr>
                    <p:cNvPr id="14385" name="文本框 14385">
                      <a:extLst>
                        <a:ext uri="{FF2B5EF4-FFF2-40B4-BE49-F238E27FC236}">
                          <a16:creationId xmlns:a16="http://schemas.microsoft.com/office/drawing/2014/main" id="{76B7D761-61ED-479B-A52F-C2C4DFC8FAE7}"/>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14386" name="直接连接符 14386">
                      <a:extLst>
                        <a:ext uri="{FF2B5EF4-FFF2-40B4-BE49-F238E27FC236}">
                          <a16:creationId xmlns:a16="http://schemas.microsoft.com/office/drawing/2014/main" id="{7559134F-890A-4E27-AC67-9EA490699A23}"/>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387" name="左右箭头 14387">
                    <a:extLst>
                      <a:ext uri="{FF2B5EF4-FFF2-40B4-BE49-F238E27FC236}">
                        <a16:creationId xmlns:a16="http://schemas.microsoft.com/office/drawing/2014/main" id="{471E68DA-B45E-44D6-BB6A-31DE78DD5ACD}"/>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4388" name="左箭头 14388">
                    <a:extLst>
                      <a:ext uri="{FF2B5EF4-FFF2-40B4-BE49-F238E27FC236}">
                        <a16:creationId xmlns:a16="http://schemas.microsoft.com/office/drawing/2014/main" id="{C33A0D84-F2B7-40B9-BB21-A67DD78DA8D2}"/>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4389" name="左箭头 14389">
                  <a:extLst>
                    <a:ext uri="{FF2B5EF4-FFF2-40B4-BE49-F238E27FC236}">
                      <a16:creationId xmlns:a16="http://schemas.microsoft.com/office/drawing/2014/main" id="{BBA18C02-4FF1-4853-A7C9-01DDD63F2F1E}"/>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4390" name="文本框 14390">
                <a:extLst>
                  <a:ext uri="{FF2B5EF4-FFF2-40B4-BE49-F238E27FC236}">
                    <a16:creationId xmlns:a16="http://schemas.microsoft.com/office/drawing/2014/main" id="{14BA5B06-459A-4C6B-8D67-5655424C09D8}"/>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14391" name="椭圆 14391">
                <a:extLst>
                  <a:ext uri="{FF2B5EF4-FFF2-40B4-BE49-F238E27FC236}">
                    <a16:creationId xmlns:a16="http://schemas.microsoft.com/office/drawing/2014/main" id="{79C3E929-F7DD-4E9F-96B9-A1A92CF96753}"/>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4392" name="直接连接符 14392">
                <a:extLst>
                  <a:ext uri="{FF2B5EF4-FFF2-40B4-BE49-F238E27FC236}">
                    <a16:creationId xmlns:a16="http://schemas.microsoft.com/office/drawing/2014/main" id="{7B32BFF6-B9C6-4871-B210-697EE3E02533}"/>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93" name="文本框 14393">
                <a:extLst>
                  <a:ext uri="{FF2B5EF4-FFF2-40B4-BE49-F238E27FC236}">
                    <a16:creationId xmlns:a16="http://schemas.microsoft.com/office/drawing/2014/main" id="{AEC161C8-E342-4F86-BF37-373ACD7CE2E8}"/>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4394" name="直接连接符 14394">
                <a:extLst>
                  <a:ext uri="{FF2B5EF4-FFF2-40B4-BE49-F238E27FC236}">
                    <a16:creationId xmlns:a16="http://schemas.microsoft.com/office/drawing/2014/main" id="{60AD97C0-1178-4437-920A-247C28A66F8F}"/>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5" name="直接连接符 14395">
                <a:extLst>
                  <a:ext uri="{FF2B5EF4-FFF2-40B4-BE49-F238E27FC236}">
                    <a16:creationId xmlns:a16="http://schemas.microsoft.com/office/drawing/2014/main" id="{3D840771-52C8-445D-9654-D0E2CDE28227}"/>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96" name="文本框 14396">
                <a:extLst>
                  <a:ext uri="{FF2B5EF4-FFF2-40B4-BE49-F238E27FC236}">
                    <a16:creationId xmlns:a16="http://schemas.microsoft.com/office/drawing/2014/main" id="{2BB93981-6141-40D5-944C-B92F811903DC}"/>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4397" name="组合 14397">
                <a:extLst>
                  <a:ext uri="{FF2B5EF4-FFF2-40B4-BE49-F238E27FC236}">
                    <a16:creationId xmlns:a16="http://schemas.microsoft.com/office/drawing/2014/main" id="{5737EF73-2536-4FB0-8DA9-9619AC6E7631}"/>
                  </a:ext>
                </a:extLst>
              </p:cNvPr>
              <p:cNvGrpSpPr>
                <a:grpSpLocks/>
              </p:cNvGrpSpPr>
              <p:nvPr/>
            </p:nvGrpSpPr>
            <p:grpSpPr bwMode="auto">
              <a:xfrm>
                <a:off x="853" y="1322"/>
                <a:ext cx="364" cy="51"/>
                <a:chOff x="0" y="0"/>
                <a:chExt cx="364" cy="51"/>
              </a:xfrm>
            </p:grpSpPr>
            <p:sp>
              <p:nvSpPr>
                <p:cNvPr id="14398" name="椭圆 14398">
                  <a:extLst>
                    <a:ext uri="{FF2B5EF4-FFF2-40B4-BE49-F238E27FC236}">
                      <a16:creationId xmlns:a16="http://schemas.microsoft.com/office/drawing/2014/main" id="{5A83FD20-274F-4492-81EA-0183F2E05410}"/>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4399" name="直接连接符 14399">
                  <a:extLst>
                    <a:ext uri="{FF2B5EF4-FFF2-40B4-BE49-F238E27FC236}">
                      <a16:creationId xmlns:a16="http://schemas.microsoft.com/office/drawing/2014/main" id="{B96BECC4-104A-4441-82FF-CBB89A2D48BA}"/>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400" name="文本框 14400">
                <a:extLst>
                  <a:ext uri="{FF2B5EF4-FFF2-40B4-BE49-F238E27FC236}">
                    <a16:creationId xmlns:a16="http://schemas.microsoft.com/office/drawing/2014/main" id="{9C15F44E-9273-4372-9ACC-550F417372B5}"/>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4401" name="直接连接符 14401">
                <a:extLst>
                  <a:ext uri="{FF2B5EF4-FFF2-40B4-BE49-F238E27FC236}">
                    <a16:creationId xmlns:a16="http://schemas.microsoft.com/office/drawing/2014/main" id="{D9A043E4-E9F6-4094-9107-B3FAFEA9C6A4}"/>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4402" name="组合 14402">
                <a:extLst>
                  <a:ext uri="{FF2B5EF4-FFF2-40B4-BE49-F238E27FC236}">
                    <a16:creationId xmlns:a16="http://schemas.microsoft.com/office/drawing/2014/main" id="{A655EB4F-3243-4000-88EF-3830FAFC2150}"/>
                  </a:ext>
                </a:extLst>
              </p:cNvPr>
              <p:cNvGrpSpPr>
                <a:grpSpLocks/>
              </p:cNvGrpSpPr>
              <p:nvPr/>
            </p:nvGrpSpPr>
            <p:grpSpPr bwMode="auto">
              <a:xfrm>
                <a:off x="1431" y="1632"/>
                <a:ext cx="54" cy="194"/>
                <a:chOff x="0" y="0"/>
                <a:chExt cx="54" cy="194"/>
              </a:xfrm>
            </p:grpSpPr>
            <p:sp>
              <p:nvSpPr>
                <p:cNvPr id="14403" name="椭圆 14403">
                  <a:extLst>
                    <a:ext uri="{FF2B5EF4-FFF2-40B4-BE49-F238E27FC236}">
                      <a16:creationId xmlns:a16="http://schemas.microsoft.com/office/drawing/2014/main" id="{B9B09CE9-140E-411A-BCDD-2C4F6A82D278}"/>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4404" name="直接连接符 14404">
                  <a:extLst>
                    <a:ext uri="{FF2B5EF4-FFF2-40B4-BE49-F238E27FC236}">
                      <a16:creationId xmlns:a16="http://schemas.microsoft.com/office/drawing/2014/main" id="{850FBD90-B215-44BC-80E0-3DCC5AE74832}"/>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405" name="直接连接符 14405">
                <a:extLst>
                  <a:ext uri="{FF2B5EF4-FFF2-40B4-BE49-F238E27FC236}">
                    <a16:creationId xmlns:a16="http://schemas.microsoft.com/office/drawing/2014/main" id="{AC4635C5-42CE-4211-8414-12D4F83DC6FD}"/>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6" name="文本框 14406">
                <a:extLst>
                  <a:ext uri="{FF2B5EF4-FFF2-40B4-BE49-F238E27FC236}">
                    <a16:creationId xmlns:a16="http://schemas.microsoft.com/office/drawing/2014/main" id="{0CBB70AA-9726-49DE-A706-97FD6BF35BF5}"/>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4407" name="直接连接符 14407">
                <a:extLst>
                  <a:ext uri="{FF2B5EF4-FFF2-40B4-BE49-F238E27FC236}">
                    <a16:creationId xmlns:a16="http://schemas.microsoft.com/office/drawing/2014/main" id="{00C067CD-5F09-48C2-85C4-519AD49915CE}"/>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4408" name="组合 14408">
                <a:extLst>
                  <a:ext uri="{FF2B5EF4-FFF2-40B4-BE49-F238E27FC236}">
                    <a16:creationId xmlns:a16="http://schemas.microsoft.com/office/drawing/2014/main" id="{A5904B0B-CD28-4903-A180-0FCE67E1F311}"/>
                  </a:ext>
                </a:extLst>
              </p:cNvPr>
              <p:cNvGrpSpPr>
                <a:grpSpLocks/>
              </p:cNvGrpSpPr>
              <p:nvPr/>
            </p:nvGrpSpPr>
            <p:grpSpPr bwMode="auto">
              <a:xfrm>
                <a:off x="1741" y="651"/>
                <a:ext cx="1040" cy="1583"/>
                <a:chOff x="0" y="0"/>
                <a:chExt cx="1514" cy="2445"/>
              </a:xfrm>
            </p:grpSpPr>
            <p:sp>
              <p:nvSpPr>
                <p:cNvPr id="14409" name="直接连接符 14409">
                  <a:extLst>
                    <a:ext uri="{FF2B5EF4-FFF2-40B4-BE49-F238E27FC236}">
                      <a16:creationId xmlns:a16="http://schemas.microsoft.com/office/drawing/2014/main" id="{11CBD42B-5A9A-442A-84F2-EEB986F8F7B9}"/>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0" name="直接连接符 14410">
                  <a:extLst>
                    <a:ext uri="{FF2B5EF4-FFF2-40B4-BE49-F238E27FC236}">
                      <a16:creationId xmlns:a16="http://schemas.microsoft.com/office/drawing/2014/main" id="{99D40CCC-D6C8-46EB-8994-0F058F5152AB}"/>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1" name="直接连接符 14411">
                  <a:extLst>
                    <a:ext uri="{FF2B5EF4-FFF2-40B4-BE49-F238E27FC236}">
                      <a16:creationId xmlns:a16="http://schemas.microsoft.com/office/drawing/2014/main" id="{20AFB62A-A02B-4BFE-A958-1C74535FDB09}"/>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12" name="直接连接符 14412">
                  <a:extLst>
                    <a:ext uri="{FF2B5EF4-FFF2-40B4-BE49-F238E27FC236}">
                      <a16:creationId xmlns:a16="http://schemas.microsoft.com/office/drawing/2014/main" id="{6BC66067-5988-42E3-93F2-AE8507382645}"/>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13" name="直接连接符 14413">
                  <a:extLst>
                    <a:ext uri="{FF2B5EF4-FFF2-40B4-BE49-F238E27FC236}">
                      <a16:creationId xmlns:a16="http://schemas.microsoft.com/office/drawing/2014/main" id="{17E766CF-9E9C-4B89-9B8A-7D8044ACD79D}"/>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14" name="组合 14414">
                <a:extLst>
                  <a:ext uri="{FF2B5EF4-FFF2-40B4-BE49-F238E27FC236}">
                    <a16:creationId xmlns:a16="http://schemas.microsoft.com/office/drawing/2014/main" id="{A18C873F-0D18-45D8-82C8-89A1DAB4C9C8}"/>
                  </a:ext>
                </a:extLst>
              </p:cNvPr>
              <p:cNvGrpSpPr>
                <a:grpSpLocks/>
              </p:cNvGrpSpPr>
              <p:nvPr/>
            </p:nvGrpSpPr>
            <p:grpSpPr bwMode="auto">
              <a:xfrm>
                <a:off x="2377" y="2021"/>
                <a:ext cx="2253" cy="612"/>
                <a:chOff x="0" y="0"/>
                <a:chExt cx="3280" cy="945"/>
              </a:xfrm>
            </p:grpSpPr>
            <p:sp>
              <p:nvSpPr>
                <p:cNvPr id="14415" name="文本框 14415">
                  <a:extLst>
                    <a:ext uri="{FF2B5EF4-FFF2-40B4-BE49-F238E27FC236}">
                      <a16:creationId xmlns:a16="http://schemas.microsoft.com/office/drawing/2014/main" id="{1EFBDB2F-F230-4A7C-9F50-808EF9F6DC73}"/>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14416" name="直接连接符 14416">
                  <a:extLst>
                    <a:ext uri="{FF2B5EF4-FFF2-40B4-BE49-F238E27FC236}">
                      <a16:creationId xmlns:a16="http://schemas.microsoft.com/office/drawing/2014/main" id="{93C2A65B-83C4-40D1-BB86-C74ECDCD9C21}"/>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17" name="直接连接符 14417">
                  <a:extLst>
                    <a:ext uri="{FF2B5EF4-FFF2-40B4-BE49-F238E27FC236}">
                      <a16:creationId xmlns:a16="http://schemas.microsoft.com/office/drawing/2014/main" id="{F164D82C-07BA-4989-973B-427157641CFD}"/>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18" name="直接连接符 14418">
                  <a:extLst>
                    <a:ext uri="{FF2B5EF4-FFF2-40B4-BE49-F238E27FC236}">
                      <a16:creationId xmlns:a16="http://schemas.microsoft.com/office/drawing/2014/main" id="{804E8066-5B2F-4220-83AB-784E412D782C}"/>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19" name="左右箭头 14419">
                  <a:extLst>
                    <a:ext uri="{FF2B5EF4-FFF2-40B4-BE49-F238E27FC236}">
                      <a16:creationId xmlns:a16="http://schemas.microsoft.com/office/drawing/2014/main" id="{3D236BFF-96C8-4C54-A7C3-9BFD736E54BD}"/>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4420" name="直接连接符 14420">
                <a:extLst>
                  <a:ext uri="{FF2B5EF4-FFF2-40B4-BE49-F238E27FC236}">
                    <a16:creationId xmlns:a16="http://schemas.microsoft.com/office/drawing/2014/main" id="{ECAF52B0-B051-4468-858A-230BD6A78AEA}"/>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421" name="文本框 14421">
              <a:extLst>
                <a:ext uri="{FF2B5EF4-FFF2-40B4-BE49-F238E27FC236}">
                  <a16:creationId xmlns:a16="http://schemas.microsoft.com/office/drawing/2014/main" id="{1CE109C6-C305-4E6F-BAB7-414F0B48EBEB}"/>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4422" name="椭圆 14422">
            <a:extLst>
              <a:ext uri="{FF2B5EF4-FFF2-40B4-BE49-F238E27FC236}">
                <a16:creationId xmlns:a16="http://schemas.microsoft.com/office/drawing/2014/main" id="{AD5D9532-71B6-4D60-8533-41B3ECA1355A}"/>
              </a:ext>
            </a:extLst>
          </p:cNvPr>
          <p:cNvSpPr>
            <a:spLocks noChangeArrowheads="1"/>
          </p:cNvSpPr>
          <p:nvPr/>
        </p:nvSpPr>
        <p:spPr bwMode="auto">
          <a:xfrm>
            <a:off x="900113" y="2276475"/>
            <a:ext cx="971550" cy="1008063"/>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4423" name="椭圆 14423">
            <a:extLst>
              <a:ext uri="{FF2B5EF4-FFF2-40B4-BE49-F238E27FC236}">
                <a16:creationId xmlns:a16="http://schemas.microsoft.com/office/drawing/2014/main" id="{47168C9A-2B26-4E7C-B490-E2D37A7BE369}"/>
              </a:ext>
            </a:extLst>
          </p:cNvPr>
          <p:cNvSpPr>
            <a:spLocks noChangeArrowheads="1"/>
          </p:cNvSpPr>
          <p:nvPr/>
        </p:nvSpPr>
        <p:spPr bwMode="auto">
          <a:xfrm>
            <a:off x="4643438" y="1916113"/>
            <a:ext cx="971550" cy="1008062"/>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4424" name="椭圆 14424">
            <a:extLst>
              <a:ext uri="{FF2B5EF4-FFF2-40B4-BE49-F238E27FC236}">
                <a16:creationId xmlns:a16="http://schemas.microsoft.com/office/drawing/2014/main" id="{EA0F490B-C949-453C-AC19-232FD0A13B8E}"/>
              </a:ext>
            </a:extLst>
          </p:cNvPr>
          <p:cNvSpPr>
            <a:spLocks noChangeArrowheads="1"/>
          </p:cNvSpPr>
          <p:nvPr/>
        </p:nvSpPr>
        <p:spPr bwMode="auto">
          <a:xfrm>
            <a:off x="6372225" y="1844675"/>
            <a:ext cx="971550" cy="1008063"/>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4425" name="椭圆 14425">
            <a:extLst>
              <a:ext uri="{FF2B5EF4-FFF2-40B4-BE49-F238E27FC236}">
                <a16:creationId xmlns:a16="http://schemas.microsoft.com/office/drawing/2014/main" id="{C0AB872E-255A-4A34-B8A6-64C5714F0433}"/>
              </a:ext>
            </a:extLst>
          </p:cNvPr>
          <p:cNvSpPr>
            <a:spLocks noChangeArrowheads="1"/>
          </p:cNvSpPr>
          <p:nvPr/>
        </p:nvSpPr>
        <p:spPr bwMode="auto">
          <a:xfrm>
            <a:off x="7524750" y="3789363"/>
            <a:ext cx="971550" cy="1871662"/>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4426" name="灯片编号占位符 1">
            <a:extLst>
              <a:ext uri="{FF2B5EF4-FFF2-40B4-BE49-F238E27FC236}">
                <a16:creationId xmlns:a16="http://schemas.microsoft.com/office/drawing/2014/main" id="{A5FDBECB-1EC3-44AC-8528-9230E8049EE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DAB9C89F-7247-433C-BF5F-5710781B008F}" type="slidenum">
              <a:rPr lang="zh-CN" altLang="en-US" smtClean="0"/>
              <a:pPr eaLnBrk="0" hangingPunct="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文本框 15361">
            <a:extLst>
              <a:ext uri="{FF2B5EF4-FFF2-40B4-BE49-F238E27FC236}">
                <a16:creationId xmlns:a16="http://schemas.microsoft.com/office/drawing/2014/main" id="{612A774E-93E2-4438-BE65-E89B664E6B6B}"/>
              </a:ext>
            </a:extLst>
          </p:cNvPr>
          <p:cNvSpPr txBox="1">
            <a:spLocks noChangeArrowheads="1"/>
          </p:cNvSpPr>
          <p:nvPr/>
        </p:nvSpPr>
        <p:spPr bwMode="auto">
          <a:xfrm>
            <a:off x="611188" y="260350"/>
            <a:ext cx="8532812"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zh-CN" altLang="en-US" sz="2800" b="1">
                <a:solidFill>
                  <a:srgbClr val="FFFF00"/>
                </a:solidFill>
                <a:latin typeface="Times New Roman" panose="02020603050405020304" pitchFamily="18" charset="0"/>
              </a:rPr>
              <a:t>二、管脚分配</a:t>
            </a:r>
          </a:p>
          <a:p>
            <a:pPr algn="just">
              <a:spcBef>
                <a:spcPct val="50000"/>
              </a:spcBef>
            </a:pPr>
            <a:r>
              <a:rPr lang="zh-CN" altLang="en-US" sz="2400">
                <a:solidFill>
                  <a:srgbClr val="FF0000"/>
                </a:solidFill>
                <a:latin typeface="Times New Roman" panose="02020603050405020304" pitchFamily="18" charset="0"/>
              </a:rPr>
              <a:t>片选信号</a:t>
            </a:r>
            <a:r>
              <a:rPr lang="en-US" altLang="zh-CN" sz="2400">
                <a:solidFill>
                  <a:srgbClr val="FF0000"/>
                </a:solidFill>
                <a:latin typeface="Times New Roman" panose="02020603050405020304" pitchFamily="18" charset="0"/>
              </a:rPr>
              <a:t>CS:</a:t>
            </a:r>
            <a:r>
              <a:rPr lang="zh-CN" altLang="en-US" sz="2400">
                <a:latin typeface="Times New Roman" panose="02020603050405020304" pitchFamily="18" charset="0"/>
              </a:rPr>
              <a:t>当其为</a:t>
            </a:r>
            <a:r>
              <a:rPr lang="en-US" altLang="zh-CN" sz="2400">
                <a:latin typeface="Times New Roman" panose="02020603050405020304" pitchFamily="18" charset="0"/>
              </a:rPr>
              <a:t>0</a:t>
            </a:r>
            <a:r>
              <a:rPr lang="zh-CN" altLang="en-US" sz="2400">
                <a:latin typeface="Times New Roman" panose="02020603050405020304" pitchFamily="18" charset="0"/>
              </a:rPr>
              <a:t>时，该</a:t>
            </a:r>
            <a:r>
              <a:rPr lang="en-US" altLang="zh-CN" sz="2400">
                <a:latin typeface="Times New Roman" panose="02020603050405020304" pitchFamily="18" charset="0"/>
              </a:rPr>
              <a:t>8259A</a:t>
            </a:r>
            <a:r>
              <a:rPr lang="zh-CN" altLang="en-US" sz="2400">
                <a:latin typeface="Times New Roman" panose="02020603050405020304" pitchFamily="18" charset="0"/>
              </a:rPr>
              <a:t>被选中，允许</a:t>
            </a:r>
            <a:r>
              <a:rPr lang="en-US" altLang="zh-CN" sz="2400">
                <a:latin typeface="Times New Roman" panose="02020603050405020304" pitchFamily="18" charset="0"/>
              </a:rPr>
              <a:t>CPU</a:t>
            </a:r>
            <a:r>
              <a:rPr lang="zh-CN" altLang="en-US" sz="2400">
                <a:latin typeface="Times New Roman" panose="02020603050405020304" pitchFamily="18" charset="0"/>
              </a:rPr>
              <a:t>对其进行读</a:t>
            </a:r>
            <a:r>
              <a:rPr lang="en-US" altLang="zh-CN" sz="2400">
                <a:latin typeface="Times New Roman" panose="02020603050405020304" pitchFamily="18" charset="0"/>
              </a:rPr>
              <a:t>/</a:t>
            </a:r>
            <a:r>
              <a:rPr lang="zh-CN" altLang="en-US" sz="2400">
                <a:latin typeface="Times New Roman" panose="02020603050405020304" pitchFamily="18" charset="0"/>
              </a:rPr>
              <a:t>写操作，一般由高位地址线通过译码器产生片选信号。</a:t>
            </a:r>
          </a:p>
          <a:p>
            <a:pPr algn="just">
              <a:spcBef>
                <a:spcPct val="50000"/>
              </a:spcBef>
            </a:pPr>
            <a:r>
              <a:rPr lang="zh-CN" altLang="en-US" sz="2400">
                <a:solidFill>
                  <a:srgbClr val="FF0000"/>
                </a:solidFill>
                <a:latin typeface="Times New Roman" panose="02020603050405020304" pitchFamily="18" charset="0"/>
              </a:rPr>
              <a:t>端口选择信号</a:t>
            </a:r>
            <a:r>
              <a:rPr lang="en-US" altLang="zh-CN" sz="2400">
                <a:solidFill>
                  <a:srgbClr val="FF0000"/>
                </a:solidFill>
                <a:latin typeface="Times New Roman" panose="02020603050405020304" pitchFamily="18" charset="0"/>
              </a:rPr>
              <a:t>A0</a:t>
            </a:r>
            <a:r>
              <a:rPr lang="zh-CN" altLang="en-US" sz="2400">
                <a:solidFill>
                  <a:srgbClr val="FF0000"/>
                </a:solidFill>
                <a:latin typeface="Times New Roman" panose="02020603050405020304" pitchFamily="18" charset="0"/>
              </a:rPr>
              <a:t>：</a:t>
            </a:r>
            <a:r>
              <a:rPr lang="en-US" altLang="zh-CN" sz="2400">
                <a:latin typeface="Times New Roman" panose="02020603050405020304" pitchFamily="18" charset="0"/>
              </a:rPr>
              <a:t>8259A</a:t>
            </a:r>
            <a:r>
              <a:rPr lang="zh-CN" altLang="en-US" sz="2400">
                <a:latin typeface="Times New Roman" panose="02020603050405020304" pitchFamily="18" charset="0"/>
              </a:rPr>
              <a:t>具有</a:t>
            </a:r>
            <a:r>
              <a:rPr lang="zh-CN" altLang="en-US" sz="2400" b="1">
                <a:solidFill>
                  <a:srgbClr val="FF7C80"/>
                </a:solidFill>
                <a:latin typeface="Times New Roman" panose="02020603050405020304" pitchFamily="18" charset="0"/>
              </a:rPr>
              <a:t>两个端口地址</a:t>
            </a:r>
            <a:r>
              <a:rPr lang="zh-CN" altLang="en-US" sz="2400">
                <a:latin typeface="Times New Roman" panose="02020603050405020304" pitchFamily="18" charset="0"/>
              </a:rPr>
              <a:t>，</a:t>
            </a:r>
            <a:r>
              <a:rPr lang="en-US" altLang="zh-CN" sz="2400">
                <a:latin typeface="Times New Roman" panose="02020603050405020304" pitchFamily="18" charset="0"/>
              </a:rPr>
              <a:t>A0</a:t>
            </a:r>
            <a:r>
              <a:rPr lang="zh-CN" altLang="en-US" sz="2400">
                <a:latin typeface="Times New Roman" panose="02020603050405020304" pitchFamily="18" charset="0"/>
              </a:rPr>
              <a:t>用于内部端口地址选择，一般直接连到</a:t>
            </a:r>
            <a:r>
              <a:rPr lang="en-US" altLang="zh-CN" sz="2400">
                <a:latin typeface="Times New Roman" panose="02020603050405020304" pitchFamily="18" charset="0"/>
              </a:rPr>
              <a:t>CPU</a:t>
            </a:r>
            <a:r>
              <a:rPr lang="zh-CN" altLang="en-US" sz="2400">
                <a:latin typeface="Times New Roman" panose="02020603050405020304" pitchFamily="18" charset="0"/>
              </a:rPr>
              <a:t>的地址线</a:t>
            </a:r>
            <a:r>
              <a:rPr lang="en-US" altLang="zh-CN" sz="2400">
                <a:latin typeface="Times New Roman" panose="02020603050405020304" pitchFamily="18" charset="0"/>
              </a:rPr>
              <a:t>A0</a:t>
            </a:r>
            <a:r>
              <a:rPr lang="zh-CN" altLang="en-US" sz="2400">
                <a:latin typeface="Times New Roman" panose="02020603050405020304" pitchFamily="18" charset="0"/>
              </a:rPr>
              <a:t>或其它地址线上。</a:t>
            </a:r>
          </a:p>
        </p:txBody>
      </p:sp>
      <p:grpSp>
        <p:nvGrpSpPr>
          <p:cNvPr id="15362" name="组合 15362">
            <a:extLst>
              <a:ext uri="{FF2B5EF4-FFF2-40B4-BE49-F238E27FC236}">
                <a16:creationId xmlns:a16="http://schemas.microsoft.com/office/drawing/2014/main" id="{B64E27B2-54DD-49C2-9C1F-500BEC655E99}"/>
              </a:ext>
            </a:extLst>
          </p:cNvPr>
          <p:cNvGrpSpPr>
            <a:grpSpLocks/>
          </p:cNvGrpSpPr>
          <p:nvPr/>
        </p:nvGrpSpPr>
        <p:grpSpPr bwMode="auto">
          <a:xfrm>
            <a:off x="179388" y="2778125"/>
            <a:ext cx="8496300" cy="4079875"/>
            <a:chOff x="0" y="0"/>
            <a:chExt cx="5343" cy="3069"/>
          </a:xfrm>
        </p:grpSpPr>
        <p:grpSp>
          <p:nvGrpSpPr>
            <p:cNvPr id="15363" name="组合 15363">
              <a:extLst>
                <a:ext uri="{FF2B5EF4-FFF2-40B4-BE49-F238E27FC236}">
                  <a16:creationId xmlns:a16="http://schemas.microsoft.com/office/drawing/2014/main" id="{B9D77437-E9CF-4A02-9DDA-F8E47F1960CF}"/>
                </a:ext>
              </a:extLst>
            </p:cNvPr>
            <p:cNvGrpSpPr>
              <a:grpSpLocks/>
            </p:cNvGrpSpPr>
            <p:nvPr/>
          </p:nvGrpSpPr>
          <p:grpSpPr bwMode="auto">
            <a:xfrm>
              <a:off x="4717" y="1053"/>
              <a:ext cx="626" cy="311"/>
              <a:chOff x="0" y="0"/>
              <a:chExt cx="626" cy="311"/>
            </a:xfrm>
          </p:grpSpPr>
          <p:sp>
            <p:nvSpPr>
              <p:cNvPr id="15364" name="直接连接符 15364">
                <a:extLst>
                  <a:ext uri="{FF2B5EF4-FFF2-40B4-BE49-F238E27FC236}">
                    <a16:creationId xmlns:a16="http://schemas.microsoft.com/office/drawing/2014/main" id="{ECF5C79B-EE6C-4771-8FFF-3CDF08021B77}"/>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5" name="文本框 15365">
                <a:extLst>
                  <a:ext uri="{FF2B5EF4-FFF2-40B4-BE49-F238E27FC236}">
                    <a16:creationId xmlns:a16="http://schemas.microsoft.com/office/drawing/2014/main" id="{59E8E40D-E4BD-4EB7-8850-536FD748CE0B}"/>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5366" name="组合 15366">
              <a:extLst>
                <a:ext uri="{FF2B5EF4-FFF2-40B4-BE49-F238E27FC236}">
                  <a16:creationId xmlns:a16="http://schemas.microsoft.com/office/drawing/2014/main" id="{15D93B3A-22CF-4710-8F8E-8719208FD26C}"/>
                </a:ext>
              </a:extLst>
            </p:cNvPr>
            <p:cNvGrpSpPr>
              <a:grpSpLocks/>
            </p:cNvGrpSpPr>
            <p:nvPr/>
          </p:nvGrpSpPr>
          <p:grpSpPr bwMode="auto">
            <a:xfrm>
              <a:off x="4718" y="1244"/>
              <a:ext cx="625" cy="311"/>
              <a:chOff x="0" y="0"/>
              <a:chExt cx="625" cy="311"/>
            </a:xfrm>
          </p:grpSpPr>
          <p:sp>
            <p:nvSpPr>
              <p:cNvPr id="15367" name="直接连接符 15367">
                <a:extLst>
                  <a:ext uri="{FF2B5EF4-FFF2-40B4-BE49-F238E27FC236}">
                    <a16:creationId xmlns:a16="http://schemas.microsoft.com/office/drawing/2014/main" id="{58B6737D-CB00-4300-BDA7-3AB915C4D1A2}"/>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8" name="文本框 15368">
                <a:extLst>
                  <a:ext uri="{FF2B5EF4-FFF2-40B4-BE49-F238E27FC236}">
                    <a16:creationId xmlns:a16="http://schemas.microsoft.com/office/drawing/2014/main" id="{752641AC-BE5C-4E50-9D46-83BA8CC70609}"/>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15369" name="组合 15369">
              <a:extLst>
                <a:ext uri="{FF2B5EF4-FFF2-40B4-BE49-F238E27FC236}">
                  <a16:creationId xmlns:a16="http://schemas.microsoft.com/office/drawing/2014/main" id="{5CD0A772-1843-45DF-97A3-89A4C6FF8932}"/>
                </a:ext>
              </a:extLst>
            </p:cNvPr>
            <p:cNvGrpSpPr>
              <a:grpSpLocks/>
            </p:cNvGrpSpPr>
            <p:nvPr/>
          </p:nvGrpSpPr>
          <p:grpSpPr bwMode="auto">
            <a:xfrm>
              <a:off x="0" y="0"/>
              <a:ext cx="4912" cy="3069"/>
              <a:chOff x="0" y="0"/>
              <a:chExt cx="4912" cy="3069"/>
            </a:xfrm>
          </p:grpSpPr>
          <p:sp>
            <p:nvSpPr>
              <p:cNvPr id="15370" name="文本框 15370">
                <a:extLst>
                  <a:ext uri="{FF2B5EF4-FFF2-40B4-BE49-F238E27FC236}">
                    <a16:creationId xmlns:a16="http://schemas.microsoft.com/office/drawing/2014/main" id="{0689F849-D8DB-4D62-AC70-862712062ADF}"/>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15371" name="左右箭头 15371">
                <a:extLst>
                  <a:ext uri="{FF2B5EF4-FFF2-40B4-BE49-F238E27FC236}">
                    <a16:creationId xmlns:a16="http://schemas.microsoft.com/office/drawing/2014/main" id="{0B0676E3-B567-4A5C-A132-824CC492203C}"/>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5372" name="左右箭头 15372">
                <a:extLst>
                  <a:ext uri="{FF2B5EF4-FFF2-40B4-BE49-F238E27FC236}">
                    <a16:creationId xmlns:a16="http://schemas.microsoft.com/office/drawing/2014/main" id="{DBA5CB22-4FF5-4232-9357-D0C5FE2805ED}"/>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5373" name="文本框 15373">
                <a:extLst>
                  <a:ext uri="{FF2B5EF4-FFF2-40B4-BE49-F238E27FC236}">
                    <a16:creationId xmlns:a16="http://schemas.microsoft.com/office/drawing/2014/main" id="{66B141A7-4787-4531-B238-3D615C50BAAC}"/>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5374" name="文本框 15374">
                <a:extLst>
                  <a:ext uri="{FF2B5EF4-FFF2-40B4-BE49-F238E27FC236}">
                    <a16:creationId xmlns:a16="http://schemas.microsoft.com/office/drawing/2014/main" id="{87C43277-3F75-47DC-B9A8-66B0A46507CF}"/>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15375" name="直接连接符 15375">
                <a:extLst>
                  <a:ext uri="{FF2B5EF4-FFF2-40B4-BE49-F238E27FC236}">
                    <a16:creationId xmlns:a16="http://schemas.microsoft.com/office/drawing/2014/main" id="{AD409B98-D436-40B8-8FFF-60FA1FC44013}"/>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6" name="文本框 15376">
                <a:extLst>
                  <a:ext uri="{FF2B5EF4-FFF2-40B4-BE49-F238E27FC236}">
                    <a16:creationId xmlns:a16="http://schemas.microsoft.com/office/drawing/2014/main" id="{C300345A-6361-47F4-B76D-5E9B60C97ED4}"/>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5377" name="直接连接符 15377">
                <a:extLst>
                  <a:ext uri="{FF2B5EF4-FFF2-40B4-BE49-F238E27FC236}">
                    <a16:creationId xmlns:a16="http://schemas.microsoft.com/office/drawing/2014/main" id="{863FE2BC-51BD-43CC-B067-62C55CB6CA39}"/>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8" name="文本框 15378">
                <a:extLst>
                  <a:ext uri="{FF2B5EF4-FFF2-40B4-BE49-F238E27FC236}">
                    <a16:creationId xmlns:a16="http://schemas.microsoft.com/office/drawing/2014/main" id="{C1195CFA-4490-43EC-BC3E-644B587513A7}"/>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5379" name="直接连接符 15379">
                <a:extLst>
                  <a:ext uri="{FF2B5EF4-FFF2-40B4-BE49-F238E27FC236}">
                    <a16:creationId xmlns:a16="http://schemas.microsoft.com/office/drawing/2014/main" id="{8648627B-4BE5-4A08-9027-50FB5FC82CEA}"/>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0" name="文本框 15380">
                <a:extLst>
                  <a:ext uri="{FF2B5EF4-FFF2-40B4-BE49-F238E27FC236}">
                    <a16:creationId xmlns:a16="http://schemas.microsoft.com/office/drawing/2014/main" id="{5C8B9198-345B-409C-97CE-0045E27B5046}"/>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5381" name="组合 15381">
                <a:extLst>
                  <a:ext uri="{FF2B5EF4-FFF2-40B4-BE49-F238E27FC236}">
                    <a16:creationId xmlns:a16="http://schemas.microsoft.com/office/drawing/2014/main" id="{8A4F347D-5997-4CEE-A9E1-6DEE64DAE039}"/>
                  </a:ext>
                </a:extLst>
              </p:cNvPr>
              <p:cNvGrpSpPr>
                <a:grpSpLocks/>
              </p:cNvGrpSpPr>
              <p:nvPr/>
            </p:nvGrpSpPr>
            <p:grpSpPr bwMode="auto">
              <a:xfrm>
                <a:off x="1266" y="2526"/>
                <a:ext cx="54" cy="262"/>
                <a:chOff x="0" y="0"/>
                <a:chExt cx="79" cy="405"/>
              </a:xfrm>
            </p:grpSpPr>
            <p:sp>
              <p:nvSpPr>
                <p:cNvPr id="15382" name="椭圆 15382">
                  <a:extLst>
                    <a:ext uri="{FF2B5EF4-FFF2-40B4-BE49-F238E27FC236}">
                      <a16:creationId xmlns:a16="http://schemas.microsoft.com/office/drawing/2014/main" id="{1B5FFE26-082F-43CB-BA89-DC42B2D4DAAA}"/>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5383" name="直接连接符 15383">
                  <a:extLst>
                    <a:ext uri="{FF2B5EF4-FFF2-40B4-BE49-F238E27FC236}">
                      <a16:creationId xmlns:a16="http://schemas.microsoft.com/office/drawing/2014/main" id="{0917C676-CE34-44D0-A31D-D65BAA1466B6}"/>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384" name="直接连接符 15384">
                <a:extLst>
                  <a:ext uri="{FF2B5EF4-FFF2-40B4-BE49-F238E27FC236}">
                    <a16:creationId xmlns:a16="http://schemas.microsoft.com/office/drawing/2014/main" id="{B77BE99B-F9BA-49AF-AD54-AA0B967419E5}"/>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5" name="文本框 15385">
                <a:extLst>
                  <a:ext uri="{FF2B5EF4-FFF2-40B4-BE49-F238E27FC236}">
                    <a16:creationId xmlns:a16="http://schemas.microsoft.com/office/drawing/2014/main" id="{7A8A76A0-437F-4D89-9912-866AA1566686}"/>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5386" name="直接连接符 15386">
                <a:extLst>
                  <a:ext uri="{FF2B5EF4-FFF2-40B4-BE49-F238E27FC236}">
                    <a16:creationId xmlns:a16="http://schemas.microsoft.com/office/drawing/2014/main" id="{ED407A6D-CA3B-48F6-BE90-A78AC199A721}"/>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7" name="直接连接符 15387">
                <a:extLst>
                  <a:ext uri="{FF2B5EF4-FFF2-40B4-BE49-F238E27FC236}">
                    <a16:creationId xmlns:a16="http://schemas.microsoft.com/office/drawing/2014/main" id="{25A761D1-C627-4DBB-BC6D-F32C55EA1038}"/>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 name="文本框 15388">
                <a:extLst>
                  <a:ext uri="{FF2B5EF4-FFF2-40B4-BE49-F238E27FC236}">
                    <a16:creationId xmlns:a16="http://schemas.microsoft.com/office/drawing/2014/main" id="{2880FCDC-B4BC-4FE0-9369-18503D65D12B}"/>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5389" name="组合 15389">
                <a:extLst>
                  <a:ext uri="{FF2B5EF4-FFF2-40B4-BE49-F238E27FC236}">
                    <a16:creationId xmlns:a16="http://schemas.microsoft.com/office/drawing/2014/main" id="{DD0387B7-FF86-4714-BD78-D40F58416A66}"/>
                  </a:ext>
                </a:extLst>
              </p:cNvPr>
              <p:cNvGrpSpPr>
                <a:grpSpLocks/>
              </p:cNvGrpSpPr>
              <p:nvPr/>
            </p:nvGrpSpPr>
            <p:grpSpPr bwMode="auto">
              <a:xfrm>
                <a:off x="2368" y="0"/>
                <a:ext cx="2380" cy="2040"/>
                <a:chOff x="0" y="0"/>
                <a:chExt cx="2380" cy="2040"/>
              </a:xfrm>
            </p:grpSpPr>
            <p:grpSp>
              <p:nvGrpSpPr>
                <p:cNvPr id="15390" name="组合 15390">
                  <a:extLst>
                    <a:ext uri="{FF2B5EF4-FFF2-40B4-BE49-F238E27FC236}">
                      <a16:creationId xmlns:a16="http://schemas.microsoft.com/office/drawing/2014/main" id="{3057B0E2-4FE9-435C-A5F8-0E1CA95D3F13}"/>
                    </a:ext>
                  </a:extLst>
                </p:cNvPr>
                <p:cNvGrpSpPr>
                  <a:grpSpLocks/>
                </p:cNvGrpSpPr>
                <p:nvPr/>
              </p:nvGrpSpPr>
              <p:grpSpPr bwMode="auto">
                <a:xfrm>
                  <a:off x="412" y="0"/>
                  <a:ext cx="1968" cy="2040"/>
                  <a:chOff x="0" y="0"/>
                  <a:chExt cx="1968" cy="2040"/>
                </a:xfrm>
              </p:grpSpPr>
              <p:grpSp>
                <p:nvGrpSpPr>
                  <p:cNvPr id="15391" name="组合 15391">
                    <a:extLst>
                      <a:ext uri="{FF2B5EF4-FFF2-40B4-BE49-F238E27FC236}">
                        <a16:creationId xmlns:a16="http://schemas.microsoft.com/office/drawing/2014/main" id="{EADF1D24-190B-4F1C-B31D-26E595D3A77B}"/>
                      </a:ext>
                    </a:extLst>
                  </p:cNvPr>
                  <p:cNvGrpSpPr>
                    <a:grpSpLocks/>
                  </p:cNvGrpSpPr>
                  <p:nvPr/>
                </p:nvGrpSpPr>
                <p:grpSpPr bwMode="auto">
                  <a:xfrm>
                    <a:off x="0" y="0"/>
                    <a:ext cx="1968" cy="796"/>
                    <a:chOff x="0" y="0"/>
                    <a:chExt cx="1968" cy="796"/>
                  </a:xfrm>
                </p:grpSpPr>
                <p:sp>
                  <p:nvSpPr>
                    <p:cNvPr id="15392" name="文本框 15392">
                      <a:extLst>
                        <a:ext uri="{FF2B5EF4-FFF2-40B4-BE49-F238E27FC236}">
                          <a16:creationId xmlns:a16="http://schemas.microsoft.com/office/drawing/2014/main" id="{14DF63CB-BF40-49F7-9192-018E4E2C7AC3}"/>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5393" name="组合 15393">
                      <a:extLst>
                        <a:ext uri="{FF2B5EF4-FFF2-40B4-BE49-F238E27FC236}">
                          <a16:creationId xmlns:a16="http://schemas.microsoft.com/office/drawing/2014/main" id="{FF64DDC1-367E-4C08-BA23-E8D42DBE9911}"/>
                        </a:ext>
                      </a:extLst>
                    </p:cNvPr>
                    <p:cNvGrpSpPr>
                      <a:grpSpLocks/>
                    </p:cNvGrpSpPr>
                    <p:nvPr/>
                  </p:nvGrpSpPr>
                  <p:grpSpPr bwMode="auto">
                    <a:xfrm>
                      <a:off x="313" y="38"/>
                      <a:ext cx="618" cy="440"/>
                      <a:chOff x="0" y="0"/>
                      <a:chExt cx="618" cy="440"/>
                    </a:xfrm>
                  </p:grpSpPr>
                  <p:sp>
                    <p:nvSpPr>
                      <p:cNvPr id="15394" name="椭圆 15394">
                        <a:extLst>
                          <a:ext uri="{FF2B5EF4-FFF2-40B4-BE49-F238E27FC236}">
                            <a16:creationId xmlns:a16="http://schemas.microsoft.com/office/drawing/2014/main" id="{A52D7C87-E73D-4ADB-B34B-E0038B5EA3EB}"/>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5395" name="直接连接符 15395">
                        <a:extLst>
                          <a:ext uri="{FF2B5EF4-FFF2-40B4-BE49-F238E27FC236}">
                            <a16:creationId xmlns:a16="http://schemas.microsoft.com/office/drawing/2014/main" id="{C66841AF-4420-4DD5-AE4F-C31F0692201C}"/>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96" name="组合 15396">
                        <a:extLst>
                          <a:ext uri="{FF2B5EF4-FFF2-40B4-BE49-F238E27FC236}">
                            <a16:creationId xmlns:a16="http://schemas.microsoft.com/office/drawing/2014/main" id="{630B49A4-2FCA-49DF-A21E-35B6FD538036}"/>
                          </a:ext>
                        </a:extLst>
                      </p:cNvPr>
                      <p:cNvGrpSpPr>
                        <a:grpSpLocks/>
                      </p:cNvGrpSpPr>
                      <p:nvPr/>
                    </p:nvGrpSpPr>
                    <p:grpSpPr bwMode="auto">
                      <a:xfrm>
                        <a:off x="0" y="0"/>
                        <a:ext cx="618" cy="359"/>
                        <a:chOff x="0" y="0"/>
                        <a:chExt cx="618" cy="359"/>
                      </a:xfrm>
                    </p:grpSpPr>
                    <p:sp>
                      <p:nvSpPr>
                        <p:cNvPr id="15397" name="文本框 15397">
                          <a:extLst>
                            <a:ext uri="{FF2B5EF4-FFF2-40B4-BE49-F238E27FC236}">
                              <a16:creationId xmlns:a16="http://schemas.microsoft.com/office/drawing/2014/main" id="{D715CE3D-E6E0-4692-ADA7-BA0199501305}"/>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5398" name="直接连接符 15398">
                          <a:extLst>
                            <a:ext uri="{FF2B5EF4-FFF2-40B4-BE49-F238E27FC236}">
                              <a16:creationId xmlns:a16="http://schemas.microsoft.com/office/drawing/2014/main" id="{0EA4491A-CCEB-4849-AE2B-328301C658B6}"/>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99" name="组合 15399">
                      <a:extLst>
                        <a:ext uri="{FF2B5EF4-FFF2-40B4-BE49-F238E27FC236}">
                          <a16:creationId xmlns:a16="http://schemas.microsoft.com/office/drawing/2014/main" id="{189D4B47-567A-4997-822F-E5ED362E37A6}"/>
                        </a:ext>
                      </a:extLst>
                    </p:cNvPr>
                    <p:cNvGrpSpPr>
                      <a:grpSpLocks/>
                    </p:cNvGrpSpPr>
                    <p:nvPr/>
                  </p:nvGrpSpPr>
                  <p:grpSpPr bwMode="auto">
                    <a:xfrm>
                      <a:off x="1408" y="0"/>
                      <a:ext cx="531" cy="466"/>
                      <a:chOff x="0" y="0"/>
                      <a:chExt cx="531" cy="466"/>
                    </a:xfrm>
                  </p:grpSpPr>
                  <p:sp>
                    <p:nvSpPr>
                      <p:cNvPr id="15400" name="直接连接符 15400">
                        <a:extLst>
                          <a:ext uri="{FF2B5EF4-FFF2-40B4-BE49-F238E27FC236}">
                            <a16:creationId xmlns:a16="http://schemas.microsoft.com/office/drawing/2014/main" id="{2E7F4D43-197D-4D77-A325-9952F4F6E188}"/>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1" name="文本框 15401">
                        <a:extLst>
                          <a:ext uri="{FF2B5EF4-FFF2-40B4-BE49-F238E27FC236}">
                            <a16:creationId xmlns:a16="http://schemas.microsoft.com/office/drawing/2014/main" id="{306A1744-C2D5-4EF6-8D15-3840FB2BC795}"/>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15402" name="组合 15402">
                    <a:extLst>
                      <a:ext uri="{FF2B5EF4-FFF2-40B4-BE49-F238E27FC236}">
                        <a16:creationId xmlns:a16="http://schemas.microsoft.com/office/drawing/2014/main" id="{CAF5E88E-9D9D-47C1-9E18-B72985F1F9EA}"/>
                      </a:ext>
                    </a:extLst>
                  </p:cNvPr>
                  <p:cNvGrpSpPr>
                    <a:grpSpLocks/>
                  </p:cNvGrpSpPr>
                  <p:nvPr/>
                </p:nvGrpSpPr>
                <p:grpSpPr bwMode="auto">
                  <a:xfrm>
                    <a:off x="12" y="796"/>
                    <a:ext cx="412" cy="1225"/>
                    <a:chOff x="0" y="0"/>
                    <a:chExt cx="600" cy="1890"/>
                  </a:xfrm>
                </p:grpSpPr>
                <p:sp>
                  <p:nvSpPr>
                    <p:cNvPr id="15403" name="文本框 15403">
                      <a:extLst>
                        <a:ext uri="{FF2B5EF4-FFF2-40B4-BE49-F238E27FC236}">
                          <a16:creationId xmlns:a16="http://schemas.microsoft.com/office/drawing/2014/main" id="{2C15E1B3-4988-4BF2-A31B-7C8D1E2B5BCF}"/>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15404" name="直接连接符 15404">
                      <a:extLst>
                        <a:ext uri="{FF2B5EF4-FFF2-40B4-BE49-F238E27FC236}">
                          <a16:creationId xmlns:a16="http://schemas.microsoft.com/office/drawing/2014/main" id="{4436A3A8-0159-4B8A-B013-BB7607DFC4F9}"/>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405" name="组合 15405">
                    <a:extLst>
                      <a:ext uri="{FF2B5EF4-FFF2-40B4-BE49-F238E27FC236}">
                        <a16:creationId xmlns:a16="http://schemas.microsoft.com/office/drawing/2014/main" id="{3DB70468-C53F-4F5F-91CA-5FD68DFB020B}"/>
                      </a:ext>
                    </a:extLst>
                  </p:cNvPr>
                  <p:cNvGrpSpPr>
                    <a:grpSpLocks/>
                  </p:cNvGrpSpPr>
                  <p:nvPr/>
                </p:nvGrpSpPr>
                <p:grpSpPr bwMode="auto">
                  <a:xfrm>
                    <a:off x="763" y="787"/>
                    <a:ext cx="412" cy="1243"/>
                    <a:chOff x="0" y="0"/>
                    <a:chExt cx="600" cy="1920"/>
                  </a:xfrm>
                </p:grpSpPr>
                <p:sp>
                  <p:nvSpPr>
                    <p:cNvPr id="15406" name="文本框 15406">
                      <a:extLst>
                        <a:ext uri="{FF2B5EF4-FFF2-40B4-BE49-F238E27FC236}">
                          <a16:creationId xmlns:a16="http://schemas.microsoft.com/office/drawing/2014/main" id="{A4714521-B495-46CB-A13E-2AF7F9433117}"/>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15407" name="直接连接符 15407">
                      <a:extLst>
                        <a:ext uri="{FF2B5EF4-FFF2-40B4-BE49-F238E27FC236}">
                          <a16:creationId xmlns:a16="http://schemas.microsoft.com/office/drawing/2014/main" id="{FA5A96BC-F50D-4163-B654-A683C09FDCF2}"/>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408" name="组合 15408">
                    <a:extLst>
                      <a:ext uri="{FF2B5EF4-FFF2-40B4-BE49-F238E27FC236}">
                        <a16:creationId xmlns:a16="http://schemas.microsoft.com/office/drawing/2014/main" id="{28BC057F-3320-4A0D-A082-7599E1041CBC}"/>
                      </a:ext>
                    </a:extLst>
                  </p:cNvPr>
                  <p:cNvGrpSpPr>
                    <a:grpSpLocks/>
                  </p:cNvGrpSpPr>
                  <p:nvPr/>
                </p:nvGrpSpPr>
                <p:grpSpPr bwMode="auto">
                  <a:xfrm>
                    <a:off x="1526" y="796"/>
                    <a:ext cx="412" cy="1244"/>
                    <a:chOff x="0" y="0"/>
                    <a:chExt cx="600" cy="1920"/>
                  </a:xfrm>
                </p:grpSpPr>
                <p:sp>
                  <p:nvSpPr>
                    <p:cNvPr id="15409" name="文本框 15409">
                      <a:extLst>
                        <a:ext uri="{FF2B5EF4-FFF2-40B4-BE49-F238E27FC236}">
                          <a16:creationId xmlns:a16="http://schemas.microsoft.com/office/drawing/2014/main" id="{B5C83FB5-E189-4C17-9F8F-9C5652A24E32}"/>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15410" name="直接连接符 15410">
                      <a:extLst>
                        <a:ext uri="{FF2B5EF4-FFF2-40B4-BE49-F238E27FC236}">
                          <a16:creationId xmlns:a16="http://schemas.microsoft.com/office/drawing/2014/main" id="{CE4C83AF-5938-443C-BCD1-5F5BEC9E0D60}"/>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411" name="左右箭头 15411">
                    <a:extLst>
                      <a:ext uri="{FF2B5EF4-FFF2-40B4-BE49-F238E27FC236}">
                        <a16:creationId xmlns:a16="http://schemas.microsoft.com/office/drawing/2014/main" id="{516C8043-34FC-46A5-9832-7CB1A0CA9825}"/>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5412" name="左箭头 15412">
                    <a:extLst>
                      <a:ext uri="{FF2B5EF4-FFF2-40B4-BE49-F238E27FC236}">
                        <a16:creationId xmlns:a16="http://schemas.microsoft.com/office/drawing/2014/main" id="{5EFCF525-4AE9-44DD-A3FF-DE02C7E6B2ED}"/>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5413" name="左箭头 15413">
                  <a:extLst>
                    <a:ext uri="{FF2B5EF4-FFF2-40B4-BE49-F238E27FC236}">
                      <a16:creationId xmlns:a16="http://schemas.microsoft.com/office/drawing/2014/main" id="{085AE589-4D7F-46AB-AF1C-66C98B34A325}"/>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5414" name="文本框 15414">
                <a:extLst>
                  <a:ext uri="{FF2B5EF4-FFF2-40B4-BE49-F238E27FC236}">
                    <a16:creationId xmlns:a16="http://schemas.microsoft.com/office/drawing/2014/main" id="{7B2CBD9E-0818-4323-8425-97B6592F7B28}"/>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15415" name="椭圆 15415">
                <a:extLst>
                  <a:ext uri="{FF2B5EF4-FFF2-40B4-BE49-F238E27FC236}">
                    <a16:creationId xmlns:a16="http://schemas.microsoft.com/office/drawing/2014/main" id="{B099D933-7924-4DDB-A9A0-8C559AA574C5}"/>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5416" name="直接连接符 15416">
                <a:extLst>
                  <a:ext uri="{FF2B5EF4-FFF2-40B4-BE49-F238E27FC236}">
                    <a16:creationId xmlns:a16="http://schemas.microsoft.com/office/drawing/2014/main" id="{52850290-E069-4E50-8918-4C3E1F313F93}"/>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17" name="文本框 15417">
                <a:extLst>
                  <a:ext uri="{FF2B5EF4-FFF2-40B4-BE49-F238E27FC236}">
                    <a16:creationId xmlns:a16="http://schemas.microsoft.com/office/drawing/2014/main" id="{B15B45D6-F9B1-4B79-8F9D-5526FB841A0D}"/>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5418" name="直接连接符 15418">
                <a:extLst>
                  <a:ext uri="{FF2B5EF4-FFF2-40B4-BE49-F238E27FC236}">
                    <a16:creationId xmlns:a16="http://schemas.microsoft.com/office/drawing/2014/main" id="{1CB7AF11-7BE3-4ACB-A02F-CC05590CD9CF}"/>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9" name="直接连接符 15419">
                <a:extLst>
                  <a:ext uri="{FF2B5EF4-FFF2-40B4-BE49-F238E27FC236}">
                    <a16:creationId xmlns:a16="http://schemas.microsoft.com/office/drawing/2014/main" id="{0E1E549B-658A-4564-BAFA-19C4CA2BF7A9}"/>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20" name="文本框 15420">
                <a:extLst>
                  <a:ext uri="{FF2B5EF4-FFF2-40B4-BE49-F238E27FC236}">
                    <a16:creationId xmlns:a16="http://schemas.microsoft.com/office/drawing/2014/main" id="{F99665B0-87F0-4D90-BC38-863B4FB93E29}"/>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5421" name="组合 15421">
                <a:extLst>
                  <a:ext uri="{FF2B5EF4-FFF2-40B4-BE49-F238E27FC236}">
                    <a16:creationId xmlns:a16="http://schemas.microsoft.com/office/drawing/2014/main" id="{F9D7A08A-64D9-489D-A297-E68ED2A80BAE}"/>
                  </a:ext>
                </a:extLst>
              </p:cNvPr>
              <p:cNvGrpSpPr>
                <a:grpSpLocks/>
              </p:cNvGrpSpPr>
              <p:nvPr/>
            </p:nvGrpSpPr>
            <p:grpSpPr bwMode="auto">
              <a:xfrm>
                <a:off x="853" y="1322"/>
                <a:ext cx="364" cy="51"/>
                <a:chOff x="0" y="0"/>
                <a:chExt cx="364" cy="51"/>
              </a:xfrm>
            </p:grpSpPr>
            <p:sp>
              <p:nvSpPr>
                <p:cNvPr id="15422" name="椭圆 15422">
                  <a:extLst>
                    <a:ext uri="{FF2B5EF4-FFF2-40B4-BE49-F238E27FC236}">
                      <a16:creationId xmlns:a16="http://schemas.microsoft.com/office/drawing/2014/main" id="{CF842F2D-C96D-4D2D-82CA-77A5D1328BB4}"/>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5423" name="直接连接符 15423">
                  <a:extLst>
                    <a:ext uri="{FF2B5EF4-FFF2-40B4-BE49-F238E27FC236}">
                      <a16:creationId xmlns:a16="http://schemas.microsoft.com/office/drawing/2014/main" id="{42F65FA7-A07D-4407-B058-F2D26BB9DB97}"/>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424" name="文本框 15424">
                <a:extLst>
                  <a:ext uri="{FF2B5EF4-FFF2-40B4-BE49-F238E27FC236}">
                    <a16:creationId xmlns:a16="http://schemas.microsoft.com/office/drawing/2014/main" id="{62FB530C-8CBA-42B2-B558-2F36EB72762A}"/>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5425" name="直接连接符 15425">
                <a:extLst>
                  <a:ext uri="{FF2B5EF4-FFF2-40B4-BE49-F238E27FC236}">
                    <a16:creationId xmlns:a16="http://schemas.microsoft.com/office/drawing/2014/main" id="{6D64209A-21E1-4A94-B9CB-B828150D7DA2}"/>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426" name="组合 15426">
                <a:extLst>
                  <a:ext uri="{FF2B5EF4-FFF2-40B4-BE49-F238E27FC236}">
                    <a16:creationId xmlns:a16="http://schemas.microsoft.com/office/drawing/2014/main" id="{621651A9-9252-4471-9882-CDCD8FB355A8}"/>
                  </a:ext>
                </a:extLst>
              </p:cNvPr>
              <p:cNvGrpSpPr>
                <a:grpSpLocks/>
              </p:cNvGrpSpPr>
              <p:nvPr/>
            </p:nvGrpSpPr>
            <p:grpSpPr bwMode="auto">
              <a:xfrm>
                <a:off x="1431" y="1632"/>
                <a:ext cx="54" cy="194"/>
                <a:chOff x="0" y="0"/>
                <a:chExt cx="54" cy="194"/>
              </a:xfrm>
            </p:grpSpPr>
            <p:sp>
              <p:nvSpPr>
                <p:cNvPr id="15427" name="椭圆 15427">
                  <a:extLst>
                    <a:ext uri="{FF2B5EF4-FFF2-40B4-BE49-F238E27FC236}">
                      <a16:creationId xmlns:a16="http://schemas.microsoft.com/office/drawing/2014/main" id="{FE4BB06C-A3EA-4FDB-BC96-93CC9EB050BB}"/>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5428" name="直接连接符 15428">
                  <a:extLst>
                    <a:ext uri="{FF2B5EF4-FFF2-40B4-BE49-F238E27FC236}">
                      <a16:creationId xmlns:a16="http://schemas.microsoft.com/office/drawing/2014/main" id="{F5CFE6A7-0630-4B1D-BA81-631F79925A7B}"/>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429" name="直接连接符 15429">
                <a:extLst>
                  <a:ext uri="{FF2B5EF4-FFF2-40B4-BE49-F238E27FC236}">
                    <a16:creationId xmlns:a16="http://schemas.microsoft.com/office/drawing/2014/main" id="{637A0012-F5FB-4823-883D-363112003609}"/>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0" name="文本框 15430">
                <a:extLst>
                  <a:ext uri="{FF2B5EF4-FFF2-40B4-BE49-F238E27FC236}">
                    <a16:creationId xmlns:a16="http://schemas.microsoft.com/office/drawing/2014/main" id="{0263960E-067C-412B-AA34-BA60D098FB45}"/>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5431" name="直接连接符 15431">
                <a:extLst>
                  <a:ext uri="{FF2B5EF4-FFF2-40B4-BE49-F238E27FC236}">
                    <a16:creationId xmlns:a16="http://schemas.microsoft.com/office/drawing/2014/main" id="{A469B2C6-01DB-482F-9838-B4CBE21E8A94}"/>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432" name="组合 15432">
                <a:extLst>
                  <a:ext uri="{FF2B5EF4-FFF2-40B4-BE49-F238E27FC236}">
                    <a16:creationId xmlns:a16="http://schemas.microsoft.com/office/drawing/2014/main" id="{2CCC6F47-BDBD-459E-80F9-64FE837C2C07}"/>
                  </a:ext>
                </a:extLst>
              </p:cNvPr>
              <p:cNvGrpSpPr>
                <a:grpSpLocks/>
              </p:cNvGrpSpPr>
              <p:nvPr/>
            </p:nvGrpSpPr>
            <p:grpSpPr bwMode="auto">
              <a:xfrm>
                <a:off x="1741" y="651"/>
                <a:ext cx="1040" cy="1583"/>
                <a:chOff x="0" y="0"/>
                <a:chExt cx="1514" cy="2445"/>
              </a:xfrm>
            </p:grpSpPr>
            <p:sp>
              <p:nvSpPr>
                <p:cNvPr id="15433" name="直接连接符 15433">
                  <a:extLst>
                    <a:ext uri="{FF2B5EF4-FFF2-40B4-BE49-F238E27FC236}">
                      <a16:creationId xmlns:a16="http://schemas.microsoft.com/office/drawing/2014/main" id="{D7DAAA6C-7282-4512-B428-74A4DE6B4492}"/>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4" name="直接连接符 15434">
                  <a:extLst>
                    <a:ext uri="{FF2B5EF4-FFF2-40B4-BE49-F238E27FC236}">
                      <a16:creationId xmlns:a16="http://schemas.microsoft.com/office/drawing/2014/main" id="{F0947875-C291-4594-B662-DF277A94949B}"/>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5" name="直接连接符 15435">
                  <a:extLst>
                    <a:ext uri="{FF2B5EF4-FFF2-40B4-BE49-F238E27FC236}">
                      <a16:creationId xmlns:a16="http://schemas.microsoft.com/office/drawing/2014/main" id="{32FEB8B0-B8A6-4530-9873-D354A9E35F86}"/>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36" name="直接连接符 15436">
                  <a:extLst>
                    <a:ext uri="{FF2B5EF4-FFF2-40B4-BE49-F238E27FC236}">
                      <a16:creationId xmlns:a16="http://schemas.microsoft.com/office/drawing/2014/main" id="{2C23BDD1-91AB-4D47-8E0C-01AA169A6B7E}"/>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37" name="直接连接符 15437">
                  <a:extLst>
                    <a:ext uri="{FF2B5EF4-FFF2-40B4-BE49-F238E27FC236}">
                      <a16:creationId xmlns:a16="http://schemas.microsoft.com/office/drawing/2014/main" id="{C13BFD35-7FFD-4EA3-940C-85F72F85060C}"/>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38" name="组合 15438">
                <a:extLst>
                  <a:ext uri="{FF2B5EF4-FFF2-40B4-BE49-F238E27FC236}">
                    <a16:creationId xmlns:a16="http://schemas.microsoft.com/office/drawing/2014/main" id="{4A4BC9A1-7AF5-49D2-95CD-B62061B9C1C8}"/>
                  </a:ext>
                </a:extLst>
              </p:cNvPr>
              <p:cNvGrpSpPr>
                <a:grpSpLocks/>
              </p:cNvGrpSpPr>
              <p:nvPr/>
            </p:nvGrpSpPr>
            <p:grpSpPr bwMode="auto">
              <a:xfrm>
                <a:off x="2377" y="2021"/>
                <a:ext cx="2253" cy="612"/>
                <a:chOff x="0" y="0"/>
                <a:chExt cx="3280" cy="945"/>
              </a:xfrm>
            </p:grpSpPr>
            <p:sp>
              <p:nvSpPr>
                <p:cNvPr id="15439" name="文本框 15439">
                  <a:extLst>
                    <a:ext uri="{FF2B5EF4-FFF2-40B4-BE49-F238E27FC236}">
                      <a16:creationId xmlns:a16="http://schemas.microsoft.com/office/drawing/2014/main" id="{DCE22648-822E-4905-B23D-7550324DDD9F}"/>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15440" name="直接连接符 15440">
                  <a:extLst>
                    <a:ext uri="{FF2B5EF4-FFF2-40B4-BE49-F238E27FC236}">
                      <a16:creationId xmlns:a16="http://schemas.microsoft.com/office/drawing/2014/main" id="{9EAD672D-8599-42E9-86EE-B465CD914FA6}"/>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41" name="直接连接符 15441">
                  <a:extLst>
                    <a:ext uri="{FF2B5EF4-FFF2-40B4-BE49-F238E27FC236}">
                      <a16:creationId xmlns:a16="http://schemas.microsoft.com/office/drawing/2014/main" id="{6828B835-76D4-4D15-A216-4C08074C2C4B}"/>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42" name="直接连接符 15442">
                  <a:extLst>
                    <a:ext uri="{FF2B5EF4-FFF2-40B4-BE49-F238E27FC236}">
                      <a16:creationId xmlns:a16="http://schemas.microsoft.com/office/drawing/2014/main" id="{36360624-A1D8-4136-A4C5-827098D5A685}"/>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43" name="左右箭头 15443">
                  <a:extLst>
                    <a:ext uri="{FF2B5EF4-FFF2-40B4-BE49-F238E27FC236}">
                      <a16:creationId xmlns:a16="http://schemas.microsoft.com/office/drawing/2014/main" id="{7907AE8E-A30D-4AC1-9CE8-7D77E790B510}"/>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5444" name="直接连接符 15444">
                <a:extLst>
                  <a:ext uri="{FF2B5EF4-FFF2-40B4-BE49-F238E27FC236}">
                    <a16:creationId xmlns:a16="http://schemas.microsoft.com/office/drawing/2014/main" id="{A4764994-4BFD-4894-8C8D-8F7681258583}"/>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445" name="文本框 15445">
              <a:extLst>
                <a:ext uri="{FF2B5EF4-FFF2-40B4-BE49-F238E27FC236}">
                  <a16:creationId xmlns:a16="http://schemas.microsoft.com/office/drawing/2014/main" id="{C0725E32-AC9F-4C17-AA57-A76C78161BF8}"/>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5446" name="椭圆 15446">
            <a:extLst>
              <a:ext uri="{FF2B5EF4-FFF2-40B4-BE49-F238E27FC236}">
                <a16:creationId xmlns:a16="http://schemas.microsoft.com/office/drawing/2014/main" id="{DF2A1317-B8CF-43DE-8C81-0A91A78B12F1}"/>
              </a:ext>
            </a:extLst>
          </p:cNvPr>
          <p:cNvSpPr>
            <a:spLocks noChangeArrowheads="1"/>
          </p:cNvSpPr>
          <p:nvPr/>
        </p:nvSpPr>
        <p:spPr bwMode="auto">
          <a:xfrm>
            <a:off x="900113" y="4724400"/>
            <a:ext cx="792162" cy="649288"/>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5447" name="灯片编号占位符 1">
            <a:extLst>
              <a:ext uri="{FF2B5EF4-FFF2-40B4-BE49-F238E27FC236}">
                <a16:creationId xmlns:a16="http://schemas.microsoft.com/office/drawing/2014/main" id="{51254ECB-FF97-49B0-BFA0-AD514C4E996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23AEED81-7B51-4A98-9EC9-964131B6D7C9}" type="slidenum">
              <a:rPr lang="zh-CN" altLang="en-US" smtClean="0"/>
              <a:pPr eaLnBrk="0" hangingPunct="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文本框 16385">
            <a:extLst>
              <a:ext uri="{FF2B5EF4-FFF2-40B4-BE49-F238E27FC236}">
                <a16:creationId xmlns:a16="http://schemas.microsoft.com/office/drawing/2014/main" id="{AB5628F1-434C-45BD-BE44-A3643667EA45}"/>
              </a:ext>
            </a:extLst>
          </p:cNvPr>
          <p:cNvSpPr txBox="1">
            <a:spLocks noChangeArrowheads="1"/>
          </p:cNvSpPr>
          <p:nvPr/>
        </p:nvSpPr>
        <p:spPr bwMode="auto">
          <a:xfrm>
            <a:off x="561975" y="260350"/>
            <a:ext cx="8402638" cy="234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zh-CN" altLang="en-US" sz="2800">
                <a:solidFill>
                  <a:srgbClr val="FFFF00"/>
                </a:solidFill>
                <a:latin typeface="Times New Roman" panose="02020603050405020304" pitchFamily="18" charset="0"/>
              </a:rPr>
              <a:t>二、管脚分配</a:t>
            </a:r>
          </a:p>
          <a:p>
            <a:pPr algn="just">
              <a:spcBef>
                <a:spcPct val="50000"/>
              </a:spcBef>
            </a:pPr>
            <a:r>
              <a:rPr lang="zh-CN" altLang="en-US" sz="2400">
                <a:solidFill>
                  <a:srgbClr val="FF0000"/>
                </a:solidFill>
                <a:latin typeface="Times New Roman" panose="02020603050405020304" pitchFamily="18" charset="0"/>
              </a:rPr>
              <a:t>写控制信号</a:t>
            </a:r>
            <a:r>
              <a:rPr lang="en-US" altLang="zh-CN" sz="2400">
                <a:solidFill>
                  <a:srgbClr val="FF0000"/>
                </a:solidFill>
                <a:latin typeface="Times New Roman" panose="02020603050405020304" pitchFamily="18" charset="0"/>
              </a:rPr>
              <a:t>WR:</a:t>
            </a:r>
            <a:r>
              <a:rPr lang="zh-CN" altLang="en-US" sz="2400">
                <a:latin typeface="Times New Roman" panose="02020603050405020304" pitchFamily="18" charset="0"/>
              </a:rPr>
              <a:t>为</a:t>
            </a:r>
            <a:r>
              <a:rPr lang="en-US" altLang="zh-CN" sz="2400">
                <a:latin typeface="Times New Roman" panose="02020603050405020304" pitchFamily="18" charset="0"/>
              </a:rPr>
              <a:t>0</a:t>
            </a:r>
            <a:r>
              <a:rPr lang="zh-CN" altLang="en-US" sz="2400">
                <a:latin typeface="Times New Roman" panose="02020603050405020304" pitchFamily="18" charset="0"/>
              </a:rPr>
              <a:t>（有效）时，</a:t>
            </a:r>
            <a:r>
              <a:rPr lang="en-US" altLang="zh-CN" sz="2400">
                <a:latin typeface="Times New Roman" panose="02020603050405020304" pitchFamily="18" charset="0"/>
              </a:rPr>
              <a:t>CPU</a:t>
            </a:r>
            <a:r>
              <a:rPr lang="zh-CN" altLang="en-US" sz="2400">
                <a:latin typeface="Times New Roman" panose="02020603050405020304" pitchFamily="18" charset="0"/>
              </a:rPr>
              <a:t>把命令字写入相应的命令寄存器。</a:t>
            </a:r>
          </a:p>
          <a:p>
            <a:pPr algn="just">
              <a:spcBef>
                <a:spcPct val="50000"/>
              </a:spcBef>
            </a:pPr>
            <a:r>
              <a:rPr lang="zh-CN" altLang="en-US" sz="2400">
                <a:solidFill>
                  <a:srgbClr val="FF0000"/>
                </a:solidFill>
                <a:latin typeface="Times New Roman" panose="02020603050405020304" pitchFamily="18" charset="0"/>
              </a:rPr>
              <a:t>读控制信号</a:t>
            </a:r>
            <a:r>
              <a:rPr lang="en-US" altLang="zh-CN" sz="2400">
                <a:solidFill>
                  <a:srgbClr val="FF0000"/>
                </a:solidFill>
                <a:latin typeface="Times New Roman" panose="02020603050405020304" pitchFamily="18" charset="0"/>
              </a:rPr>
              <a:t>RD</a:t>
            </a:r>
            <a:r>
              <a:rPr lang="zh-CN" altLang="en-US" sz="2400">
                <a:solidFill>
                  <a:srgbClr val="FF0000"/>
                </a:solidFill>
                <a:latin typeface="Times New Roman" panose="02020603050405020304" pitchFamily="18" charset="0"/>
              </a:rPr>
              <a:t>：</a:t>
            </a:r>
            <a:r>
              <a:rPr lang="zh-CN" altLang="en-US" sz="2400">
                <a:latin typeface="Times New Roman" panose="02020603050405020304" pitchFamily="18" charset="0"/>
              </a:rPr>
              <a:t>为</a:t>
            </a:r>
            <a:r>
              <a:rPr lang="en-US" altLang="zh-CN" sz="2400">
                <a:latin typeface="Times New Roman" panose="02020603050405020304" pitchFamily="18" charset="0"/>
              </a:rPr>
              <a:t>0</a:t>
            </a:r>
            <a:r>
              <a:rPr lang="zh-CN" altLang="en-US" sz="2400">
                <a:latin typeface="Times New Roman" panose="02020603050405020304" pitchFamily="18" charset="0"/>
              </a:rPr>
              <a:t>（有效）时，</a:t>
            </a:r>
            <a:r>
              <a:rPr lang="en-US" altLang="zh-CN" sz="2400">
                <a:latin typeface="Times New Roman" panose="02020603050405020304" pitchFamily="18" charset="0"/>
              </a:rPr>
              <a:t>CPU</a:t>
            </a:r>
            <a:r>
              <a:rPr lang="zh-CN" altLang="en-US" sz="2400">
                <a:latin typeface="Times New Roman" panose="02020603050405020304" pitchFamily="18" charset="0"/>
              </a:rPr>
              <a:t>读取</a:t>
            </a:r>
            <a:r>
              <a:rPr lang="en-US" altLang="zh-CN" sz="2400">
                <a:latin typeface="Times New Roman" panose="02020603050405020304" pitchFamily="18" charset="0"/>
              </a:rPr>
              <a:t>8259A</a:t>
            </a:r>
            <a:r>
              <a:rPr lang="zh-CN" altLang="en-US" sz="2400">
                <a:latin typeface="Times New Roman" panose="02020603050405020304" pitchFamily="18" charset="0"/>
              </a:rPr>
              <a:t>内部寄存器的内容。</a:t>
            </a:r>
          </a:p>
        </p:txBody>
      </p:sp>
      <p:grpSp>
        <p:nvGrpSpPr>
          <p:cNvPr id="16386" name="组合 16386">
            <a:extLst>
              <a:ext uri="{FF2B5EF4-FFF2-40B4-BE49-F238E27FC236}">
                <a16:creationId xmlns:a16="http://schemas.microsoft.com/office/drawing/2014/main" id="{C1D2329D-D950-4010-ACF2-0787488E962A}"/>
              </a:ext>
            </a:extLst>
          </p:cNvPr>
          <p:cNvGrpSpPr>
            <a:grpSpLocks/>
          </p:cNvGrpSpPr>
          <p:nvPr/>
        </p:nvGrpSpPr>
        <p:grpSpPr bwMode="auto">
          <a:xfrm>
            <a:off x="0" y="2205038"/>
            <a:ext cx="8482013" cy="4872037"/>
            <a:chOff x="0" y="0"/>
            <a:chExt cx="5343" cy="3069"/>
          </a:xfrm>
        </p:grpSpPr>
        <p:grpSp>
          <p:nvGrpSpPr>
            <p:cNvPr id="16387" name="组合 16387">
              <a:extLst>
                <a:ext uri="{FF2B5EF4-FFF2-40B4-BE49-F238E27FC236}">
                  <a16:creationId xmlns:a16="http://schemas.microsoft.com/office/drawing/2014/main" id="{6CC9301D-E8C6-479F-8CC6-59407831F254}"/>
                </a:ext>
              </a:extLst>
            </p:cNvPr>
            <p:cNvGrpSpPr>
              <a:grpSpLocks/>
            </p:cNvGrpSpPr>
            <p:nvPr/>
          </p:nvGrpSpPr>
          <p:grpSpPr bwMode="auto">
            <a:xfrm>
              <a:off x="4717" y="1053"/>
              <a:ext cx="626" cy="311"/>
              <a:chOff x="0" y="0"/>
              <a:chExt cx="626" cy="311"/>
            </a:xfrm>
          </p:grpSpPr>
          <p:sp>
            <p:nvSpPr>
              <p:cNvPr id="16388" name="直接连接符 16388">
                <a:extLst>
                  <a:ext uri="{FF2B5EF4-FFF2-40B4-BE49-F238E27FC236}">
                    <a16:creationId xmlns:a16="http://schemas.microsoft.com/office/drawing/2014/main" id="{C2F1E7E5-8683-4BD9-9E08-9996CA41FF02}"/>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89" name="文本框 16389">
                <a:extLst>
                  <a:ext uri="{FF2B5EF4-FFF2-40B4-BE49-F238E27FC236}">
                    <a16:creationId xmlns:a16="http://schemas.microsoft.com/office/drawing/2014/main" id="{ABDAABBE-0D26-4ADD-B151-5F9973CD37C4}"/>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6390" name="组合 16390">
              <a:extLst>
                <a:ext uri="{FF2B5EF4-FFF2-40B4-BE49-F238E27FC236}">
                  <a16:creationId xmlns:a16="http://schemas.microsoft.com/office/drawing/2014/main" id="{8022A737-052C-4C0E-A140-9B0EDF34E96B}"/>
                </a:ext>
              </a:extLst>
            </p:cNvPr>
            <p:cNvGrpSpPr>
              <a:grpSpLocks/>
            </p:cNvGrpSpPr>
            <p:nvPr/>
          </p:nvGrpSpPr>
          <p:grpSpPr bwMode="auto">
            <a:xfrm>
              <a:off x="4718" y="1244"/>
              <a:ext cx="625" cy="311"/>
              <a:chOff x="0" y="0"/>
              <a:chExt cx="625" cy="311"/>
            </a:xfrm>
          </p:grpSpPr>
          <p:sp>
            <p:nvSpPr>
              <p:cNvPr id="16391" name="直接连接符 16391">
                <a:extLst>
                  <a:ext uri="{FF2B5EF4-FFF2-40B4-BE49-F238E27FC236}">
                    <a16:creationId xmlns:a16="http://schemas.microsoft.com/office/drawing/2014/main" id="{B42EC2CE-75D4-41BD-A6D3-CA90350E1586}"/>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2" name="文本框 16392">
                <a:extLst>
                  <a:ext uri="{FF2B5EF4-FFF2-40B4-BE49-F238E27FC236}">
                    <a16:creationId xmlns:a16="http://schemas.microsoft.com/office/drawing/2014/main" id="{91442C81-5D7C-4043-8E94-D88FEBD10475}"/>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16393" name="组合 16393">
              <a:extLst>
                <a:ext uri="{FF2B5EF4-FFF2-40B4-BE49-F238E27FC236}">
                  <a16:creationId xmlns:a16="http://schemas.microsoft.com/office/drawing/2014/main" id="{6C7D4F67-6B63-45D6-BD98-61349DF268D3}"/>
                </a:ext>
              </a:extLst>
            </p:cNvPr>
            <p:cNvGrpSpPr>
              <a:grpSpLocks/>
            </p:cNvGrpSpPr>
            <p:nvPr/>
          </p:nvGrpSpPr>
          <p:grpSpPr bwMode="auto">
            <a:xfrm>
              <a:off x="0" y="0"/>
              <a:ext cx="4912" cy="3069"/>
              <a:chOff x="0" y="0"/>
              <a:chExt cx="4912" cy="3069"/>
            </a:xfrm>
          </p:grpSpPr>
          <p:sp>
            <p:nvSpPr>
              <p:cNvPr id="16394" name="文本框 16394">
                <a:extLst>
                  <a:ext uri="{FF2B5EF4-FFF2-40B4-BE49-F238E27FC236}">
                    <a16:creationId xmlns:a16="http://schemas.microsoft.com/office/drawing/2014/main" id="{C82FBC02-BB81-4E8E-90A3-B04348033EDA}"/>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16395" name="左右箭头 16395">
                <a:extLst>
                  <a:ext uri="{FF2B5EF4-FFF2-40B4-BE49-F238E27FC236}">
                    <a16:creationId xmlns:a16="http://schemas.microsoft.com/office/drawing/2014/main" id="{A80667D0-B1B7-421D-AE9E-F3B1C0FD37F1}"/>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6396" name="左右箭头 16396">
                <a:extLst>
                  <a:ext uri="{FF2B5EF4-FFF2-40B4-BE49-F238E27FC236}">
                    <a16:creationId xmlns:a16="http://schemas.microsoft.com/office/drawing/2014/main" id="{107F5548-378C-42CB-B052-8E02C6D21420}"/>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6397" name="文本框 16397">
                <a:extLst>
                  <a:ext uri="{FF2B5EF4-FFF2-40B4-BE49-F238E27FC236}">
                    <a16:creationId xmlns:a16="http://schemas.microsoft.com/office/drawing/2014/main" id="{657607F7-96E3-452A-A9E8-DE1C3CE57F1C}"/>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6398" name="文本框 16398">
                <a:extLst>
                  <a:ext uri="{FF2B5EF4-FFF2-40B4-BE49-F238E27FC236}">
                    <a16:creationId xmlns:a16="http://schemas.microsoft.com/office/drawing/2014/main" id="{38EA06FD-0FCE-425C-9A73-85538821130E}"/>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16399" name="直接连接符 16399">
                <a:extLst>
                  <a:ext uri="{FF2B5EF4-FFF2-40B4-BE49-F238E27FC236}">
                    <a16:creationId xmlns:a16="http://schemas.microsoft.com/office/drawing/2014/main" id="{98E3AC8F-0F73-4AEB-863F-B5A410064EB3}"/>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0" name="文本框 16400">
                <a:extLst>
                  <a:ext uri="{FF2B5EF4-FFF2-40B4-BE49-F238E27FC236}">
                    <a16:creationId xmlns:a16="http://schemas.microsoft.com/office/drawing/2014/main" id="{E591CB79-242B-4A48-93E4-CC10D44FD60C}"/>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6401" name="直接连接符 16401">
                <a:extLst>
                  <a:ext uri="{FF2B5EF4-FFF2-40B4-BE49-F238E27FC236}">
                    <a16:creationId xmlns:a16="http://schemas.microsoft.com/office/drawing/2014/main" id="{1C4F1B52-9D79-4A5F-80A8-F980237EFAFB}"/>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2" name="文本框 16402">
                <a:extLst>
                  <a:ext uri="{FF2B5EF4-FFF2-40B4-BE49-F238E27FC236}">
                    <a16:creationId xmlns:a16="http://schemas.microsoft.com/office/drawing/2014/main" id="{78D636C1-5BDD-4376-8BEB-02C2C08B1E7A}"/>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6403" name="直接连接符 16403">
                <a:extLst>
                  <a:ext uri="{FF2B5EF4-FFF2-40B4-BE49-F238E27FC236}">
                    <a16:creationId xmlns:a16="http://schemas.microsoft.com/office/drawing/2014/main" id="{5D3751AA-D416-4CE7-97EB-B9319656F0DA}"/>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4" name="文本框 16404">
                <a:extLst>
                  <a:ext uri="{FF2B5EF4-FFF2-40B4-BE49-F238E27FC236}">
                    <a16:creationId xmlns:a16="http://schemas.microsoft.com/office/drawing/2014/main" id="{BE1DC09D-02AB-4ED6-9370-99CE0E405753}"/>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6405" name="组合 16405">
                <a:extLst>
                  <a:ext uri="{FF2B5EF4-FFF2-40B4-BE49-F238E27FC236}">
                    <a16:creationId xmlns:a16="http://schemas.microsoft.com/office/drawing/2014/main" id="{7AB94755-7E8A-4254-909D-316DF744C5A5}"/>
                  </a:ext>
                </a:extLst>
              </p:cNvPr>
              <p:cNvGrpSpPr>
                <a:grpSpLocks/>
              </p:cNvGrpSpPr>
              <p:nvPr/>
            </p:nvGrpSpPr>
            <p:grpSpPr bwMode="auto">
              <a:xfrm>
                <a:off x="1266" y="2526"/>
                <a:ext cx="54" cy="262"/>
                <a:chOff x="0" y="0"/>
                <a:chExt cx="79" cy="405"/>
              </a:xfrm>
            </p:grpSpPr>
            <p:sp>
              <p:nvSpPr>
                <p:cNvPr id="16406" name="椭圆 16406">
                  <a:extLst>
                    <a:ext uri="{FF2B5EF4-FFF2-40B4-BE49-F238E27FC236}">
                      <a16:creationId xmlns:a16="http://schemas.microsoft.com/office/drawing/2014/main" id="{990EE1A9-FF0B-4439-BD05-8FDE615887C0}"/>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6407" name="直接连接符 16407">
                  <a:extLst>
                    <a:ext uri="{FF2B5EF4-FFF2-40B4-BE49-F238E27FC236}">
                      <a16:creationId xmlns:a16="http://schemas.microsoft.com/office/drawing/2014/main" id="{D48D7602-6450-4AE7-B7F1-ECEC5025287B}"/>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08" name="直接连接符 16408">
                <a:extLst>
                  <a:ext uri="{FF2B5EF4-FFF2-40B4-BE49-F238E27FC236}">
                    <a16:creationId xmlns:a16="http://schemas.microsoft.com/office/drawing/2014/main" id="{5BB56D26-F9B9-4738-AFE5-6F318403309F}"/>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9" name="文本框 16409">
                <a:extLst>
                  <a:ext uri="{FF2B5EF4-FFF2-40B4-BE49-F238E27FC236}">
                    <a16:creationId xmlns:a16="http://schemas.microsoft.com/office/drawing/2014/main" id="{713A29FC-3BBC-40B6-B2C9-3D9F6F64A350}"/>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6410" name="直接连接符 16410">
                <a:extLst>
                  <a:ext uri="{FF2B5EF4-FFF2-40B4-BE49-F238E27FC236}">
                    <a16:creationId xmlns:a16="http://schemas.microsoft.com/office/drawing/2014/main" id="{DFE50513-0B44-4B52-8C78-14BA658AB3FB}"/>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1" name="直接连接符 16411">
                <a:extLst>
                  <a:ext uri="{FF2B5EF4-FFF2-40B4-BE49-F238E27FC236}">
                    <a16:creationId xmlns:a16="http://schemas.microsoft.com/office/drawing/2014/main" id="{02FBF080-95C7-460D-8AD6-5034A65D6C7D}"/>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2" name="文本框 16412">
                <a:extLst>
                  <a:ext uri="{FF2B5EF4-FFF2-40B4-BE49-F238E27FC236}">
                    <a16:creationId xmlns:a16="http://schemas.microsoft.com/office/drawing/2014/main" id="{B942216D-E01E-4343-84BE-30819E59140A}"/>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6413" name="组合 16413">
                <a:extLst>
                  <a:ext uri="{FF2B5EF4-FFF2-40B4-BE49-F238E27FC236}">
                    <a16:creationId xmlns:a16="http://schemas.microsoft.com/office/drawing/2014/main" id="{78588E40-685E-4D8F-908E-5A02396B01B8}"/>
                  </a:ext>
                </a:extLst>
              </p:cNvPr>
              <p:cNvGrpSpPr>
                <a:grpSpLocks/>
              </p:cNvGrpSpPr>
              <p:nvPr/>
            </p:nvGrpSpPr>
            <p:grpSpPr bwMode="auto">
              <a:xfrm>
                <a:off x="2368" y="0"/>
                <a:ext cx="2380" cy="2040"/>
                <a:chOff x="0" y="0"/>
                <a:chExt cx="2380" cy="2040"/>
              </a:xfrm>
            </p:grpSpPr>
            <p:grpSp>
              <p:nvGrpSpPr>
                <p:cNvPr id="16414" name="组合 16414">
                  <a:extLst>
                    <a:ext uri="{FF2B5EF4-FFF2-40B4-BE49-F238E27FC236}">
                      <a16:creationId xmlns:a16="http://schemas.microsoft.com/office/drawing/2014/main" id="{5C2E47D6-D099-4C08-83A2-825B96E556A0}"/>
                    </a:ext>
                  </a:extLst>
                </p:cNvPr>
                <p:cNvGrpSpPr>
                  <a:grpSpLocks/>
                </p:cNvGrpSpPr>
                <p:nvPr/>
              </p:nvGrpSpPr>
              <p:grpSpPr bwMode="auto">
                <a:xfrm>
                  <a:off x="412" y="0"/>
                  <a:ext cx="1968" cy="2040"/>
                  <a:chOff x="0" y="0"/>
                  <a:chExt cx="1968" cy="2040"/>
                </a:xfrm>
              </p:grpSpPr>
              <p:grpSp>
                <p:nvGrpSpPr>
                  <p:cNvPr id="16415" name="组合 16415">
                    <a:extLst>
                      <a:ext uri="{FF2B5EF4-FFF2-40B4-BE49-F238E27FC236}">
                        <a16:creationId xmlns:a16="http://schemas.microsoft.com/office/drawing/2014/main" id="{10DB1DC5-03A6-464E-8DF2-6CC40DAC4852}"/>
                      </a:ext>
                    </a:extLst>
                  </p:cNvPr>
                  <p:cNvGrpSpPr>
                    <a:grpSpLocks/>
                  </p:cNvGrpSpPr>
                  <p:nvPr/>
                </p:nvGrpSpPr>
                <p:grpSpPr bwMode="auto">
                  <a:xfrm>
                    <a:off x="0" y="0"/>
                    <a:ext cx="1968" cy="796"/>
                    <a:chOff x="0" y="0"/>
                    <a:chExt cx="1968" cy="796"/>
                  </a:xfrm>
                </p:grpSpPr>
                <p:sp>
                  <p:nvSpPr>
                    <p:cNvPr id="16416" name="文本框 16416">
                      <a:extLst>
                        <a:ext uri="{FF2B5EF4-FFF2-40B4-BE49-F238E27FC236}">
                          <a16:creationId xmlns:a16="http://schemas.microsoft.com/office/drawing/2014/main" id="{E3AB3AAD-F1CD-49E0-865F-A5C83CC7898C}"/>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6417" name="组合 16417">
                      <a:extLst>
                        <a:ext uri="{FF2B5EF4-FFF2-40B4-BE49-F238E27FC236}">
                          <a16:creationId xmlns:a16="http://schemas.microsoft.com/office/drawing/2014/main" id="{A33CC3BA-D5C5-4308-8F9D-85A9BA68EFF1}"/>
                        </a:ext>
                      </a:extLst>
                    </p:cNvPr>
                    <p:cNvGrpSpPr>
                      <a:grpSpLocks/>
                    </p:cNvGrpSpPr>
                    <p:nvPr/>
                  </p:nvGrpSpPr>
                  <p:grpSpPr bwMode="auto">
                    <a:xfrm>
                      <a:off x="313" y="38"/>
                      <a:ext cx="618" cy="440"/>
                      <a:chOff x="0" y="0"/>
                      <a:chExt cx="618" cy="440"/>
                    </a:xfrm>
                  </p:grpSpPr>
                  <p:sp>
                    <p:nvSpPr>
                      <p:cNvPr id="16418" name="椭圆 16418">
                        <a:extLst>
                          <a:ext uri="{FF2B5EF4-FFF2-40B4-BE49-F238E27FC236}">
                            <a16:creationId xmlns:a16="http://schemas.microsoft.com/office/drawing/2014/main" id="{98C1B084-3450-4320-B68D-536A9E72D14D}"/>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6419" name="直接连接符 16419">
                        <a:extLst>
                          <a:ext uri="{FF2B5EF4-FFF2-40B4-BE49-F238E27FC236}">
                            <a16:creationId xmlns:a16="http://schemas.microsoft.com/office/drawing/2014/main" id="{2494A46D-467C-4159-98A6-11145EA2EF42}"/>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420" name="组合 16420">
                        <a:extLst>
                          <a:ext uri="{FF2B5EF4-FFF2-40B4-BE49-F238E27FC236}">
                            <a16:creationId xmlns:a16="http://schemas.microsoft.com/office/drawing/2014/main" id="{26ECDF93-27A7-4C23-99DA-D9018AEBC9B7}"/>
                          </a:ext>
                        </a:extLst>
                      </p:cNvPr>
                      <p:cNvGrpSpPr>
                        <a:grpSpLocks/>
                      </p:cNvGrpSpPr>
                      <p:nvPr/>
                    </p:nvGrpSpPr>
                    <p:grpSpPr bwMode="auto">
                      <a:xfrm>
                        <a:off x="0" y="0"/>
                        <a:ext cx="618" cy="359"/>
                        <a:chOff x="0" y="0"/>
                        <a:chExt cx="618" cy="359"/>
                      </a:xfrm>
                    </p:grpSpPr>
                    <p:sp>
                      <p:nvSpPr>
                        <p:cNvPr id="16421" name="文本框 16421">
                          <a:extLst>
                            <a:ext uri="{FF2B5EF4-FFF2-40B4-BE49-F238E27FC236}">
                              <a16:creationId xmlns:a16="http://schemas.microsoft.com/office/drawing/2014/main" id="{E18AB703-C6F8-463D-8BB2-21A0F388BB72}"/>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6422" name="直接连接符 16422">
                          <a:extLst>
                            <a:ext uri="{FF2B5EF4-FFF2-40B4-BE49-F238E27FC236}">
                              <a16:creationId xmlns:a16="http://schemas.microsoft.com/office/drawing/2014/main" id="{787C124F-3356-43DE-ADAE-DBEC9EBAE5DA}"/>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423" name="组合 16423">
                      <a:extLst>
                        <a:ext uri="{FF2B5EF4-FFF2-40B4-BE49-F238E27FC236}">
                          <a16:creationId xmlns:a16="http://schemas.microsoft.com/office/drawing/2014/main" id="{E9C3479F-29AE-40B8-B0B7-168312F2A7A3}"/>
                        </a:ext>
                      </a:extLst>
                    </p:cNvPr>
                    <p:cNvGrpSpPr>
                      <a:grpSpLocks/>
                    </p:cNvGrpSpPr>
                    <p:nvPr/>
                  </p:nvGrpSpPr>
                  <p:grpSpPr bwMode="auto">
                    <a:xfrm>
                      <a:off x="1408" y="0"/>
                      <a:ext cx="531" cy="466"/>
                      <a:chOff x="0" y="0"/>
                      <a:chExt cx="531" cy="466"/>
                    </a:xfrm>
                  </p:grpSpPr>
                  <p:sp>
                    <p:nvSpPr>
                      <p:cNvPr id="16424" name="直接连接符 16424">
                        <a:extLst>
                          <a:ext uri="{FF2B5EF4-FFF2-40B4-BE49-F238E27FC236}">
                            <a16:creationId xmlns:a16="http://schemas.microsoft.com/office/drawing/2014/main" id="{1901F25A-17CA-476D-A57D-79A8353C0CDA}"/>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5" name="文本框 16425">
                        <a:extLst>
                          <a:ext uri="{FF2B5EF4-FFF2-40B4-BE49-F238E27FC236}">
                            <a16:creationId xmlns:a16="http://schemas.microsoft.com/office/drawing/2014/main" id="{7EADEA92-E4EB-4DE0-BB71-CF0BBAE5F22A}"/>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16426" name="组合 16426">
                    <a:extLst>
                      <a:ext uri="{FF2B5EF4-FFF2-40B4-BE49-F238E27FC236}">
                        <a16:creationId xmlns:a16="http://schemas.microsoft.com/office/drawing/2014/main" id="{8F5F6328-0C4F-4251-B026-C2AA887541CB}"/>
                      </a:ext>
                    </a:extLst>
                  </p:cNvPr>
                  <p:cNvGrpSpPr>
                    <a:grpSpLocks/>
                  </p:cNvGrpSpPr>
                  <p:nvPr/>
                </p:nvGrpSpPr>
                <p:grpSpPr bwMode="auto">
                  <a:xfrm>
                    <a:off x="12" y="796"/>
                    <a:ext cx="412" cy="1225"/>
                    <a:chOff x="0" y="0"/>
                    <a:chExt cx="600" cy="1890"/>
                  </a:xfrm>
                </p:grpSpPr>
                <p:sp>
                  <p:nvSpPr>
                    <p:cNvPr id="16427" name="文本框 16427">
                      <a:extLst>
                        <a:ext uri="{FF2B5EF4-FFF2-40B4-BE49-F238E27FC236}">
                          <a16:creationId xmlns:a16="http://schemas.microsoft.com/office/drawing/2014/main" id="{1136D482-7638-4B68-8662-4C28B9FBD315}"/>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16428" name="直接连接符 16428">
                      <a:extLst>
                        <a:ext uri="{FF2B5EF4-FFF2-40B4-BE49-F238E27FC236}">
                          <a16:creationId xmlns:a16="http://schemas.microsoft.com/office/drawing/2014/main" id="{F3C70DD9-7F29-4FEE-85B9-058AA49D0B42}"/>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429" name="组合 16429">
                    <a:extLst>
                      <a:ext uri="{FF2B5EF4-FFF2-40B4-BE49-F238E27FC236}">
                        <a16:creationId xmlns:a16="http://schemas.microsoft.com/office/drawing/2014/main" id="{9BA834E1-59F1-48CF-9B02-A718E91AF31E}"/>
                      </a:ext>
                    </a:extLst>
                  </p:cNvPr>
                  <p:cNvGrpSpPr>
                    <a:grpSpLocks/>
                  </p:cNvGrpSpPr>
                  <p:nvPr/>
                </p:nvGrpSpPr>
                <p:grpSpPr bwMode="auto">
                  <a:xfrm>
                    <a:off x="763" y="787"/>
                    <a:ext cx="412" cy="1243"/>
                    <a:chOff x="0" y="0"/>
                    <a:chExt cx="600" cy="1920"/>
                  </a:xfrm>
                </p:grpSpPr>
                <p:sp>
                  <p:nvSpPr>
                    <p:cNvPr id="16430" name="文本框 16430">
                      <a:extLst>
                        <a:ext uri="{FF2B5EF4-FFF2-40B4-BE49-F238E27FC236}">
                          <a16:creationId xmlns:a16="http://schemas.microsoft.com/office/drawing/2014/main" id="{DD246DD0-509A-44A6-BED9-A9F5BEE1997C}"/>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16431" name="直接连接符 16431">
                      <a:extLst>
                        <a:ext uri="{FF2B5EF4-FFF2-40B4-BE49-F238E27FC236}">
                          <a16:creationId xmlns:a16="http://schemas.microsoft.com/office/drawing/2014/main" id="{D1C4D54D-3DC6-49D2-AB30-27312311C838}"/>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432" name="组合 16432">
                    <a:extLst>
                      <a:ext uri="{FF2B5EF4-FFF2-40B4-BE49-F238E27FC236}">
                        <a16:creationId xmlns:a16="http://schemas.microsoft.com/office/drawing/2014/main" id="{CC1293B6-2BEE-4CEB-99E6-698BBED07E32}"/>
                      </a:ext>
                    </a:extLst>
                  </p:cNvPr>
                  <p:cNvGrpSpPr>
                    <a:grpSpLocks/>
                  </p:cNvGrpSpPr>
                  <p:nvPr/>
                </p:nvGrpSpPr>
                <p:grpSpPr bwMode="auto">
                  <a:xfrm>
                    <a:off x="1526" y="796"/>
                    <a:ext cx="412" cy="1244"/>
                    <a:chOff x="0" y="0"/>
                    <a:chExt cx="600" cy="1920"/>
                  </a:xfrm>
                </p:grpSpPr>
                <p:sp>
                  <p:nvSpPr>
                    <p:cNvPr id="16433" name="文本框 16433">
                      <a:extLst>
                        <a:ext uri="{FF2B5EF4-FFF2-40B4-BE49-F238E27FC236}">
                          <a16:creationId xmlns:a16="http://schemas.microsoft.com/office/drawing/2014/main" id="{C0A421F0-447B-4869-9F93-D353284982B0}"/>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16434" name="直接连接符 16434">
                      <a:extLst>
                        <a:ext uri="{FF2B5EF4-FFF2-40B4-BE49-F238E27FC236}">
                          <a16:creationId xmlns:a16="http://schemas.microsoft.com/office/drawing/2014/main" id="{A66249B3-C7C9-45C1-95A8-6CF38BDBA1B2}"/>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35" name="左右箭头 16435">
                    <a:extLst>
                      <a:ext uri="{FF2B5EF4-FFF2-40B4-BE49-F238E27FC236}">
                        <a16:creationId xmlns:a16="http://schemas.microsoft.com/office/drawing/2014/main" id="{A8680D0E-61B2-4E98-A93F-F901B35E53CC}"/>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6436" name="左箭头 16436">
                    <a:extLst>
                      <a:ext uri="{FF2B5EF4-FFF2-40B4-BE49-F238E27FC236}">
                        <a16:creationId xmlns:a16="http://schemas.microsoft.com/office/drawing/2014/main" id="{1B69F291-6021-465B-8E09-2C2E93F6E7C5}"/>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6437" name="左箭头 16437">
                  <a:extLst>
                    <a:ext uri="{FF2B5EF4-FFF2-40B4-BE49-F238E27FC236}">
                      <a16:creationId xmlns:a16="http://schemas.microsoft.com/office/drawing/2014/main" id="{4F0C0DBA-5A30-464E-8886-B3FEE1847473}"/>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6438" name="文本框 16438">
                <a:extLst>
                  <a:ext uri="{FF2B5EF4-FFF2-40B4-BE49-F238E27FC236}">
                    <a16:creationId xmlns:a16="http://schemas.microsoft.com/office/drawing/2014/main" id="{394C5F91-FB69-46A5-89DE-4EE6E6D5EA46}"/>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16439" name="椭圆 16439">
                <a:extLst>
                  <a:ext uri="{FF2B5EF4-FFF2-40B4-BE49-F238E27FC236}">
                    <a16:creationId xmlns:a16="http://schemas.microsoft.com/office/drawing/2014/main" id="{5E525DB6-2C17-40E3-B84E-42D9E21C44AD}"/>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6440" name="直接连接符 16440">
                <a:extLst>
                  <a:ext uri="{FF2B5EF4-FFF2-40B4-BE49-F238E27FC236}">
                    <a16:creationId xmlns:a16="http://schemas.microsoft.com/office/drawing/2014/main" id="{010C9B2A-596B-433A-9F19-D9C5460A8BDF}"/>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41" name="文本框 16441">
                <a:extLst>
                  <a:ext uri="{FF2B5EF4-FFF2-40B4-BE49-F238E27FC236}">
                    <a16:creationId xmlns:a16="http://schemas.microsoft.com/office/drawing/2014/main" id="{48308932-33C0-4BA5-B5E2-4C85E10EB928}"/>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6442" name="直接连接符 16442">
                <a:extLst>
                  <a:ext uri="{FF2B5EF4-FFF2-40B4-BE49-F238E27FC236}">
                    <a16:creationId xmlns:a16="http://schemas.microsoft.com/office/drawing/2014/main" id="{DCE937AC-3E81-4C47-8722-56D270B6486D}"/>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3" name="直接连接符 16443">
                <a:extLst>
                  <a:ext uri="{FF2B5EF4-FFF2-40B4-BE49-F238E27FC236}">
                    <a16:creationId xmlns:a16="http://schemas.microsoft.com/office/drawing/2014/main" id="{0FEAE2D3-9370-4C7B-8B60-DC40B2EB5F7A}"/>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44" name="文本框 16444">
                <a:extLst>
                  <a:ext uri="{FF2B5EF4-FFF2-40B4-BE49-F238E27FC236}">
                    <a16:creationId xmlns:a16="http://schemas.microsoft.com/office/drawing/2014/main" id="{416732BA-8BA6-469A-8193-34781C7D88F8}"/>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6445" name="组合 16445">
                <a:extLst>
                  <a:ext uri="{FF2B5EF4-FFF2-40B4-BE49-F238E27FC236}">
                    <a16:creationId xmlns:a16="http://schemas.microsoft.com/office/drawing/2014/main" id="{99CAD831-646C-470D-9002-5DFC653C2D62}"/>
                  </a:ext>
                </a:extLst>
              </p:cNvPr>
              <p:cNvGrpSpPr>
                <a:grpSpLocks/>
              </p:cNvGrpSpPr>
              <p:nvPr/>
            </p:nvGrpSpPr>
            <p:grpSpPr bwMode="auto">
              <a:xfrm>
                <a:off x="853" y="1322"/>
                <a:ext cx="364" cy="51"/>
                <a:chOff x="0" y="0"/>
                <a:chExt cx="364" cy="51"/>
              </a:xfrm>
            </p:grpSpPr>
            <p:sp>
              <p:nvSpPr>
                <p:cNvPr id="16446" name="椭圆 16446">
                  <a:extLst>
                    <a:ext uri="{FF2B5EF4-FFF2-40B4-BE49-F238E27FC236}">
                      <a16:creationId xmlns:a16="http://schemas.microsoft.com/office/drawing/2014/main" id="{9BDCE5DE-75EF-4D25-BB41-55D3CDED292F}"/>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6447" name="直接连接符 16447">
                  <a:extLst>
                    <a:ext uri="{FF2B5EF4-FFF2-40B4-BE49-F238E27FC236}">
                      <a16:creationId xmlns:a16="http://schemas.microsoft.com/office/drawing/2014/main" id="{501C4E11-D4A5-46BC-957C-217D3FBDD06F}"/>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48" name="文本框 16448">
                <a:extLst>
                  <a:ext uri="{FF2B5EF4-FFF2-40B4-BE49-F238E27FC236}">
                    <a16:creationId xmlns:a16="http://schemas.microsoft.com/office/drawing/2014/main" id="{E4D921EA-1A48-47AA-B098-F1E004EEC60D}"/>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6449" name="直接连接符 16449">
                <a:extLst>
                  <a:ext uri="{FF2B5EF4-FFF2-40B4-BE49-F238E27FC236}">
                    <a16:creationId xmlns:a16="http://schemas.microsoft.com/office/drawing/2014/main" id="{30A02FD2-E3C7-488A-B2FC-0BE9D4D6BAE8}"/>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450" name="组合 16450">
                <a:extLst>
                  <a:ext uri="{FF2B5EF4-FFF2-40B4-BE49-F238E27FC236}">
                    <a16:creationId xmlns:a16="http://schemas.microsoft.com/office/drawing/2014/main" id="{1335BF84-90D8-4710-9EEA-0940321358E7}"/>
                  </a:ext>
                </a:extLst>
              </p:cNvPr>
              <p:cNvGrpSpPr>
                <a:grpSpLocks/>
              </p:cNvGrpSpPr>
              <p:nvPr/>
            </p:nvGrpSpPr>
            <p:grpSpPr bwMode="auto">
              <a:xfrm>
                <a:off x="1431" y="1632"/>
                <a:ext cx="54" cy="194"/>
                <a:chOff x="0" y="0"/>
                <a:chExt cx="54" cy="194"/>
              </a:xfrm>
            </p:grpSpPr>
            <p:sp>
              <p:nvSpPr>
                <p:cNvPr id="16451" name="椭圆 16451">
                  <a:extLst>
                    <a:ext uri="{FF2B5EF4-FFF2-40B4-BE49-F238E27FC236}">
                      <a16:creationId xmlns:a16="http://schemas.microsoft.com/office/drawing/2014/main" id="{6578683C-88C8-4289-850B-684CDC0800B0}"/>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6452" name="直接连接符 16452">
                  <a:extLst>
                    <a:ext uri="{FF2B5EF4-FFF2-40B4-BE49-F238E27FC236}">
                      <a16:creationId xmlns:a16="http://schemas.microsoft.com/office/drawing/2014/main" id="{71BE5281-9524-407F-B317-AB8129914E5A}"/>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53" name="直接连接符 16453">
                <a:extLst>
                  <a:ext uri="{FF2B5EF4-FFF2-40B4-BE49-F238E27FC236}">
                    <a16:creationId xmlns:a16="http://schemas.microsoft.com/office/drawing/2014/main" id="{12D9B59A-4E42-4484-A771-777B01072757}"/>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4" name="文本框 16454">
                <a:extLst>
                  <a:ext uri="{FF2B5EF4-FFF2-40B4-BE49-F238E27FC236}">
                    <a16:creationId xmlns:a16="http://schemas.microsoft.com/office/drawing/2014/main" id="{12C1AB5B-6FB5-4053-98D9-1B76ECC4CEBB}"/>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6455" name="直接连接符 16455">
                <a:extLst>
                  <a:ext uri="{FF2B5EF4-FFF2-40B4-BE49-F238E27FC236}">
                    <a16:creationId xmlns:a16="http://schemas.microsoft.com/office/drawing/2014/main" id="{00D55A07-A20E-4553-8CFC-0C2C745AACCB}"/>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456" name="组合 16456">
                <a:extLst>
                  <a:ext uri="{FF2B5EF4-FFF2-40B4-BE49-F238E27FC236}">
                    <a16:creationId xmlns:a16="http://schemas.microsoft.com/office/drawing/2014/main" id="{153CD1DC-B9F5-44E0-9EE8-712D9D219B5C}"/>
                  </a:ext>
                </a:extLst>
              </p:cNvPr>
              <p:cNvGrpSpPr>
                <a:grpSpLocks/>
              </p:cNvGrpSpPr>
              <p:nvPr/>
            </p:nvGrpSpPr>
            <p:grpSpPr bwMode="auto">
              <a:xfrm>
                <a:off x="1741" y="651"/>
                <a:ext cx="1040" cy="1583"/>
                <a:chOff x="0" y="0"/>
                <a:chExt cx="1514" cy="2445"/>
              </a:xfrm>
            </p:grpSpPr>
            <p:sp>
              <p:nvSpPr>
                <p:cNvPr id="16457" name="直接连接符 16457">
                  <a:extLst>
                    <a:ext uri="{FF2B5EF4-FFF2-40B4-BE49-F238E27FC236}">
                      <a16:creationId xmlns:a16="http://schemas.microsoft.com/office/drawing/2014/main" id="{879528B5-B319-4C42-8D2E-FAEAEFDD7957}"/>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8" name="直接连接符 16458">
                  <a:extLst>
                    <a:ext uri="{FF2B5EF4-FFF2-40B4-BE49-F238E27FC236}">
                      <a16:creationId xmlns:a16="http://schemas.microsoft.com/office/drawing/2014/main" id="{0C759D1A-3EEF-4A71-B0AA-29F1F33CC615}"/>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9" name="直接连接符 16459">
                  <a:extLst>
                    <a:ext uri="{FF2B5EF4-FFF2-40B4-BE49-F238E27FC236}">
                      <a16:creationId xmlns:a16="http://schemas.microsoft.com/office/drawing/2014/main" id="{1CE26659-0467-436E-8D17-F13573FBF451}"/>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0" name="直接连接符 16460">
                  <a:extLst>
                    <a:ext uri="{FF2B5EF4-FFF2-40B4-BE49-F238E27FC236}">
                      <a16:creationId xmlns:a16="http://schemas.microsoft.com/office/drawing/2014/main" id="{607A84B6-1A2C-4B7D-B9A2-0B39F8DFCF36}"/>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1" name="直接连接符 16461">
                  <a:extLst>
                    <a:ext uri="{FF2B5EF4-FFF2-40B4-BE49-F238E27FC236}">
                      <a16:creationId xmlns:a16="http://schemas.microsoft.com/office/drawing/2014/main" id="{5132EFCE-08EC-49C0-AD66-A23A5F36FD8B}"/>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462" name="组合 16462">
                <a:extLst>
                  <a:ext uri="{FF2B5EF4-FFF2-40B4-BE49-F238E27FC236}">
                    <a16:creationId xmlns:a16="http://schemas.microsoft.com/office/drawing/2014/main" id="{ADA5C167-A9C8-4E87-97EC-E5144099BBD0}"/>
                  </a:ext>
                </a:extLst>
              </p:cNvPr>
              <p:cNvGrpSpPr>
                <a:grpSpLocks/>
              </p:cNvGrpSpPr>
              <p:nvPr/>
            </p:nvGrpSpPr>
            <p:grpSpPr bwMode="auto">
              <a:xfrm>
                <a:off x="2377" y="2021"/>
                <a:ext cx="2253" cy="612"/>
                <a:chOff x="0" y="0"/>
                <a:chExt cx="3280" cy="945"/>
              </a:xfrm>
            </p:grpSpPr>
            <p:sp>
              <p:nvSpPr>
                <p:cNvPr id="16463" name="文本框 16463">
                  <a:extLst>
                    <a:ext uri="{FF2B5EF4-FFF2-40B4-BE49-F238E27FC236}">
                      <a16:creationId xmlns:a16="http://schemas.microsoft.com/office/drawing/2014/main" id="{EE82FCBF-55CB-462E-B1B1-2EBD759A25A2}"/>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16464" name="直接连接符 16464">
                  <a:extLst>
                    <a:ext uri="{FF2B5EF4-FFF2-40B4-BE49-F238E27FC236}">
                      <a16:creationId xmlns:a16="http://schemas.microsoft.com/office/drawing/2014/main" id="{8C6D9730-397E-4C36-A98F-6B74764534B4}"/>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5" name="直接连接符 16465">
                  <a:extLst>
                    <a:ext uri="{FF2B5EF4-FFF2-40B4-BE49-F238E27FC236}">
                      <a16:creationId xmlns:a16="http://schemas.microsoft.com/office/drawing/2014/main" id="{0FA16DFF-6922-4A67-9C17-E5F4CAF2C744}"/>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6" name="直接连接符 16466">
                  <a:extLst>
                    <a:ext uri="{FF2B5EF4-FFF2-40B4-BE49-F238E27FC236}">
                      <a16:creationId xmlns:a16="http://schemas.microsoft.com/office/drawing/2014/main" id="{FC4EF9D3-F777-427A-A36B-35B5BE3ADCCD}"/>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7" name="左右箭头 16467">
                  <a:extLst>
                    <a:ext uri="{FF2B5EF4-FFF2-40B4-BE49-F238E27FC236}">
                      <a16:creationId xmlns:a16="http://schemas.microsoft.com/office/drawing/2014/main" id="{0A80B1C2-2F7E-46A7-BE68-64AC0AF5F1E8}"/>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6468" name="直接连接符 16468">
                <a:extLst>
                  <a:ext uri="{FF2B5EF4-FFF2-40B4-BE49-F238E27FC236}">
                    <a16:creationId xmlns:a16="http://schemas.microsoft.com/office/drawing/2014/main" id="{982812E4-AB11-4B96-8209-969C5A4DFE79}"/>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69" name="文本框 16469">
              <a:extLst>
                <a:ext uri="{FF2B5EF4-FFF2-40B4-BE49-F238E27FC236}">
                  <a16:creationId xmlns:a16="http://schemas.microsoft.com/office/drawing/2014/main" id="{211ECE48-FA60-4F0A-BA70-6940F8E6559E}"/>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6470" name="椭圆 16470">
            <a:extLst>
              <a:ext uri="{FF2B5EF4-FFF2-40B4-BE49-F238E27FC236}">
                <a16:creationId xmlns:a16="http://schemas.microsoft.com/office/drawing/2014/main" id="{B4109E41-0743-4334-980C-8777BFD40F9D}"/>
              </a:ext>
            </a:extLst>
          </p:cNvPr>
          <p:cNvSpPr>
            <a:spLocks noChangeArrowheads="1"/>
          </p:cNvSpPr>
          <p:nvPr/>
        </p:nvSpPr>
        <p:spPr bwMode="auto">
          <a:xfrm>
            <a:off x="684213" y="3716338"/>
            <a:ext cx="792162" cy="793750"/>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6472" name="文本框 16471">
            <a:extLst>
              <a:ext uri="{FF2B5EF4-FFF2-40B4-BE49-F238E27FC236}">
                <a16:creationId xmlns:a16="http://schemas.microsoft.com/office/drawing/2014/main" id="{7F564918-3333-48AD-BE02-8A47498B7578}"/>
              </a:ext>
            </a:extLst>
          </p:cNvPr>
          <p:cNvSpPr txBox="1">
            <a:spLocks noChangeArrowheads="1"/>
          </p:cNvSpPr>
          <p:nvPr/>
        </p:nvSpPr>
        <p:spPr bwMode="auto">
          <a:xfrm>
            <a:off x="395288" y="5300663"/>
            <a:ext cx="8516937" cy="1362075"/>
          </a:xfrm>
          <a:prstGeom prst="rect">
            <a:avLst/>
          </a:prstGeom>
          <a:solidFill>
            <a:schemeClr val="bg1"/>
          </a:solidFill>
          <a:ln w="38100">
            <a:solidFill>
              <a:schemeClr val="hlink"/>
            </a:solidFill>
            <a:miter lim="800000"/>
            <a:headEnd/>
            <a:tailEnd/>
          </a:ln>
        </p:spPr>
        <p:txBody>
          <a:bodyPr/>
          <a:lstStyle/>
          <a:p>
            <a:pPr algn="just" eaLnBrk="0" hangingPunct="0"/>
            <a:r>
              <a:rPr lang="en-US" altLang="zh-CN" sz="2400">
                <a:solidFill>
                  <a:schemeClr val="folHlink"/>
                </a:solidFill>
                <a:latin typeface="Times New Roman" panose="02020603050405020304" pitchFamily="18" charset="0"/>
              </a:rPr>
              <a:t>8259</a:t>
            </a:r>
            <a:r>
              <a:rPr lang="zh-CN" altLang="en-US" sz="2400">
                <a:solidFill>
                  <a:schemeClr val="folHlink"/>
                </a:solidFill>
                <a:latin typeface="Times New Roman" panose="02020603050405020304" pitchFamily="18" charset="0"/>
              </a:rPr>
              <a:t>有多个寄存器需要访问：</a:t>
            </a:r>
            <a:r>
              <a:rPr lang="en-US" altLang="zh-CN" sz="2400">
                <a:solidFill>
                  <a:schemeClr val="folHlink"/>
                </a:solidFill>
                <a:latin typeface="Times New Roman" panose="02020603050405020304" pitchFamily="18" charset="0"/>
              </a:rPr>
              <a:t>ICW1~ICW4</a:t>
            </a:r>
            <a:r>
              <a:rPr lang="zh-CN" altLang="en-US" sz="2400">
                <a:solidFill>
                  <a:schemeClr val="folHlink"/>
                </a:solidFill>
                <a:latin typeface="Times New Roman" panose="02020603050405020304" pitchFamily="18" charset="0"/>
              </a:rPr>
              <a:t>，</a:t>
            </a:r>
            <a:r>
              <a:rPr lang="en-US" altLang="zh-CN" sz="2400">
                <a:solidFill>
                  <a:schemeClr val="folHlink"/>
                </a:solidFill>
                <a:latin typeface="Times New Roman" panose="02020603050405020304" pitchFamily="18" charset="0"/>
              </a:rPr>
              <a:t>OCW1~OCW3</a:t>
            </a:r>
            <a:r>
              <a:rPr lang="zh-CN" altLang="en-US" sz="2400">
                <a:solidFill>
                  <a:schemeClr val="folHlink"/>
                </a:solidFill>
                <a:latin typeface="Times New Roman" panose="02020603050405020304" pitchFamily="18" charset="0"/>
              </a:rPr>
              <a:t>，</a:t>
            </a:r>
            <a:r>
              <a:rPr lang="en-US" altLang="zh-CN" sz="2400">
                <a:solidFill>
                  <a:schemeClr val="folHlink"/>
                </a:solidFill>
                <a:latin typeface="Times New Roman" panose="02020603050405020304" pitchFamily="18" charset="0"/>
              </a:rPr>
              <a:t>IRR,ISR,IMR</a:t>
            </a:r>
            <a:r>
              <a:rPr lang="zh-CN" altLang="en-US" sz="2400">
                <a:solidFill>
                  <a:schemeClr val="folHlink"/>
                </a:solidFill>
                <a:latin typeface="Times New Roman" panose="02020603050405020304" pitchFamily="18" charset="0"/>
              </a:rPr>
              <a:t>等，而端口地址只有两个，如何实现对它们的访问？这是个问题。。。。。</a:t>
            </a:r>
          </a:p>
        </p:txBody>
      </p:sp>
      <p:sp>
        <p:nvSpPr>
          <p:cNvPr id="2" name="灯片编号占位符 1">
            <a:extLst>
              <a:ext uri="{FF2B5EF4-FFF2-40B4-BE49-F238E27FC236}">
                <a16:creationId xmlns:a16="http://schemas.microsoft.com/office/drawing/2014/main" id="{73548FC7-8F38-492B-90E2-E5CBF5228A8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67FF13E-0778-42DD-9A90-926375A2ED00}" type="slidenum">
              <a:rPr lang="zh-CN" altLang="en-US" smtClean="0"/>
              <a:pPr eaLnBrk="0" hangingPunct="0"/>
              <a:t>13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72"/>
                                        </p:tgtEl>
                                        <p:attrNameLst>
                                          <p:attrName>style.visibility</p:attrName>
                                        </p:attrNameLst>
                                      </p:cBhvr>
                                      <p:to>
                                        <p:strVal val="visible"/>
                                      </p:to>
                                    </p:set>
                                    <p:anim calcmode="lin" valueType="num">
                                      <p:cBhvr additive="base">
                                        <p:cTn id="7" dur="500" fill="hold"/>
                                        <p:tgtEl>
                                          <p:spTgt spid="16472"/>
                                        </p:tgtEl>
                                        <p:attrNameLst>
                                          <p:attrName>ppt_x</p:attrName>
                                        </p:attrNameLst>
                                      </p:cBhvr>
                                      <p:tavLst>
                                        <p:tav tm="0">
                                          <p:val>
                                            <p:strVal val="#ppt_x"/>
                                          </p:val>
                                        </p:tav>
                                        <p:tav tm="100000">
                                          <p:val>
                                            <p:strVal val="#ppt_x"/>
                                          </p:val>
                                        </p:tav>
                                      </p:tavLst>
                                    </p:anim>
                                    <p:anim calcmode="lin" valueType="num">
                                      <p:cBhvr additive="base">
                                        <p:cTn id="8" dur="500" fill="hold"/>
                                        <p:tgtEl>
                                          <p:spTgt spid="164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7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框 17409">
            <a:extLst>
              <a:ext uri="{FF2B5EF4-FFF2-40B4-BE49-F238E27FC236}">
                <a16:creationId xmlns:a16="http://schemas.microsoft.com/office/drawing/2014/main" id="{4C036041-EECC-4CE3-8EB5-03EAF25F5FA7}"/>
              </a:ext>
            </a:extLst>
          </p:cNvPr>
          <p:cNvSpPr txBox="1">
            <a:spLocks noChangeArrowheads="1"/>
          </p:cNvSpPr>
          <p:nvPr/>
        </p:nvSpPr>
        <p:spPr bwMode="auto">
          <a:xfrm>
            <a:off x="684213" y="260350"/>
            <a:ext cx="8208962"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zh-CN" altLang="en-US" sz="2800">
                <a:solidFill>
                  <a:srgbClr val="FFFF00"/>
                </a:solidFill>
                <a:latin typeface="Times New Roman" panose="02020603050405020304" pitchFamily="18" charset="0"/>
              </a:rPr>
              <a:t>二、管脚分配</a:t>
            </a:r>
          </a:p>
          <a:p>
            <a:pPr algn="just">
              <a:spcBef>
                <a:spcPct val="50000"/>
              </a:spcBef>
            </a:pPr>
            <a:r>
              <a:rPr lang="en-US" altLang="zh-CN" sz="2200">
                <a:solidFill>
                  <a:srgbClr val="FF0000"/>
                </a:solidFill>
                <a:latin typeface="Times New Roman" panose="02020603050405020304" pitchFamily="18" charset="0"/>
              </a:rPr>
              <a:t>SP/EN</a:t>
            </a:r>
            <a:r>
              <a:rPr lang="zh-CN" altLang="en-US" sz="2200">
                <a:solidFill>
                  <a:srgbClr val="FF0000"/>
                </a:solidFill>
                <a:latin typeface="Times New Roman" panose="02020603050405020304" pitchFamily="18" charset="0"/>
              </a:rPr>
              <a:t>为双向双功能引脚</a:t>
            </a:r>
            <a:r>
              <a:rPr lang="zh-CN" altLang="en-US" sz="2200">
                <a:solidFill>
                  <a:srgbClr val="FFFF00"/>
                </a:solidFill>
                <a:latin typeface="Times New Roman" panose="02020603050405020304" pitchFamily="18" charset="0"/>
              </a:rPr>
              <a:t>：</a:t>
            </a:r>
            <a:r>
              <a:rPr lang="zh-CN" altLang="en-US" sz="2200">
                <a:latin typeface="Times New Roman" panose="02020603050405020304" pitchFamily="18" charset="0"/>
              </a:rPr>
              <a:t>在非缓冲方式下，作为输入使用，决定此</a:t>
            </a:r>
            <a:r>
              <a:rPr lang="en-US" altLang="zh-CN" sz="2200">
                <a:latin typeface="Times New Roman" panose="02020603050405020304" pitchFamily="18" charset="0"/>
              </a:rPr>
              <a:t>8259A</a:t>
            </a:r>
            <a:r>
              <a:rPr lang="zh-CN" altLang="en-US" sz="2200">
                <a:latin typeface="Times New Roman" panose="02020603050405020304" pitchFamily="18" charset="0"/>
              </a:rPr>
              <a:t>是主片还是从片，</a:t>
            </a:r>
            <a:r>
              <a:rPr lang="zh-CN" altLang="en-US" sz="2200" b="1">
                <a:solidFill>
                  <a:schemeClr val="hlink"/>
                </a:solidFill>
                <a:latin typeface="Times New Roman" panose="02020603050405020304" pitchFamily="18" charset="0"/>
              </a:rPr>
              <a:t>如果为</a:t>
            </a:r>
            <a:r>
              <a:rPr lang="en-US" altLang="zh-CN" sz="2200" b="1">
                <a:solidFill>
                  <a:schemeClr val="hlink"/>
                </a:solidFill>
                <a:latin typeface="Times New Roman" panose="02020603050405020304" pitchFamily="18" charset="0"/>
              </a:rPr>
              <a:t>1</a:t>
            </a:r>
            <a:r>
              <a:rPr lang="zh-CN" altLang="en-US" sz="2200" b="1">
                <a:solidFill>
                  <a:schemeClr val="hlink"/>
                </a:solidFill>
                <a:latin typeface="Times New Roman" panose="02020603050405020304" pitchFamily="18" charset="0"/>
              </a:rPr>
              <a:t>，则为主片</a:t>
            </a:r>
            <a:r>
              <a:rPr lang="zh-CN" altLang="en-US" sz="2200" b="1">
                <a:latin typeface="Times New Roman" panose="02020603050405020304" pitchFamily="18" charset="0"/>
              </a:rPr>
              <a:t>；</a:t>
            </a:r>
            <a:r>
              <a:rPr lang="zh-CN" altLang="en-US" sz="2200" b="1">
                <a:solidFill>
                  <a:schemeClr val="hlink"/>
                </a:solidFill>
                <a:latin typeface="Times New Roman" panose="02020603050405020304" pitchFamily="18" charset="0"/>
              </a:rPr>
              <a:t>如果为</a:t>
            </a:r>
            <a:r>
              <a:rPr lang="en-US" altLang="zh-CN" sz="2200" b="1">
                <a:solidFill>
                  <a:schemeClr val="hlink"/>
                </a:solidFill>
                <a:latin typeface="Times New Roman" panose="02020603050405020304" pitchFamily="18" charset="0"/>
              </a:rPr>
              <a:t>0</a:t>
            </a:r>
            <a:r>
              <a:rPr lang="zh-CN" altLang="en-US" sz="2200" b="1">
                <a:solidFill>
                  <a:schemeClr val="hlink"/>
                </a:solidFill>
                <a:latin typeface="Times New Roman" panose="02020603050405020304" pitchFamily="18" charset="0"/>
              </a:rPr>
              <a:t>，则为从片</a:t>
            </a:r>
            <a:r>
              <a:rPr lang="zh-CN" altLang="en-US" sz="2200">
                <a:latin typeface="Times New Roman" panose="02020603050405020304" pitchFamily="18" charset="0"/>
              </a:rPr>
              <a:t>。在缓冲方式下，用作输出使用，用于选通</a:t>
            </a:r>
            <a:r>
              <a:rPr lang="en-US" altLang="zh-CN" sz="2200">
                <a:latin typeface="Times New Roman" panose="02020603050405020304" pitchFamily="18" charset="0"/>
              </a:rPr>
              <a:t>8259A</a:t>
            </a:r>
            <a:r>
              <a:rPr lang="zh-CN" altLang="en-US" sz="2200">
                <a:latin typeface="Times New Roman" panose="02020603050405020304" pitchFamily="18" charset="0"/>
              </a:rPr>
              <a:t>至</a:t>
            </a:r>
            <a:r>
              <a:rPr lang="en-US" altLang="zh-CN" sz="2200">
                <a:latin typeface="Times New Roman" panose="02020603050405020304" pitchFamily="18" charset="0"/>
              </a:rPr>
              <a:t>CPU</a:t>
            </a:r>
            <a:r>
              <a:rPr lang="zh-CN" altLang="en-US" sz="2200">
                <a:latin typeface="Times New Roman" panose="02020603050405020304" pitchFamily="18" charset="0"/>
              </a:rPr>
              <a:t>间的数据总线缓冲器。</a:t>
            </a:r>
          </a:p>
        </p:txBody>
      </p:sp>
      <p:grpSp>
        <p:nvGrpSpPr>
          <p:cNvPr id="17410" name="组合 17410">
            <a:extLst>
              <a:ext uri="{FF2B5EF4-FFF2-40B4-BE49-F238E27FC236}">
                <a16:creationId xmlns:a16="http://schemas.microsoft.com/office/drawing/2014/main" id="{696D3559-B6EA-40BB-8C11-0DFC8E416175}"/>
              </a:ext>
            </a:extLst>
          </p:cNvPr>
          <p:cNvGrpSpPr>
            <a:grpSpLocks/>
          </p:cNvGrpSpPr>
          <p:nvPr/>
        </p:nvGrpSpPr>
        <p:grpSpPr bwMode="auto">
          <a:xfrm>
            <a:off x="0" y="2205038"/>
            <a:ext cx="8482013" cy="4872037"/>
            <a:chOff x="0" y="0"/>
            <a:chExt cx="5343" cy="3069"/>
          </a:xfrm>
        </p:grpSpPr>
        <p:grpSp>
          <p:nvGrpSpPr>
            <p:cNvPr id="17411" name="组合 17411">
              <a:extLst>
                <a:ext uri="{FF2B5EF4-FFF2-40B4-BE49-F238E27FC236}">
                  <a16:creationId xmlns:a16="http://schemas.microsoft.com/office/drawing/2014/main" id="{4AEBF92C-AD8F-4B78-8E09-56E00AB36DD9}"/>
                </a:ext>
              </a:extLst>
            </p:cNvPr>
            <p:cNvGrpSpPr>
              <a:grpSpLocks/>
            </p:cNvGrpSpPr>
            <p:nvPr/>
          </p:nvGrpSpPr>
          <p:grpSpPr bwMode="auto">
            <a:xfrm>
              <a:off x="4717" y="1053"/>
              <a:ext cx="626" cy="311"/>
              <a:chOff x="0" y="0"/>
              <a:chExt cx="626" cy="311"/>
            </a:xfrm>
          </p:grpSpPr>
          <p:sp>
            <p:nvSpPr>
              <p:cNvPr id="17412" name="直接连接符 17412">
                <a:extLst>
                  <a:ext uri="{FF2B5EF4-FFF2-40B4-BE49-F238E27FC236}">
                    <a16:creationId xmlns:a16="http://schemas.microsoft.com/office/drawing/2014/main" id="{C9A7A5F8-382C-457E-A0E1-95CEEBDF879F}"/>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3" name="文本框 17413">
                <a:extLst>
                  <a:ext uri="{FF2B5EF4-FFF2-40B4-BE49-F238E27FC236}">
                    <a16:creationId xmlns:a16="http://schemas.microsoft.com/office/drawing/2014/main" id="{5471699B-62A7-415D-A47D-23C313B0C3F5}"/>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7414" name="组合 17414">
              <a:extLst>
                <a:ext uri="{FF2B5EF4-FFF2-40B4-BE49-F238E27FC236}">
                  <a16:creationId xmlns:a16="http://schemas.microsoft.com/office/drawing/2014/main" id="{512E958F-1E1C-4325-A5F3-2A789A02CA96}"/>
                </a:ext>
              </a:extLst>
            </p:cNvPr>
            <p:cNvGrpSpPr>
              <a:grpSpLocks/>
            </p:cNvGrpSpPr>
            <p:nvPr/>
          </p:nvGrpSpPr>
          <p:grpSpPr bwMode="auto">
            <a:xfrm>
              <a:off x="4718" y="1244"/>
              <a:ext cx="625" cy="311"/>
              <a:chOff x="0" y="0"/>
              <a:chExt cx="625" cy="311"/>
            </a:xfrm>
          </p:grpSpPr>
          <p:sp>
            <p:nvSpPr>
              <p:cNvPr id="17415" name="直接连接符 17415">
                <a:extLst>
                  <a:ext uri="{FF2B5EF4-FFF2-40B4-BE49-F238E27FC236}">
                    <a16:creationId xmlns:a16="http://schemas.microsoft.com/office/drawing/2014/main" id="{352AE2B9-6FD8-4E5E-A95F-5CAB45914730}"/>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6" name="文本框 17416">
                <a:extLst>
                  <a:ext uri="{FF2B5EF4-FFF2-40B4-BE49-F238E27FC236}">
                    <a16:creationId xmlns:a16="http://schemas.microsoft.com/office/drawing/2014/main" id="{CB7F7714-F570-43A5-A8DD-885A44A2B11F}"/>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17417" name="组合 17417">
              <a:extLst>
                <a:ext uri="{FF2B5EF4-FFF2-40B4-BE49-F238E27FC236}">
                  <a16:creationId xmlns:a16="http://schemas.microsoft.com/office/drawing/2014/main" id="{C3C0FE3F-4DA1-4848-9CB3-616E714C8DB2}"/>
                </a:ext>
              </a:extLst>
            </p:cNvPr>
            <p:cNvGrpSpPr>
              <a:grpSpLocks/>
            </p:cNvGrpSpPr>
            <p:nvPr/>
          </p:nvGrpSpPr>
          <p:grpSpPr bwMode="auto">
            <a:xfrm>
              <a:off x="0" y="0"/>
              <a:ext cx="4912" cy="3069"/>
              <a:chOff x="0" y="0"/>
              <a:chExt cx="4912" cy="3069"/>
            </a:xfrm>
          </p:grpSpPr>
          <p:sp>
            <p:nvSpPr>
              <p:cNvPr id="17418" name="文本框 17418">
                <a:extLst>
                  <a:ext uri="{FF2B5EF4-FFF2-40B4-BE49-F238E27FC236}">
                    <a16:creationId xmlns:a16="http://schemas.microsoft.com/office/drawing/2014/main" id="{C4F9833E-9DCF-4008-8DA7-2108C218FC05}"/>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17419" name="左右箭头 17419">
                <a:extLst>
                  <a:ext uri="{FF2B5EF4-FFF2-40B4-BE49-F238E27FC236}">
                    <a16:creationId xmlns:a16="http://schemas.microsoft.com/office/drawing/2014/main" id="{E2C9ACDB-2884-4629-B7DC-9DE7B8029F14}"/>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7420" name="左右箭头 17420">
                <a:extLst>
                  <a:ext uri="{FF2B5EF4-FFF2-40B4-BE49-F238E27FC236}">
                    <a16:creationId xmlns:a16="http://schemas.microsoft.com/office/drawing/2014/main" id="{9C36A224-5577-4CE2-8065-21471A143A04}"/>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7421" name="文本框 17421">
                <a:extLst>
                  <a:ext uri="{FF2B5EF4-FFF2-40B4-BE49-F238E27FC236}">
                    <a16:creationId xmlns:a16="http://schemas.microsoft.com/office/drawing/2014/main" id="{C7F3059D-DE2D-453B-8D5A-62A6B081257C}"/>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7422" name="文本框 17422">
                <a:extLst>
                  <a:ext uri="{FF2B5EF4-FFF2-40B4-BE49-F238E27FC236}">
                    <a16:creationId xmlns:a16="http://schemas.microsoft.com/office/drawing/2014/main" id="{1433453B-C0A2-4C18-8E6E-7F111E8002DA}"/>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17423" name="直接连接符 17423">
                <a:extLst>
                  <a:ext uri="{FF2B5EF4-FFF2-40B4-BE49-F238E27FC236}">
                    <a16:creationId xmlns:a16="http://schemas.microsoft.com/office/drawing/2014/main" id="{3138546E-7376-4514-9356-783D8824665D}"/>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4" name="文本框 17424">
                <a:extLst>
                  <a:ext uri="{FF2B5EF4-FFF2-40B4-BE49-F238E27FC236}">
                    <a16:creationId xmlns:a16="http://schemas.microsoft.com/office/drawing/2014/main" id="{80408A81-E264-4C77-941B-9FA2701C2B2E}"/>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7425" name="直接连接符 17425">
                <a:extLst>
                  <a:ext uri="{FF2B5EF4-FFF2-40B4-BE49-F238E27FC236}">
                    <a16:creationId xmlns:a16="http://schemas.microsoft.com/office/drawing/2014/main" id="{26301EAE-7362-4772-A4BA-0F559BA6101A}"/>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6" name="文本框 17426">
                <a:extLst>
                  <a:ext uri="{FF2B5EF4-FFF2-40B4-BE49-F238E27FC236}">
                    <a16:creationId xmlns:a16="http://schemas.microsoft.com/office/drawing/2014/main" id="{62E8192F-BE95-48EA-9F9D-DB7909A52944}"/>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7427" name="直接连接符 17427">
                <a:extLst>
                  <a:ext uri="{FF2B5EF4-FFF2-40B4-BE49-F238E27FC236}">
                    <a16:creationId xmlns:a16="http://schemas.microsoft.com/office/drawing/2014/main" id="{AF43B0ED-9CBA-497E-A93C-D4EF514687F7}"/>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8" name="文本框 17428">
                <a:extLst>
                  <a:ext uri="{FF2B5EF4-FFF2-40B4-BE49-F238E27FC236}">
                    <a16:creationId xmlns:a16="http://schemas.microsoft.com/office/drawing/2014/main" id="{AFBB5DD4-DD41-4A8A-8B75-4B8AF166D7E2}"/>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7429" name="组合 17429">
                <a:extLst>
                  <a:ext uri="{FF2B5EF4-FFF2-40B4-BE49-F238E27FC236}">
                    <a16:creationId xmlns:a16="http://schemas.microsoft.com/office/drawing/2014/main" id="{7972A8FF-1747-4C23-8281-219004B3BF5A}"/>
                  </a:ext>
                </a:extLst>
              </p:cNvPr>
              <p:cNvGrpSpPr>
                <a:grpSpLocks/>
              </p:cNvGrpSpPr>
              <p:nvPr/>
            </p:nvGrpSpPr>
            <p:grpSpPr bwMode="auto">
              <a:xfrm>
                <a:off x="1266" y="2526"/>
                <a:ext cx="54" cy="262"/>
                <a:chOff x="0" y="0"/>
                <a:chExt cx="79" cy="405"/>
              </a:xfrm>
            </p:grpSpPr>
            <p:sp>
              <p:nvSpPr>
                <p:cNvPr id="17430" name="椭圆 17430">
                  <a:extLst>
                    <a:ext uri="{FF2B5EF4-FFF2-40B4-BE49-F238E27FC236}">
                      <a16:creationId xmlns:a16="http://schemas.microsoft.com/office/drawing/2014/main" id="{DD1E8429-0601-4668-A9CE-5F065F048757}"/>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7431" name="直接连接符 17431">
                  <a:extLst>
                    <a:ext uri="{FF2B5EF4-FFF2-40B4-BE49-F238E27FC236}">
                      <a16:creationId xmlns:a16="http://schemas.microsoft.com/office/drawing/2014/main" id="{84BC1FBE-A279-4334-AFE4-9F00E576B64B}"/>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32" name="直接连接符 17432">
                <a:extLst>
                  <a:ext uri="{FF2B5EF4-FFF2-40B4-BE49-F238E27FC236}">
                    <a16:creationId xmlns:a16="http://schemas.microsoft.com/office/drawing/2014/main" id="{9E6EC86C-B6B9-4F5C-AA52-B165909A1343}"/>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33" name="文本框 17433">
                <a:extLst>
                  <a:ext uri="{FF2B5EF4-FFF2-40B4-BE49-F238E27FC236}">
                    <a16:creationId xmlns:a16="http://schemas.microsoft.com/office/drawing/2014/main" id="{226012C1-C3B2-44A6-8EBE-262A3C59EC7D}"/>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7434" name="直接连接符 17434">
                <a:extLst>
                  <a:ext uri="{FF2B5EF4-FFF2-40B4-BE49-F238E27FC236}">
                    <a16:creationId xmlns:a16="http://schemas.microsoft.com/office/drawing/2014/main" id="{F9883A61-4D72-4710-BF49-F96D62D3D8BF}"/>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5" name="直接连接符 17435">
                <a:extLst>
                  <a:ext uri="{FF2B5EF4-FFF2-40B4-BE49-F238E27FC236}">
                    <a16:creationId xmlns:a16="http://schemas.microsoft.com/office/drawing/2014/main" id="{4532062A-43B0-4003-B9F6-4A13BA1D4BFA}"/>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6" name="文本框 17436">
                <a:extLst>
                  <a:ext uri="{FF2B5EF4-FFF2-40B4-BE49-F238E27FC236}">
                    <a16:creationId xmlns:a16="http://schemas.microsoft.com/office/drawing/2014/main" id="{67C90980-0E06-4E4F-82E5-EE935B837D1C}"/>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7437" name="组合 17437">
                <a:extLst>
                  <a:ext uri="{FF2B5EF4-FFF2-40B4-BE49-F238E27FC236}">
                    <a16:creationId xmlns:a16="http://schemas.microsoft.com/office/drawing/2014/main" id="{BFD95661-DC08-439C-B246-84610D8DA95C}"/>
                  </a:ext>
                </a:extLst>
              </p:cNvPr>
              <p:cNvGrpSpPr>
                <a:grpSpLocks/>
              </p:cNvGrpSpPr>
              <p:nvPr/>
            </p:nvGrpSpPr>
            <p:grpSpPr bwMode="auto">
              <a:xfrm>
                <a:off x="2368" y="0"/>
                <a:ext cx="2380" cy="2040"/>
                <a:chOff x="0" y="0"/>
                <a:chExt cx="2380" cy="2040"/>
              </a:xfrm>
            </p:grpSpPr>
            <p:grpSp>
              <p:nvGrpSpPr>
                <p:cNvPr id="17438" name="组合 17438">
                  <a:extLst>
                    <a:ext uri="{FF2B5EF4-FFF2-40B4-BE49-F238E27FC236}">
                      <a16:creationId xmlns:a16="http://schemas.microsoft.com/office/drawing/2014/main" id="{D076D558-1640-4EB1-A2E9-0EF7D89B240C}"/>
                    </a:ext>
                  </a:extLst>
                </p:cNvPr>
                <p:cNvGrpSpPr>
                  <a:grpSpLocks/>
                </p:cNvGrpSpPr>
                <p:nvPr/>
              </p:nvGrpSpPr>
              <p:grpSpPr bwMode="auto">
                <a:xfrm>
                  <a:off x="412" y="0"/>
                  <a:ext cx="1968" cy="2040"/>
                  <a:chOff x="0" y="0"/>
                  <a:chExt cx="1968" cy="2040"/>
                </a:xfrm>
              </p:grpSpPr>
              <p:grpSp>
                <p:nvGrpSpPr>
                  <p:cNvPr id="17439" name="组合 17439">
                    <a:extLst>
                      <a:ext uri="{FF2B5EF4-FFF2-40B4-BE49-F238E27FC236}">
                        <a16:creationId xmlns:a16="http://schemas.microsoft.com/office/drawing/2014/main" id="{F8863570-CB12-45DF-805E-5974ACD96CF3}"/>
                      </a:ext>
                    </a:extLst>
                  </p:cNvPr>
                  <p:cNvGrpSpPr>
                    <a:grpSpLocks/>
                  </p:cNvGrpSpPr>
                  <p:nvPr/>
                </p:nvGrpSpPr>
                <p:grpSpPr bwMode="auto">
                  <a:xfrm>
                    <a:off x="0" y="0"/>
                    <a:ext cx="1968" cy="796"/>
                    <a:chOff x="0" y="0"/>
                    <a:chExt cx="1968" cy="796"/>
                  </a:xfrm>
                </p:grpSpPr>
                <p:sp>
                  <p:nvSpPr>
                    <p:cNvPr id="17440" name="文本框 17440">
                      <a:extLst>
                        <a:ext uri="{FF2B5EF4-FFF2-40B4-BE49-F238E27FC236}">
                          <a16:creationId xmlns:a16="http://schemas.microsoft.com/office/drawing/2014/main" id="{EA1C51F0-5CBA-4BBF-9C06-C413935442DB}"/>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7441" name="组合 17441">
                      <a:extLst>
                        <a:ext uri="{FF2B5EF4-FFF2-40B4-BE49-F238E27FC236}">
                          <a16:creationId xmlns:a16="http://schemas.microsoft.com/office/drawing/2014/main" id="{A5FED1F4-089A-496D-BB37-1375338EB7B7}"/>
                        </a:ext>
                      </a:extLst>
                    </p:cNvPr>
                    <p:cNvGrpSpPr>
                      <a:grpSpLocks/>
                    </p:cNvGrpSpPr>
                    <p:nvPr/>
                  </p:nvGrpSpPr>
                  <p:grpSpPr bwMode="auto">
                    <a:xfrm>
                      <a:off x="313" y="38"/>
                      <a:ext cx="618" cy="440"/>
                      <a:chOff x="0" y="0"/>
                      <a:chExt cx="618" cy="440"/>
                    </a:xfrm>
                  </p:grpSpPr>
                  <p:sp>
                    <p:nvSpPr>
                      <p:cNvPr id="17442" name="椭圆 17442">
                        <a:extLst>
                          <a:ext uri="{FF2B5EF4-FFF2-40B4-BE49-F238E27FC236}">
                            <a16:creationId xmlns:a16="http://schemas.microsoft.com/office/drawing/2014/main" id="{56BDFD78-2656-4239-98FB-293D9D0CFC23}"/>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7443" name="直接连接符 17443">
                        <a:extLst>
                          <a:ext uri="{FF2B5EF4-FFF2-40B4-BE49-F238E27FC236}">
                            <a16:creationId xmlns:a16="http://schemas.microsoft.com/office/drawing/2014/main" id="{F3283318-EB28-4E5E-A92F-6D161B7383DE}"/>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7444" name="组合 17444">
                        <a:extLst>
                          <a:ext uri="{FF2B5EF4-FFF2-40B4-BE49-F238E27FC236}">
                            <a16:creationId xmlns:a16="http://schemas.microsoft.com/office/drawing/2014/main" id="{DFAE0C0E-7CE5-4C95-902B-58908C3D9178}"/>
                          </a:ext>
                        </a:extLst>
                      </p:cNvPr>
                      <p:cNvGrpSpPr>
                        <a:grpSpLocks/>
                      </p:cNvGrpSpPr>
                      <p:nvPr/>
                    </p:nvGrpSpPr>
                    <p:grpSpPr bwMode="auto">
                      <a:xfrm>
                        <a:off x="0" y="0"/>
                        <a:ext cx="618" cy="359"/>
                        <a:chOff x="0" y="0"/>
                        <a:chExt cx="618" cy="359"/>
                      </a:xfrm>
                    </p:grpSpPr>
                    <p:sp>
                      <p:nvSpPr>
                        <p:cNvPr id="17445" name="文本框 17445">
                          <a:extLst>
                            <a:ext uri="{FF2B5EF4-FFF2-40B4-BE49-F238E27FC236}">
                              <a16:creationId xmlns:a16="http://schemas.microsoft.com/office/drawing/2014/main" id="{F7DE8636-0F9A-4C7B-9E9A-8AF6577513E4}"/>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7446" name="直接连接符 17446">
                          <a:extLst>
                            <a:ext uri="{FF2B5EF4-FFF2-40B4-BE49-F238E27FC236}">
                              <a16:creationId xmlns:a16="http://schemas.microsoft.com/office/drawing/2014/main" id="{ED23C50C-C573-41A0-A348-D2E13FF37D61}"/>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7447" name="组合 17447">
                      <a:extLst>
                        <a:ext uri="{FF2B5EF4-FFF2-40B4-BE49-F238E27FC236}">
                          <a16:creationId xmlns:a16="http://schemas.microsoft.com/office/drawing/2014/main" id="{6EA98F7D-16C8-4706-8981-DA93A031D61A}"/>
                        </a:ext>
                      </a:extLst>
                    </p:cNvPr>
                    <p:cNvGrpSpPr>
                      <a:grpSpLocks/>
                    </p:cNvGrpSpPr>
                    <p:nvPr/>
                  </p:nvGrpSpPr>
                  <p:grpSpPr bwMode="auto">
                    <a:xfrm>
                      <a:off x="1408" y="0"/>
                      <a:ext cx="531" cy="466"/>
                      <a:chOff x="0" y="0"/>
                      <a:chExt cx="531" cy="466"/>
                    </a:xfrm>
                  </p:grpSpPr>
                  <p:sp>
                    <p:nvSpPr>
                      <p:cNvPr id="17448" name="直接连接符 17448">
                        <a:extLst>
                          <a:ext uri="{FF2B5EF4-FFF2-40B4-BE49-F238E27FC236}">
                            <a16:creationId xmlns:a16="http://schemas.microsoft.com/office/drawing/2014/main" id="{B29314D8-89E6-403C-87A2-8A54DE64EB06}"/>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49" name="文本框 17449">
                        <a:extLst>
                          <a:ext uri="{FF2B5EF4-FFF2-40B4-BE49-F238E27FC236}">
                            <a16:creationId xmlns:a16="http://schemas.microsoft.com/office/drawing/2014/main" id="{E24E1F75-BC1B-4957-AF7D-3CCF3BDC053A}"/>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17450" name="组合 17450">
                    <a:extLst>
                      <a:ext uri="{FF2B5EF4-FFF2-40B4-BE49-F238E27FC236}">
                        <a16:creationId xmlns:a16="http://schemas.microsoft.com/office/drawing/2014/main" id="{21427873-CD93-4F8C-B616-0E106DD0C8B3}"/>
                      </a:ext>
                    </a:extLst>
                  </p:cNvPr>
                  <p:cNvGrpSpPr>
                    <a:grpSpLocks/>
                  </p:cNvGrpSpPr>
                  <p:nvPr/>
                </p:nvGrpSpPr>
                <p:grpSpPr bwMode="auto">
                  <a:xfrm>
                    <a:off x="12" y="796"/>
                    <a:ext cx="412" cy="1225"/>
                    <a:chOff x="0" y="0"/>
                    <a:chExt cx="600" cy="1890"/>
                  </a:xfrm>
                </p:grpSpPr>
                <p:sp>
                  <p:nvSpPr>
                    <p:cNvPr id="17451" name="文本框 17451">
                      <a:extLst>
                        <a:ext uri="{FF2B5EF4-FFF2-40B4-BE49-F238E27FC236}">
                          <a16:creationId xmlns:a16="http://schemas.microsoft.com/office/drawing/2014/main" id="{3C3EF361-F053-4882-8A22-04D69FF41BC3}"/>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17452" name="直接连接符 17452">
                      <a:extLst>
                        <a:ext uri="{FF2B5EF4-FFF2-40B4-BE49-F238E27FC236}">
                          <a16:creationId xmlns:a16="http://schemas.microsoft.com/office/drawing/2014/main" id="{284C976D-EE8F-403E-BA67-1B41F32F3044}"/>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7453" name="组合 17453">
                    <a:extLst>
                      <a:ext uri="{FF2B5EF4-FFF2-40B4-BE49-F238E27FC236}">
                        <a16:creationId xmlns:a16="http://schemas.microsoft.com/office/drawing/2014/main" id="{9DAEA7A6-4E80-47DB-A3AF-5C2C45C2D9C0}"/>
                      </a:ext>
                    </a:extLst>
                  </p:cNvPr>
                  <p:cNvGrpSpPr>
                    <a:grpSpLocks/>
                  </p:cNvGrpSpPr>
                  <p:nvPr/>
                </p:nvGrpSpPr>
                <p:grpSpPr bwMode="auto">
                  <a:xfrm>
                    <a:off x="763" y="787"/>
                    <a:ext cx="412" cy="1243"/>
                    <a:chOff x="0" y="0"/>
                    <a:chExt cx="600" cy="1920"/>
                  </a:xfrm>
                </p:grpSpPr>
                <p:sp>
                  <p:nvSpPr>
                    <p:cNvPr id="17454" name="文本框 17454">
                      <a:extLst>
                        <a:ext uri="{FF2B5EF4-FFF2-40B4-BE49-F238E27FC236}">
                          <a16:creationId xmlns:a16="http://schemas.microsoft.com/office/drawing/2014/main" id="{9EBB2FC4-B0D5-4B1A-8799-E954F86037DD}"/>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17455" name="直接连接符 17455">
                      <a:extLst>
                        <a:ext uri="{FF2B5EF4-FFF2-40B4-BE49-F238E27FC236}">
                          <a16:creationId xmlns:a16="http://schemas.microsoft.com/office/drawing/2014/main" id="{4B99F487-3FEF-4F4E-8FD7-28ABCA1CB763}"/>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7456" name="组合 17456">
                    <a:extLst>
                      <a:ext uri="{FF2B5EF4-FFF2-40B4-BE49-F238E27FC236}">
                        <a16:creationId xmlns:a16="http://schemas.microsoft.com/office/drawing/2014/main" id="{E2C76C10-51BC-4388-AE55-D84F43201901}"/>
                      </a:ext>
                    </a:extLst>
                  </p:cNvPr>
                  <p:cNvGrpSpPr>
                    <a:grpSpLocks/>
                  </p:cNvGrpSpPr>
                  <p:nvPr/>
                </p:nvGrpSpPr>
                <p:grpSpPr bwMode="auto">
                  <a:xfrm>
                    <a:off x="1526" y="796"/>
                    <a:ext cx="412" cy="1244"/>
                    <a:chOff x="0" y="0"/>
                    <a:chExt cx="600" cy="1920"/>
                  </a:xfrm>
                </p:grpSpPr>
                <p:sp>
                  <p:nvSpPr>
                    <p:cNvPr id="17457" name="文本框 17457">
                      <a:extLst>
                        <a:ext uri="{FF2B5EF4-FFF2-40B4-BE49-F238E27FC236}">
                          <a16:creationId xmlns:a16="http://schemas.microsoft.com/office/drawing/2014/main" id="{0E4DB8B4-0E39-4EA2-927D-D654BF0AAD0C}"/>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17458" name="直接连接符 17458">
                      <a:extLst>
                        <a:ext uri="{FF2B5EF4-FFF2-40B4-BE49-F238E27FC236}">
                          <a16:creationId xmlns:a16="http://schemas.microsoft.com/office/drawing/2014/main" id="{EF64D7CD-A512-412D-B010-CC92861C23E2}"/>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59" name="左右箭头 17459">
                    <a:extLst>
                      <a:ext uri="{FF2B5EF4-FFF2-40B4-BE49-F238E27FC236}">
                        <a16:creationId xmlns:a16="http://schemas.microsoft.com/office/drawing/2014/main" id="{448EEF60-C790-425C-900B-948AC25252FB}"/>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7460" name="左箭头 17460">
                    <a:extLst>
                      <a:ext uri="{FF2B5EF4-FFF2-40B4-BE49-F238E27FC236}">
                        <a16:creationId xmlns:a16="http://schemas.microsoft.com/office/drawing/2014/main" id="{EBE94E46-F1A8-4D3D-AF82-6CC605AC9E8F}"/>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7461" name="左箭头 17461">
                  <a:extLst>
                    <a:ext uri="{FF2B5EF4-FFF2-40B4-BE49-F238E27FC236}">
                      <a16:creationId xmlns:a16="http://schemas.microsoft.com/office/drawing/2014/main" id="{DB8AE7EA-F647-4287-ABD0-329DC456F45B}"/>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7462" name="文本框 17462">
                <a:extLst>
                  <a:ext uri="{FF2B5EF4-FFF2-40B4-BE49-F238E27FC236}">
                    <a16:creationId xmlns:a16="http://schemas.microsoft.com/office/drawing/2014/main" id="{DF2F8EB6-5198-4E0C-AB25-71DC34F329C8}"/>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17463" name="椭圆 17463">
                <a:extLst>
                  <a:ext uri="{FF2B5EF4-FFF2-40B4-BE49-F238E27FC236}">
                    <a16:creationId xmlns:a16="http://schemas.microsoft.com/office/drawing/2014/main" id="{394BAB39-61DA-42F9-9F55-9C6BA05E72BC}"/>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7464" name="直接连接符 17464">
                <a:extLst>
                  <a:ext uri="{FF2B5EF4-FFF2-40B4-BE49-F238E27FC236}">
                    <a16:creationId xmlns:a16="http://schemas.microsoft.com/office/drawing/2014/main" id="{BDAE99C3-ACA2-467C-ABAD-17544A63BBA8}"/>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5" name="文本框 17465">
                <a:extLst>
                  <a:ext uri="{FF2B5EF4-FFF2-40B4-BE49-F238E27FC236}">
                    <a16:creationId xmlns:a16="http://schemas.microsoft.com/office/drawing/2014/main" id="{5C302FD2-DC84-4B3C-99B9-AABBFEF3674E}"/>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7466" name="直接连接符 17466">
                <a:extLst>
                  <a:ext uri="{FF2B5EF4-FFF2-40B4-BE49-F238E27FC236}">
                    <a16:creationId xmlns:a16="http://schemas.microsoft.com/office/drawing/2014/main" id="{FE0A9F0B-DED5-4342-B699-DFDA5ECE5114}"/>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67" name="直接连接符 17467">
                <a:extLst>
                  <a:ext uri="{FF2B5EF4-FFF2-40B4-BE49-F238E27FC236}">
                    <a16:creationId xmlns:a16="http://schemas.microsoft.com/office/drawing/2014/main" id="{51565FC7-DCA4-485D-8735-3CD5408153FC}"/>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8" name="文本框 17468">
                <a:extLst>
                  <a:ext uri="{FF2B5EF4-FFF2-40B4-BE49-F238E27FC236}">
                    <a16:creationId xmlns:a16="http://schemas.microsoft.com/office/drawing/2014/main" id="{834683C9-46D8-406E-9F4C-EFDE039F1FB4}"/>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7469" name="组合 17469">
                <a:extLst>
                  <a:ext uri="{FF2B5EF4-FFF2-40B4-BE49-F238E27FC236}">
                    <a16:creationId xmlns:a16="http://schemas.microsoft.com/office/drawing/2014/main" id="{77AFA837-1BF5-4FD4-A121-E5B9E37C4C3B}"/>
                  </a:ext>
                </a:extLst>
              </p:cNvPr>
              <p:cNvGrpSpPr>
                <a:grpSpLocks/>
              </p:cNvGrpSpPr>
              <p:nvPr/>
            </p:nvGrpSpPr>
            <p:grpSpPr bwMode="auto">
              <a:xfrm>
                <a:off x="853" y="1322"/>
                <a:ext cx="364" cy="51"/>
                <a:chOff x="0" y="0"/>
                <a:chExt cx="364" cy="51"/>
              </a:xfrm>
            </p:grpSpPr>
            <p:sp>
              <p:nvSpPr>
                <p:cNvPr id="17470" name="椭圆 17470">
                  <a:extLst>
                    <a:ext uri="{FF2B5EF4-FFF2-40B4-BE49-F238E27FC236}">
                      <a16:creationId xmlns:a16="http://schemas.microsoft.com/office/drawing/2014/main" id="{4257877D-A9A1-4BD1-AA56-E1A1563F4011}"/>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7471" name="直接连接符 17471">
                  <a:extLst>
                    <a:ext uri="{FF2B5EF4-FFF2-40B4-BE49-F238E27FC236}">
                      <a16:creationId xmlns:a16="http://schemas.microsoft.com/office/drawing/2014/main" id="{A3F276F4-0BF9-4934-9BB9-FE97E0F9F8FD}"/>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72" name="文本框 17472">
                <a:extLst>
                  <a:ext uri="{FF2B5EF4-FFF2-40B4-BE49-F238E27FC236}">
                    <a16:creationId xmlns:a16="http://schemas.microsoft.com/office/drawing/2014/main" id="{859E78B0-4913-44DE-85E5-F7559FC65342}"/>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7473" name="直接连接符 17473">
                <a:extLst>
                  <a:ext uri="{FF2B5EF4-FFF2-40B4-BE49-F238E27FC236}">
                    <a16:creationId xmlns:a16="http://schemas.microsoft.com/office/drawing/2014/main" id="{BFB6F6F4-685D-4703-B2A6-151249D1068E}"/>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474" name="组合 17474">
                <a:extLst>
                  <a:ext uri="{FF2B5EF4-FFF2-40B4-BE49-F238E27FC236}">
                    <a16:creationId xmlns:a16="http://schemas.microsoft.com/office/drawing/2014/main" id="{139C590D-95F5-41C2-B7ED-6E6E3C98983C}"/>
                  </a:ext>
                </a:extLst>
              </p:cNvPr>
              <p:cNvGrpSpPr>
                <a:grpSpLocks/>
              </p:cNvGrpSpPr>
              <p:nvPr/>
            </p:nvGrpSpPr>
            <p:grpSpPr bwMode="auto">
              <a:xfrm>
                <a:off x="1431" y="1632"/>
                <a:ext cx="54" cy="194"/>
                <a:chOff x="0" y="0"/>
                <a:chExt cx="54" cy="194"/>
              </a:xfrm>
            </p:grpSpPr>
            <p:sp>
              <p:nvSpPr>
                <p:cNvPr id="17475" name="椭圆 17475">
                  <a:extLst>
                    <a:ext uri="{FF2B5EF4-FFF2-40B4-BE49-F238E27FC236}">
                      <a16:creationId xmlns:a16="http://schemas.microsoft.com/office/drawing/2014/main" id="{AC73D7D4-B338-4940-8DD0-A1B6434BBE9F}"/>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7476" name="直接连接符 17476">
                  <a:extLst>
                    <a:ext uri="{FF2B5EF4-FFF2-40B4-BE49-F238E27FC236}">
                      <a16:creationId xmlns:a16="http://schemas.microsoft.com/office/drawing/2014/main" id="{4688CE17-BCC8-4251-8AB5-061156FAD6D4}"/>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77" name="直接连接符 17477">
                <a:extLst>
                  <a:ext uri="{FF2B5EF4-FFF2-40B4-BE49-F238E27FC236}">
                    <a16:creationId xmlns:a16="http://schemas.microsoft.com/office/drawing/2014/main" id="{5190CB18-387A-40D1-99FD-DA079BDA9EEC}"/>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78" name="文本框 17478">
                <a:extLst>
                  <a:ext uri="{FF2B5EF4-FFF2-40B4-BE49-F238E27FC236}">
                    <a16:creationId xmlns:a16="http://schemas.microsoft.com/office/drawing/2014/main" id="{5AFD9E5F-05E0-47A0-983A-CD9F06DBE427}"/>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7479" name="直接连接符 17479">
                <a:extLst>
                  <a:ext uri="{FF2B5EF4-FFF2-40B4-BE49-F238E27FC236}">
                    <a16:creationId xmlns:a16="http://schemas.microsoft.com/office/drawing/2014/main" id="{545ABC3C-0719-4340-AC26-E4F126F7538F}"/>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480" name="组合 17480">
                <a:extLst>
                  <a:ext uri="{FF2B5EF4-FFF2-40B4-BE49-F238E27FC236}">
                    <a16:creationId xmlns:a16="http://schemas.microsoft.com/office/drawing/2014/main" id="{AA460F48-67DF-47E0-AAB9-EB5F52A6884C}"/>
                  </a:ext>
                </a:extLst>
              </p:cNvPr>
              <p:cNvGrpSpPr>
                <a:grpSpLocks/>
              </p:cNvGrpSpPr>
              <p:nvPr/>
            </p:nvGrpSpPr>
            <p:grpSpPr bwMode="auto">
              <a:xfrm>
                <a:off x="1741" y="651"/>
                <a:ext cx="1040" cy="1583"/>
                <a:chOff x="0" y="0"/>
                <a:chExt cx="1514" cy="2445"/>
              </a:xfrm>
            </p:grpSpPr>
            <p:sp>
              <p:nvSpPr>
                <p:cNvPr id="17481" name="直接连接符 17481">
                  <a:extLst>
                    <a:ext uri="{FF2B5EF4-FFF2-40B4-BE49-F238E27FC236}">
                      <a16:creationId xmlns:a16="http://schemas.microsoft.com/office/drawing/2014/main" id="{4088A6D8-1470-4AC5-AED7-DABDD312241A}"/>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82" name="直接连接符 17482">
                  <a:extLst>
                    <a:ext uri="{FF2B5EF4-FFF2-40B4-BE49-F238E27FC236}">
                      <a16:creationId xmlns:a16="http://schemas.microsoft.com/office/drawing/2014/main" id="{17DC6FA2-FAAE-4D0F-8A70-FAB7D0E2B592}"/>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83" name="直接连接符 17483">
                  <a:extLst>
                    <a:ext uri="{FF2B5EF4-FFF2-40B4-BE49-F238E27FC236}">
                      <a16:creationId xmlns:a16="http://schemas.microsoft.com/office/drawing/2014/main" id="{77848BEA-E3F1-43DF-A5DF-E51C28BB0245}"/>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84" name="直接连接符 17484">
                  <a:extLst>
                    <a:ext uri="{FF2B5EF4-FFF2-40B4-BE49-F238E27FC236}">
                      <a16:creationId xmlns:a16="http://schemas.microsoft.com/office/drawing/2014/main" id="{CDA5DE5D-746D-45A9-9EE9-F93C05D29998}"/>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85" name="直接连接符 17485">
                  <a:extLst>
                    <a:ext uri="{FF2B5EF4-FFF2-40B4-BE49-F238E27FC236}">
                      <a16:creationId xmlns:a16="http://schemas.microsoft.com/office/drawing/2014/main" id="{E09FEE6F-897C-4F80-8890-7475384F895F}"/>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486" name="组合 17486">
                <a:extLst>
                  <a:ext uri="{FF2B5EF4-FFF2-40B4-BE49-F238E27FC236}">
                    <a16:creationId xmlns:a16="http://schemas.microsoft.com/office/drawing/2014/main" id="{7F4CDCEF-D45B-4973-A1B1-73E871DD95B6}"/>
                  </a:ext>
                </a:extLst>
              </p:cNvPr>
              <p:cNvGrpSpPr>
                <a:grpSpLocks/>
              </p:cNvGrpSpPr>
              <p:nvPr/>
            </p:nvGrpSpPr>
            <p:grpSpPr bwMode="auto">
              <a:xfrm>
                <a:off x="2377" y="2021"/>
                <a:ext cx="2253" cy="612"/>
                <a:chOff x="0" y="0"/>
                <a:chExt cx="3280" cy="945"/>
              </a:xfrm>
            </p:grpSpPr>
            <p:sp>
              <p:nvSpPr>
                <p:cNvPr id="17487" name="文本框 17487">
                  <a:extLst>
                    <a:ext uri="{FF2B5EF4-FFF2-40B4-BE49-F238E27FC236}">
                      <a16:creationId xmlns:a16="http://schemas.microsoft.com/office/drawing/2014/main" id="{BB1235C1-94B5-4F36-86BF-9E7D75BA2DA3}"/>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17488" name="直接连接符 17488">
                  <a:extLst>
                    <a:ext uri="{FF2B5EF4-FFF2-40B4-BE49-F238E27FC236}">
                      <a16:creationId xmlns:a16="http://schemas.microsoft.com/office/drawing/2014/main" id="{11B19CC4-B3CD-450A-9632-001177532AFE}"/>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89" name="直接连接符 17489">
                  <a:extLst>
                    <a:ext uri="{FF2B5EF4-FFF2-40B4-BE49-F238E27FC236}">
                      <a16:creationId xmlns:a16="http://schemas.microsoft.com/office/drawing/2014/main" id="{DC51ED75-BC41-4C37-921C-CE5C57BC7C6C}"/>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90" name="直接连接符 17490">
                  <a:extLst>
                    <a:ext uri="{FF2B5EF4-FFF2-40B4-BE49-F238E27FC236}">
                      <a16:creationId xmlns:a16="http://schemas.microsoft.com/office/drawing/2014/main" id="{5519CCB3-FA48-448F-A24F-2AFDB0E83D7A}"/>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91" name="左右箭头 17491">
                  <a:extLst>
                    <a:ext uri="{FF2B5EF4-FFF2-40B4-BE49-F238E27FC236}">
                      <a16:creationId xmlns:a16="http://schemas.microsoft.com/office/drawing/2014/main" id="{04953F3A-BB3D-4CE7-9884-5E3100B256AE}"/>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7492" name="直接连接符 17492">
                <a:extLst>
                  <a:ext uri="{FF2B5EF4-FFF2-40B4-BE49-F238E27FC236}">
                    <a16:creationId xmlns:a16="http://schemas.microsoft.com/office/drawing/2014/main" id="{2AE1ACE8-5C47-4B96-95BF-3881CF175663}"/>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93" name="文本框 17493">
              <a:extLst>
                <a:ext uri="{FF2B5EF4-FFF2-40B4-BE49-F238E27FC236}">
                  <a16:creationId xmlns:a16="http://schemas.microsoft.com/office/drawing/2014/main" id="{3F1A8F7D-3817-45AD-813D-BEC3363613BE}"/>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7494" name="椭圆 17494">
            <a:extLst>
              <a:ext uri="{FF2B5EF4-FFF2-40B4-BE49-F238E27FC236}">
                <a16:creationId xmlns:a16="http://schemas.microsoft.com/office/drawing/2014/main" id="{F9017521-760D-40A7-9B53-06CD79FBD626}"/>
              </a:ext>
            </a:extLst>
          </p:cNvPr>
          <p:cNvSpPr>
            <a:spLocks noChangeArrowheads="1"/>
          </p:cNvSpPr>
          <p:nvPr/>
        </p:nvSpPr>
        <p:spPr bwMode="auto">
          <a:xfrm>
            <a:off x="-103188" y="6264275"/>
            <a:ext cx="1182688" cy="620713"/>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7495" name="灯片编号占位符 1">
            <a:extLst>
              <a:ext uri="{FF2B5EF4-FFF2-40B4-BE49-F238E27FC236}">
                <a16:creationId xmlns:a16="http://schemas.microsoft.com/office/drawing/2014/main" id="{8E2DBFD5-FD75-4943-909E-95F4AD2D80B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8DD2BEAE-595C-4C2F-BF2E-759C587761BE}" type="slidenum">
              <a:rPr lang="zh-CN" altLang="en-US" smtClean="0"/>
              <a:pPr eaLnBrk="0" hangingPunct="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框 18433">
            <a:extLst>
              <a:ext uri="{FF2B5EF4-FFF2-40B4-BE49-F238E27FC236}">
                <a16:creationId xmlns:a16="http://schemas.microsoft.com/office/drawing/2014/main" id="{45DDD164-EA23-4FE3-8FAE-C9BAE2E91DB5}"/>
              </a:ext>
            </a:extLst>
          </p:cNvPr>
          <p:cNvSpPr txBox="1">
            <a:spLocks noChangeArrowheads="1"/>
          </p:cNvSpPr>
          <p:nvPr/>
        </p:nvSpPr>
        <p:spPr bwMode="auto">
          <a:xfrm>
            <a:off x="488950" y="333375"/>
            <a:ext cx="8259763"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buFont typeface="Wingdings" panose="05000000000000000000" pitchFamily="2" charset="2"/>
              <a:buNone/>
            </a:pPr>
            <a:r>
              <a:rPr lang="zh-CN" altLang="en-US" sz="2800" b="1">
                <a:solidFill>
                  <a:srgbClr val="FFFF00"/>
                </a:solidFill>
                <a:latin typeface="Times New Roman" panose="02020603050405020304" pitchFamily="18" charset="0"/>
              </a:rPr>
              <a:t>二、管脚分配</a:t>
            </a:r>
          </a:p>
          <a:p>
            <a:pPr algn="just">
              <a:spcBef>
                <a:spcPct val="50000"/>
              </a:spcBef>
            </a:pPr>
            <a:r>
              <a:rPr lang="en-US" altLang="zh-CN" sz="2400">
                <a:solidFill>
                  <a:srgbClr val="FF0000"/>
                </a:solidFill>
                <a:latin typeface="Times New Roman" panose="02020603050405020304" pitchFamily="18" charset="0"/>
              </a:rPr>
              <a:t>CAS2~CAS0</a:t>
            </a:r>
            <a:r>
              <a:rPr lang="zh-CN" altLang="en-US" sz="2400">
                <a:solidFill>
                  <a:srgbClr val="FF0000"/>
                </a:solidFill>
                <a:latin typeface="Times New Roman" panose="02020603050405020304" pitchFamily="18" charset="0"/>
              </a:rPr>
              <a:t>：</a:t>
            </a:r>
            <a:r>
              <a:rPr lang="zh-CN" altLang="en-US" sz="2400">
                <a:latin typeface="Times New Roman" panose="02020603050405020304" pitchFamily="18" charset="0"/>
              </a:rPr>
              <a:t>双向级联信号。作为主片时，为输出线；作为从片时，作为输入线。与</a:t>
            </a:r>
            <a:r>
              <a:rPr lang="en-US" altLang="zh-CN" sz="2400">
                <a:latin typeface="Times New Roman" panose="02020603050405020304" pitchFamily="18" charset="0"/>
              </a:rPr>
              <a:t>SP/EN</a:t>
            </a:r>
            <a:r>
              <a:rPr lang="zh-CN" altLang="en-US" sz="2400">
                <a:latin typeface="Times New Roman" panose="02020603050405020304" pitchFamily="18" charset="0"/>
              </a:rPr>
              <a:t>配合实现级联。</a:t>
            </a:r>
          </a:p>
        </p:txBody>
      </p:sp>
      <p:grpSp>
        <p:nvGrpSpPr>
          <p:cNvPr id="18434" name="组合 18434">
            <a:extLst>
              <a:ext uri="{FF2B5EF4-FFF2-40B4-BE49-F238E27FC236}">
                <a16:creationId xmlns:a16="http://schemas.microsoft.com/office/drawing/2014/main" id="{BB1A1491-2B4D-4894-A90A-1DB443A1F34F}"/>
              </a:ext>
            </a:extLst>
          </p:cNvPr>
          <p:cNvGrpSpPr>
            <a:grpSpLocks/>
          </p:cNvGrpSpPr>
          <p:nvPr/>
        </p:nvGrpSpPr>
        <p:grpSpPr bwMode="auto">
          <a:xfrm>
            <a:off x="193675" y="1700213"/>
            <a:ext cx="8482013" cy="4872037"/>
            <a:chOff x="0" y="0"/>
            <a:chExt cx="5343" cy="3069"/>
          </a:xfrm>
        </p:grpSpPr>
        <p:grpSp>
          <p:nvGrpSpPr>
            <p:cNvPr id="18435" name="组合 18435">
              <a:extLst>
                <a:ext uri="{FF2B5EF4-FFF2-40B4-BE49-F238E27FC236}">
                  <a16:creationId xmlns:a16="http://schemas.microsoft.com/office/drawing/2014/main" id="{E97E8621-1F0C-4932-BCD5-1922F7311F5C}"/>
                </a:ext>
              </a:extLst>
            </p:cNvPr>
            <p:cNvGrpSpPr>
              <a:grpSpLocks/>
            </p:cNvGrpSpPr>
            <p:nvPr/>
          </p:nvGrpSpPr>
          <p:grpSpPr bwMode="auto">
            <a:xfrm>
              <a:off x="4717" y="1053"/>
              <a:ext cx="626" cy="311"/>
              <a:chOff x="0" y="0"/>
              <a:chExt cx="626" cy="311"/>
            </a:xfrm>
          </p:grpSpPr>
          <p:sp>
            <p:nvSpPr>
              <p:cNvPr id="18436" name="直接连接符 18436">
                <a:extLst>
                  <a:ext uri="{FF2B5EF4-FFF2-40B4-BE49-F238E27FC236}">
                    <a16:creationId xmlns:a16="http://schemas.microsoft.com/office/drawing/2014/main" id="{D9220AAB-035D-47AA-98AA-D41ABC0111BE}"/>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37" name="文本框 18437">
                <a:extLst>
                  <a:ext uri="{FF2B5EF4-FFF2-40B4-BE49-F238E27FC236}">
                    <a16:creationId xmlns:a16="http://schemas.microsoft.com/office/drawing/2014/main" id="{F7DEC0A5-FD89-4890-92D0-EA666E7851D4}"/>
                  </a:ext>
                </a:extLst>
              </p:cNvPr>
              <p:cNvSpPr txBox="1">
                <a:spLocks noChangeArrowheads="1"/>
              </p:cNvSpPr>
              <p:nvPr/>
            </p:nvSpPr>
            <p:spPr bwMode="auto">
              <a:xfrm>
                <a:off x="165" y="0"/>
                <a:ext cx="46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IR0</a:t>
                </a:r>
              </a:p>
            </p:txBody>
          </p:sp>
        </p:grpSp>
        <p:grpSp>
          <p:nvGrpSpPr>
            <p:cNvPr id="18438" name="组合 18438">
              <a:extLst>
                <a:ext uri="{FF2B5EF4-FFF2-40B4-BE49-F238E27FC236}">
                  <a16:creationId xmlns:a16="http://schemas.microsoft.com/office/drawing/2014/main" id="{C03062BB-33A4-4C4A-BE79-5CE3C6CC616A}"/>
                </a:ext>
              </a:extLst>
            </p:cNvPr>
            <p:cNvGrpSpPr>
              <a:grpSpLocks/>
            </p:cNvGrpSpPr>
            <p:nvPr/>
          </p:nvGrpSpPr>
          <p:grpSpPr bwMode="auto">
            <a:xfrm>
              <a:off x="4718" y="1244"/>
              <a:ext cx="625" cy="311"/>
              <a:chOff x="0" y="0"/>
              <a:chExt cx="625" cy="311"/>
            </a:xfrm>
          </p:grpSpPr>
          <p:sp>
            <p:nvSpPr>
              <p:cNvPr id="18439" name="直接连接符 18439">
                <a:extLst>
                  <a:ext uri="{FF2B5EF4-FFF2-40B4-BE49-F238E27FC236}">
                    <a16:creationId xmlns:a16="http://schemas.microsoft.com/office/drawing/2014/main" id="{33C78175-B475-4970-B08D-F9F8B2546962}"/>
                  </a:ext>
                </a:extLst>
              </p:cNvPr>
              <p:cNvSpPr>
                <a:spLocks noChangeShapeType="1"/>
              </p:cNvSpPr>
              <p:nvPr/>
            </p:nvSpPr>
            <p:spPr bwMode="auto">
              <a:xfrm flipH="1">
                <a:off x="0" y="11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0" name="文本框 18440">
                <a:extLst>
                  <a:ext uri="{FF2B5EF4-FFF2-40B4-BE49-F238E27FC236}">
                    <a16:creationId xmlns:a16="http://schemas.microsoft.com/office/drawing/2014/main" id="{6C5C616C-D914-4532-9ED1-EFF4911A7E5E}"/>
                  </a:ext>
                </a:extLst>
              </p:cNvPr>
              <p:cNvSpPr txBox="1">
                <a:spLocks noChangeArrowheads="1"/>
              </p:cNvSpPr>
              <p:nvPr/>
            </p:nvSpPr>
            <p:spPr bwMode="auto">
              <a:xfrm>
                <a:off x="165" y="0"/>
                <a:ext cx="4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IR1</a:t>
                </a:r>
              </a:p>
            </p:txBody>
          </p:sp>
        </p:grpSp>
        <p:grpSp>
          <p:nvGrpSpPr>
            <p:cNvPr id="18441" name="组合 18441">
              <a:extLst>
                <a:ext uri="{FF2B5EF4-FFF2-40B4-BE49-F238E27FC236}">
                  <a16:creationId xmlns:a16="http://schemas.microsoft.com/office/drawing/2014/main" id="{839F2C29-6FA2-43E8-AD7F-3AFD3CD7E395}"/>
                </a:ext>
              </a:extLst>
            </p:cNvPr>
            <p:cNvGrpSpPr>
              <a:grpSpLocks/>
            </p:cNvGrpSpPr>
            <p:nvPr/>
          </p:nvGrpSpPr>
          <p:grpSpPr bwMode="auto">
            <a:xfrm>
              <a:off x="0" y="0"/>
              <a:ext cx="4912" cy="3069"/>
              <a:chOff x="0" y="0"/>
              <a:chExt cx="4912" cy="3069"/>
            </a:xfrm>
          </p:grpSpPr>
          <p:sp>
            <p:nvSpPr>
              <p:cNvPr id="18442" name="文本框 18442">
                <a:extLst>
                  <a:ext uri="{FF2B5EF4-FFF2-40B4-BE49-F238E27FC236}">
                    <a16:creationId xmlns:a16="http://schemas.microsoft.com/office/drawing/2014/main" id="{589F86B6-B453-403F-A5F5-6DEF396ED8CA}"/>
                  </a:ext>
                </a:extLst>
              </p:cNvPr>
              <p:cNvSpPr txBox="1">
                <a:spLocks noChangeArrowheads="1"/>
              </p:cNvSpPr>
              <p:nvPr/>
            </p:nvSpPr>
            <p:spPr bwMode="auto">
              <a:xfrm>
                <a:off x="1194" y="126"/>
                <a:ext cx="588" cy="795"/>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数据</a:t>
                </a:r>
              </a:p>
              <a:p>
                <a:pPr algn="just" eaLnBrk="0" hangingPunct="0"/>
                <a:r>
                  <a:rPr lang="zh-CN" altLang="en-US" sz="2000">
                    <a:latin typeface="Times New Roman" panose="02020603050405020304" pitchFamily="18" charset="0"/>
                  </a:rPr>
                  <a:t>总线</a:t>
                </a:r>
              </a:p>
              <a:p>
                <a:pPr algn="just" eaLnBrk="0" hangingPunct="0"/>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器</a:t>
                </a:r>
              </a:p>
            </p:txBody>
          </p:sp>
          <p:sp>
            <p:nvSpPr>
              <p:cNvPr id="18443" name="左右箭头 18443">
                <a:extLst>
                  <a:ext uri="{FF2B5EF4-FFF2-40B4-BE49-F238E27FC236}">
                    <a16:creationId xmlns:a16="http://schemas.microsoft.com/office/drawing/2014/main" id="{04713F4C-8B0B-4707-974E-FE2D00266539}"/>
                  </a:ext>
                </a:extLst>
              </p:cNvPr>
              <p:cNvSpPr>
                <a:spLocks noChangeArrowheads="1"/>
              </p:cNvSpPr>
              <p:nvPr/>
            </p:nvSpPr>
            <p:spPr bwMode="auto">
              <a:xfrm>
                <a:off x="803" y="446"/>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8444" name="左右箭头 18444">
                <a:extLst>
                  <a:ext uri="{FF2B5EF4-FFF2-40B4-BE49-F238E27FC236}">
                    <a16:creationId xmlns:a16="http://schemas.microsoft.com/office/drawing/2014/main" id="{3956C125-3AC8-4611-AC2A-E2F21C9B10A1}"/>
                  </a:ext>
                </a:extLst>
              </p:cNvPr>
              <p:cNvSpPr>
                <a:spLocks noChangeArrowheads="1"/>
              </p:cNvSpPr>
              <p:nvPr/>
            </p:nvSpPr>
            <p:spPr bwMode="auto">
              <a:xfrm>
                <a:off x="1791" y="437"/>
                <a:ext cx="382" cy="136"/>
              </a:xfrm>
              <a:prstGeom prst="leftRightArrow">
                <a:avLst>
                  <a:gd name="adj1" fmla="val 50000"/>
                  <a:gd name="adj2" fmla="val 56124"/>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8445" name="文本框 18445">
                <a:extLst>
                  <a:ext uri="{FF2B5EF4-FFF2-40B4-BE49-F238E27FC236}">
                    <a16:creationId xmlns:a16="http://schemas.microsoft.com/office/drawing/2014/main" id="{C085C666-2FA9-4796-B31B-0C5EFC159D4B}"/>
                  </a:ext>
                </a:extLst>
              </p:cNvPr>
              <p:cNvSpPr txBox="1">
                <a:spLocks noChangeArrowheads="1"/>
              </p:cNvSpPr>
              <p:nvPr/>
            </p:nvSpPr>
            <p:spPr bwMode="auto">
              <a:xfrm>
                <a:off x="650" y="213"/>
                <a:ext cx="69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D0~D7</a:t>
                </a:r>
              </a:p>
            </p:txBody>
          </p:sp>
          <p:sp>
            <p:nvSpPr>
              <p:cNvPr id="18446" name="文本框 18446">
                <a:extLst>
                  <a:ext uri="{FF2B5EF4-FFF2-40B4-BE49-F238E27FC236}">
                    <a16:creationId xmlns:a16="http://schemas.microsoft.com/office/drawing/2014/main" id="{BA77FA1C-D91D-4302-8D85-F80A7B722669}"/>
                  </a:ext>
                </a:extLst>
              </p:cNvPr>
              <p:cNvSpPr txBox="1">
                <a:spLocks noChangeArrowheads="1"/>
              </p:cNvSpPr>
              <p:nvPr/>
            </p:nvSpPr>
            <p:spPr bwMode="auto">
              <a:xfrm>
                <a:off x="895" y="1972"/>
                <a:ext cx="855" cy="554"/>
              </a:xfrm>
              <a:prstGeom prst="rect">
                <a:avLst/>
              </a:prstGeom>
              <a:solidFill>
                <a:schemeClr val="accent1"/>
              </a:solidFill>
              <a:ln w="9525">
                <a:solidFill>
                  <a:schemeClr val="tx1"/>
                </a:solidFill>
                <a:miter lim="800000"/>
                <a:headEnd/>
                <a:tailEnd/>
              </a:ln>
            </p:spPr>
            <p:txBody>
              <a:bodyPr/>
              <a:lstStyle/>
              <a:p>
                <a:pPr algn="just" eaLnBrk="0" hangingPunct="0"/>
                <a:r>
                  <a:rPr lang="zh-CN" altLang="en-US" sz="2000">
                    <a:latin typeface="Times New Roman" panose="02020603050405020304" pitchFamily="18" charset="0"/>
                  </a:rPr>
                  <a:t>级连</a:t>
                </a:r>
                <a:r>
                  <a:rPr lang="en-US" altLang="zh-CN" sz="2000">
                    <a:latin typeface="Times New Roman" panose="02020603050405020304" pitchFamily="18" charset="0"/>
                  </a:rPr>
                  <a:t>/ </a:t>
                </a:r>
                <a:r>
                  <a:rPr lang="zh-CN" altLang="en-US" sz="2000">
                    <a:latin typeface="Times New Roman" panose="02020603050405020304" pitchFamily="18" charset="0"/>
                  </a:rPr>
                  <a:t>缓冲</a:t>
                </a:r>
              </a:p>
              <a:p>
                <a:pPr algn="just" eaLnBrk="0" hangingPunct="0"/>
                <a:r>
                  <a:rPr lang="zh-CN" altLang="en-US" sz="2000">
                    <a:latin typeface="Times New Roman" panose="02020603050405020304" pitchFamily="18" charset="0"/>
                  </a:rPr>
                  <a:t>比较器</a:t>
                </a:r>
              </a:p>
              <a:p>
                <a:pPr algn="just" eaLnBrk="0" hangingPunct="0"/>
                <a:endParaRPr lang="zh-CN" altLang="en-US" sz="2000">
                  <a:latin typeface="Times New Roman" panose="02020603050405020304" pitchFamily="18" charset="0"/>
                </a:endParaRPr>
              </a:p>
            </p:txBody>
          </p:sp>
          <p:sp>
            <p:nvSpPr>
              <p:cNvPr id="18447" name="直接连接符 18447">
                <a:extLst>
                  <a:ext uri="{FF2B5EF4-FFF2-40B4-BE49-F238E27FC236}">
                    <a16:creationId xmlns:a16="http://schemas.microsoft.com/office/drawing/2014/main" id="{00988FAC-4D83-4141-A69C-BF7F11977215}"/>
                  </a:ext>
                </a:extLst>
              </p:cNvPr>
              <p:cNvSpPr>
                <a:spLocks noChangeShapeType="1"/>
              </p:cNvSpPr>
              <p:nvPr/>
            </p:nvSpPr>
            <p:spPr bwMode="auto">
              <a:xfrm>
                <a:off x="524" y="2078"/>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8" name="文本框 18448">
                <a:extLst>
                  <a:ext uri="{FF2B5EF4-FFF2-40B4-BE49-F238E27FC236}">
                    <a16:creationId xmlns:a16="http://schemas.microsoft.com/office/drawing/2014/main" id="{BC88E2D9-B994-46E8-A9C4-8A31E323F3EB}"/>
                  </a:ext>
                </a:extLst>
              </p:cNvPr>
              <p:cNvSpPr txBox="1">
                <a:spLocks noChangeArrowheads="1"/>
              </p:cNvSpPr>
              <p:nvPr/>
            </p:nvSpPr>
            <p:spPr bwMode="auto">
              <a:xfrm>
                <a:off x="50" y="1989"/>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CAS0</a:t>
                </a:r>
              </a:p>
            </p:txBody>
          </p:sp>
          <p:sp>
            <p:nvSpPr>
              <p:cNvPr id="18449" name="直接连接符 18449">
                <a:extLst>
                  <a:ext uri="{FF2B5EF4-FFF2-40B4-BE49-F238E27FC236}">
                    <a16:creationId xmlns:a16="http://schemas.microsoft.com/office/drawing/2014/main" id="{8F0FF3A2-3C16-4769-8693-7D95DB59ADA6}"/>
                  </a:ext>
                </a:extLst>
              </p:cNvPr>
              <p:cNvSpPr>
                <a:spLocks noChangeShapeType="1"/>
              </p:cNvSpPr>
              <p:nvPr/>
            </p:nvSpPr>
            <p:spPr bwMode="auto">
              <a:xfrm>
                <a:off x="525" y="2243"/>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0" name="文本框 18450">
                <a:extLst>
                  <a:ext uri="{FF2B5EF4-FFF2-40B4-BE49-F238E27FC236}">
                    <a16:creationId xmlns:a16="http://schemas.microsoft.com/office/drawing/2014/main" id="{883CE931-83ED-42FB-9F2E-348DC111760C}"/>
                  </a:ext>
                </a:extLst>
              </p:cNvPr>
              <p:cNvSpPr txBox="1">
                <a:spLocks noChangeArrowheads="1"/>
              </p:cNvSpPr>
              <p:nvPr/>
            </p:nvSpPr>
            <p:spPr bwMode="auto">
              <a:xfrm>
                <a:off x="51" y="2165"/>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CAS1</a:t>
                </a:r>
              </a:p>
            </p:txBody>
          </p:sp>
          <p:sp>
            <p:nvSpPr>
              <p:cNvPr id="18451" name="直接连接符 18451">
                <a:extLst>
                  <a:ext uri="{FF2B5EF4-FFF2-40B4-BE49-F238E27FC236}">
                    <a16:creationId xmlns:a16="http://schemas.microsoft.com/office/drawing/2014/main" id="{DB5F2E3E-1962-4529-98DB-412320352702}"/>
                  </a:ext>
                </a:extLst>
              </p:cNvPr>
              <p:cNvSpPr>
                <a:spLocks noChangeShapeType="1"/>
              </p:cNvSpPr>
              <p:nvPr/>
            </p:nvSpPr>
            <p:spPr bwMode="auto">
              <a:xfrm>
                <a:off x="525" y="2420"/>
                <a:ext cx="36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2" name="文本框 18452">
                <a:extLst>
                  <a:ext uri="{FF2B5EF4-FFF2-40B4-BE49-F238E27FC236}">
                    <a16:creationId xmlns:a16="http://schemas.microsoft.com/office/drawing/2014/main" id="{D56EB540-E022-4C0A-A39B-30F71336991B}"/>
                  </a:ext>
                </a:extLst>
              </p:cNvPr>
              <p:cNvSpPr txBox="1">
                <a:spLocks noChangeArrowheads="1"/>
              </p:cNvSpPr>
              <p:nvPr/>
            </p:nvSpPr>
            <p:spPr bwMode="auto">
              <a:xfrm>
                <a:off x="51" y="2320"/>
                <a:ext cx="6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CAS2</a:t>
                </a:r>
              </a:p>
            </p:txBody>
          </p:sp>
          <p:grpSp>
            <p:nvGrpSpPr>
              <p:cNvPr id="18453" name="组合 18453">
                <a:extLst>
                  <a:ext uri="{FF2B5EF4-FFF2-40B4-BE49-F238E27FC236}">
                    <a16:creationId xmlns:a16="http://schemas.microsoft.com/office/drawing/2014/main" id="{68ADD2F8-A5C4-4D24-8DAD-54FEC41C4EE4}"/>
                  </a:ext>
                </a:extLst>
              </p:cNvPr>
              <p:cNvGrpSpPr>
                <a:grpSpLocks/>
              </p:cNvGrpSpPr>
              <p:nvPr/>
            </p:nvGrpSpPr>
            <p:grpSpPr bwMode="auto">
              <a:xfrm>
                <a:off x="1266" y="2526"/>
                <a:ext cx="54" cy="262"/>
                <a:chOff x="0" y="0"/>
                <a:chExt cx="79" cy="405"/>
              </a:xfrm>
            </p:grpSpPr>
            <p:sp>
              <p:nvSpPr>
                <p:cNvPr id="18454" name="椭圆 18454">
                  <a:extLst>
                    <a:ext uri="{FF2B5EF4-FFF2-40B4-BE49-F238E27FC236}">
                      <a16:creationId xmlns:a16="http://schemas.microsoft.com/office/drawing/2014/main" id="{33BA64DE-3D82-4521-92EE-B7E62C60FC79}"/>
                    </a:ext>
                  </a:extLst>
                </p:cNvPr>
                <p:cNvSpPr>
                  <a:spLocks noChangeArrowheads="1"/>
                </p:cNvSpPr>
                <p:nvPr/>
              </p:nvSpPr>
              <p:spPr bwMode="auto">
                <a:xfrm>
                  <a:off x="0" y="0"/>
                  <a:ext cx="79" cy="79"/>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8455" name="直接连接符 18455">
                  <a:extLst>
                    <a:ext uri="{FF2B5EF4-FFF2-40B4-BE49-F238E27FC236}">
                      <a16:creationId xmlns:a16="http://schemas.microsoft.com/office/drawing/2014/main" id="{47CCFEAC-06E1-4A59-AFCB-43A9C693256A}"/>
                    </a:ext>
                  </a:extLst>
                </p:cNvPr>
                <p:cNvSpPr>
                  <a:spLocks noChangeShapeType="1"/>
                </p:cNvSpPr>
                <p:nvPr/>
              </p:nvSpPr>
              <p:spPr bwMode="auto">
                <a:xfrm flipV="1">
                  <a:off x="51" y="60"/>
                  <a:ext cx="0" cy="3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456" name="直接连接符 18456">
                <a:extLst>
                  <a:ext uri="{FF2B5EF4-FFF2-40B4-BE49-F238E27FC236}">
                    <a16:creationId xmlns:a16="http://schemas.microsoft.com/office/drawing/2014/main" id="{97F8A467-F107-4DF5-8A1A-FAD9E04AB599}"/>
                  </a:ext>
                </a:extLst>
              </p:cNvPr>
              <p:cNvSpPr>
                <a:spLocks noChangeShapeType="1"/>
              </p:cNvSpPr>
              <p:nvPr/>
            </p:nvSpPr>
            <p:spPr bwMode="auto">
              <a:xfrm flipH="1">
                <a:off x="513" y="2788"/>
                <a:ext cx="7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7" name="文本框 18457">
                <a:extLst>
                  <a:ext uri="{FF2B5EF4-FFF2-40B4-BE49-F238E27FC236}">
                    <a16:creationId xmlns:a16="http://schemas.microsoft.com/office/drawing/2014/main" id="{2C708BE6-45D7-4041-A840-839FD4E47736}"/>
                  </a:ext>
                </a:extLst>
              </p:cNvPr>
              <p:cNvSpPr txBox="1">
                <a:spLocks noChangeArrowheads="1"/>
              </p:cNvSpPr>
              <p:nvPr/>
            </p:nvSpPr>
            <p:spPr bwMode="auto">
              <a:xfrm>
                <a:off x="0" y="2729"/>
                <a:ext cx="7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SP / EN</a:t>
                </a:r>
              </a:p>
            </p:txBody>
          </p:sp>
          <p:sp>
            <p:nvSpPr>
              <p:cNvPr id="18458" name="直接连接符 18458">
                <a:extLst>
                  <a:ext uri="{FF2B5EF4-FFF2-40B4-BE49-F238E27FC236}">
                    <a16:creationId xmlns:a16="http://schemas.microsoft.com/office/drawing/2014/main" id="{38120AD2-0A81-443C-81DD-69177F3ACF54}"/>
                  </a:ext>
                </a:extLst>
              </p:cNvPr>
              <p:cNvSpPr>
                <a:spLocks noChangeShapeType="1"/>
              </p:cNvSpPr>
              <p:nvPr/>
            </p:nvSpPr>
            <p:spPr bwMode="auto">
              <a:xfrm>
                <a:off x="59" y="2730"/>
                <a:ext cx="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9" name="直接连接符 18459">
                <a:extLst>
                  <a:ext uri="{FF2B5EF4-FFF2-40B4-BE49-F238E27FC236}">
                    <a16:creationId xmlns:a16="http://schemas.microsoft.com/office/drawing/2014/main" id="{197B5D31-9BA0-4E9C-B083-E69D0FDD81D0}"/>
                  </a:ext>
                </a:extLst>
              </p:cNvPr>
              <p:cNvSpPr>
                <a:spLocks noChangeShapeType="1"/>
              </p:cNvSpPr>
              <p:nvPr/>
            </p:nvSpPr>
            <p:spPr bwMode="auto">
              <a:xfrm>
                <a:off x="306" y="2730"/>
                <a:ext cx="1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0" name="文本框 18460">
                <a:extLst>
                  <a:ext uri="{FF2B5EF4-FFF2-40B4-BE49-F238E27FC236}">
                    <a16:creationId xmlns:a16="http://schemas.microsoft.com/office/drawing/2014/main" id="{57997638-BCB1-45B6-9F95-FB8D4AE8DC71}"/>
                  </a:ext>
                </a:extLst>
              </p:cNvPr>
              <p:cNvSpPr txBox="1">
                <a:spLocks noChangeArrowheads="1"/>
              </p:cNvSpPr>
              <p:nvPr/>
            </p:nvSpPr>
            <p:spPr bwMode="auto">
              <a:xfrm>
                <a:off x="2171" y="155"/>
                <a:ext cx="195" cy="2575"/>
              </a:xfrm>
              <a:prstGeom prst="rect">
                <a:avLst/>
              </a:prstGeom>
              <a:solidFill>
                <a:schemeClr val="accent1"/>
              </a:solidFill>
              <a:ln w="9525">
                <a:solidFill>
                  <a:schemeClr val="tx1"/>
                </a:solidFill>
                <a:miter lim="800000"/>
                <a:headEnd/>
                <a:tailEnd/>
              </a:ln>
            </p:spPr>
            <p:txBody>
              <a:bodyPr lIns="18000" rIns="18000"/>
              <a:lstStyle/>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endParaRPr lang="zh-CN" altLang="en-US" sz="900">
                  <a:latin typeface="Times New Roman" panose="02020603050405020304" pitchFamily="18" charset="0"/>
                </a:endParaRPr>
              </a:p>
              <a:p>
                <a:pPr algn="just" eaLnBrk="0" hangingPunct="0"/>
                <a:r>
                  <a:rPr lang="zh-CN" altLang="en-US" sz="1600">
                    <a:latin typeface="Times New Roman" panose="02020603050405020304" pitchFamily="18" charset="0"/>
                  </a:rPr>
                  <a:t>内</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部</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总</a:t>
                </a:r>
              </a:p>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线</a:t>
                </a:r>
              </a:p>
            </p:txBody>
          </p:sp>
          <p:grpSp>
            <p:nvGrpSpPr>
              <p:cNvPr id="18461" name="组合 18461">
                <a:extLst>
                  <a:ext uri="{FF2B5EF4-FFF2-40B4-BE49-F238E27FC236}">
                    <a16:creationId xmlns:a16="http://schemas.microsoft.com/office/drawing/2014/main" id="{B3D7D1D7-151F-4781-9883-99366691C5AF}"/>
                  </a:ext>
                </a:extLst>
              </p:cNvPr>
              <p:cNvGrpSpPr>
                <a:grpSpLocks/>
              </p:cNvGrpSpPr>
              <p:nvPr/>
            </p:nvGrpSpPr>
            <p:grpSpPr bwMode="auto">
              <a:xfrm>
                <a:off x="2368" y="0"/>
                <a:ext cx="2380" cy="2040"/>
                <a:chOff x="0" y="0"/>
                <a:chExt cx="2380" cy="2040"/>
              </a:xfrm>
            </p:grpSpPr>
            <p:grpSp>
              <p:nvGrpSpPr>
                <p:cNvPr id="18462" name="组合 18462">
                  <a:extLst>
                    <a:ext uri="{FF2B5EF4-FFF2-40B4-BE49-F238E27FC236}">
                      <a16:creationId xmlns:a16="http://schemas.microsoft.com/office/drawing/2014/main" id="{C68C316F-351C-4A8D-AAEB-547A16F1AE0B}"/>
                    </a:ext>
                  </a:extLst>
                </p:cNvPr>
                <p:cNvGrpSpPr>
                  <a:grpSpLocks/>
                </p:cNvGrpSpPr>
                <p:nvPr/>
              </p:nvGrpSpPr>
              <p:grpSpPr bwMode="auto">
                <a:xfrm>
                  <a:off x="412" y="0"/>
                  <a:ext cx="1968" cy="2040"/>
                  <a:chOff x="0" y="0"/>
                  <a:chExt cx="1968" cy="2040"/>
                </a:xfrm>
              </p:grpSpPr>
              <p:grpSp>
                <p:nvGrpSpPr>
                  <p:cNvPr id="18463" name="组合 18463">
                    <a:extLst>
                      <a:ext uri="{FF2B5EF4-FFF2-40B4-BE49-F238E27FC236}">
                        <a16:creationId xmlns:a16="http://schemas.microsoft.com/office/drawing/2014/main" id="{3DB3CBC4-5370-4C21-874E-A0D51CEE249C}"/>
                      </a:ext>
                    </a:extLst>
                  </p:cNvPr>
                  <p:cNvGrpSpPr>
                    <a:grpSpLocks/>
                  </p:cNvGrpSpPr>
                  <p:nvPr/>
                </p:nvGrpSpPr>
                <p:grpSpPr bwMode="auto">
                  <a:xfrm>
                    <a:off x="0" y="0"/>
                    <a:ext cx="1968" cy="796"/>
                    <a:chOff x="0" y="0"/>
                    <a:chExt cx="1968" cy="796"/>
                  </a:xfrm>
                </p:grpSpPr>
                <p:sp>
                  <p:nvSpPr>
                    <p:cNvPr id="18464" name="文本框 18464">
                      <a:extLst>
                        <a:ext uri="{FF2B5EF4-FFF2-40B4-BE49-F238E27FC236}">
                          <a16:creationId xmlns:a16="http://schemas.microsoft.com/office/drawing/2014/main" id="{67C1E09F-F4D7-42A3-A2DA-1516942FA41D}"/>
                        </a:ext>
                      </a:extLst>
                    </p:cNvPr>
                    <p:cNvSpPr txBox="1">
                      <a:spLocks noChangeArrowheads="1"/>
                    </p:cNvSpPr>
                    <p:nvPr/>
                  </p:nvSpPr>
                  <p:spPr bwMode="auto">
                    <a:xfrm>
                      <a:off x="0" y="476"/>
                      <a:ext cx="1968" cy="32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控制逻辑</a:t>
                      </a:r>
                    </a:p>
                  </p:txBody>
                </p:sp>
                <p:grpSp>
                  <p:nvGrpSpPr>
                    <p:cNvPr id="18465" name="组合 18465">
                      <a:extLst>
                        <a:ext uri="{FF2B5EF4-FFF2-40B4-BE49-F238E27FC236}">
                          <a16:creationId xmlns:a16="http://schemas.microsoft.com/office/drawing/2014/main" id="{DEA2E5E3-F895-4467-B17B-E6F0965E9AA7}"/>
                        </a:ext>
                      </a:extLst>
                    </p:cNvPr>
                    <p:cNvGrpSpPr>
                      <a:grpSpLocks/>
                    </p:cNvGrpSpPr>
                    <p:nvPr/>
                  </p:nvGrpSpPr>
                  <p:grpSpPr bwMode="auto">
                    <a:xfrm>
                      <a:off x="313" y="38"/>
                      <a:ext cx="618" cy="440"/>
                      <a:chOff x="0" y="0"/>
                      <a:chExt cx="618" cy="440"/>
                    </a:xfrm>
                  </p:grpSpPr>
                  <p:sp>
                    <p:nvSpPr>
                      <p:cNvPr id="18466" name="椭圆 18466">
                        <a:extLst>
                          <a:ext uri="{FF2B5EF4-FFF2-40B4-BE49-F238E27FC236}">
                            <a16:creationId xmlns:a16="http://schemas.microsoft.com/office/drawing/2014/main" id="{0AC73B9E-2C28-4C8D-8A2E-0B39596B96B8}"/>
                          </a:ext>
                        </a:extLst>
                      </p:cNvPr>
                      <p:cNvSpPr>
                        <a:spLocks noChangeArrowheads="1"/>
                      </p:cNvSpPr>
                      <p:nvPr/>
                    </p:nvSpPr>
                    <p:spPr bwMode="auto">
                      <a:xfrm>
                        <a:off x="137" y="389"/>
                        <a:ext cx="55"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8467" name="直接连接符 18467">
                        <a:extLst>
                          <a:ext uri="{FF2B5EF4-FFF2-40B4-BE49-F238E27FC236}">
                            <a16:creationId xmlns:a16="http://schemas.microsoft.com/office/drawing/2014/main" id="{81266A3C-40E4-4829-8D86-5A44B23B4734}"/>
                          </a:ext>
                        </a:extLst>
                      </p:cNvPr>
                      <p:cNvSpPr>
                        <a:spLocks noChangeShapeType="1"/>
                      </p:cNvSpPr>
                      <p:nvPr/>
                    </p:nvSpPr>
                    <p:spPr bwMode="auto">
                      <a:xfrm>
                        <a:off x="171" y="166"/>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8468" name="组合 18468">
                        <a:extLst>
                          <a:ext uri="{FF2B5EF4-FFF2-40B4-BE49-F238E27FC236}">
                            <a16:creationId xmlns:a16="http://schemas.microsoft.com/office/drawing/2014/main" id="{3786AC85-82BE-4856-A40D-475476703526}"/>
                          </a:ext>
                        </a:extLst>
                      </p:cNvPr>
                      <p:cNvGrpSpPr>
                        <a:grpSpLocks/>
                      </p:cNvGrpSpPr>
                      <p:nvPr/>
                    </p:nvGrpSpPr>
                    <p:grpSpPr bwMode="auto">
                      <a:xfrm>
                        <a:off x="0" y="0"/>
                        <a:ext cx="618" cy="359"/>
                        <a:chOff x="0" y="0"/>
                        <a:chExt cx="618" cy="359"/>
                      </a:xfrm>
                    </p:grpSpPr>
                    <p:sp>
                      <p:nvSpPr>
                        <p:cNvPr id="18469" name="文本框 18469">
                          <a:extLst>
                            <a:ext uri="{FF2B5EF4-FFF2-40B4-BE49-F238E27FC236}">
                              <a16:creationId xmlns:a16="http://schemas.microsoft.com/office/drawing/2014/main" id="{2F170D73-89C1-4088-B603-5F7E1DD5B5F2}"/>
                            </a:ext>
                          </a:extLst>
                        </p:cNvPr>
                        <p:cNvSpPr txBox="1">
                          <a:spLocks noChangeArrowheads="1"/>
                        </p:cNvSpPr>
                        <p:nvPr/>
                      </p:nvSpPr>
                      <p:spPr bwMode="auto">
                        <a:xfrm>
                          <a:off x="0" y="0"/>
                          <a:ext cx="61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a:t>
                          </a:r>
                        </a:p>
                      </p:txBody>
                    </p:sp>
                    <p:sp>
                      <p:nvSpPr>
                        <p:cNvPr id="18470" name="直接连接符 18470">
                          <a:extLst>
                            <a:ext uri="{FF2B5EF4-FFF2-40B4-BE49-F238E27FC236}">
                              <a16:creationId xmlns:a16="http://schemas.microsoft.com/office/drawing/2014/main" id="{CB87E3E2-344C-487A-B597-F859C5734342}"/>
                            </a:ext>
                          </a:extLst>
                        </p:cNvPr>
                        <p:cNvSpPr>
                          <a:spLocks noChangeShapeType="1"/>
                        </p:cNvSpPr>
                        <p:nvPr/>
                      </p:nvSpPr>
                      <p:spPr bwMode="auto">
                        <a:xfrm>
                          <a:off x="26" y="1"/>
                          <a:ext cx="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8471" name="组合 18471">
                      <a:extLst>
                        <a:ext uri="{FF2B5EF4-FFF2-40B4-BE49-F238E27FC236}">
                          <a16:creationId xmlns:a16="http://schemas.microsoft.com/office/drawing/2014/main" id="{07BC4234-11F6-4452-9052-BE4406C8E66C}"/>
                        </a:ext>
                      </a:extLst>
                    </p:cNvPr>
                    <p:cNvGrpSpPr>
                      <a:grpSpLocks/>
                    </p:cNvGrpSpPr>
                    <p:nvPr/>
                  </p:nvGrpSpPr>
                  <p:grpSpPr bwMode="auto">
                    <a:xfrm>
                      <a:off x="1408" y="0"/>
                      <a:ext cx="531" cy="466"/>
                      <a:chOff x="0" y="0"/>
                      <a:chExt cx="531" cy="466"/>
                    </a:xfrm>
                  </p:grpSpPr>
                  <p:sp>
                    <p:nvSpPr>
                      <p:cNvPr id="18472" name="直接连接符 18472">
                        <a:extLst>
                          <a:ext uri="{FF2B5EF4-FFF2-40B4-BE49-F238E27FC236}">
                            <a16:creationId xmlns:a16="http://schemas.microsoft.com/office/drawing/2014/main" id="{C91D6F64-4078-4AF7-AC45-F1BD43583BA8}"/>
                          </a:ext>
                        </a:extLst>
                      </p:cNvPr>
                      <p:cNvSpPr>
                        <a:spLocks noChangeShapeType="1"/>
                      </p:cNvSpPr>
                      <p:nvPr/>
                    </p:nvSpPr>
                    <p:spPr bwMode="auto">
                      <a:xfrm flipV="1">
                        <a:off x="160" y="243"/>
                        <a:ext cx="0" cy="2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73" name="文本框 18473">
                        <a:extLst>
                          <a:ext uri="{FF2B5EF4-FFF2-40B4-BE49-F238E27FC236}">
                            <a16:creationId xmlns:a16="http://schemas.microsoft.com/office/drawing/2014/main" id="{E0E0D6A5-A0AA-4168-8370-467995B44409}"/>
                          </a:ext>
                        </a:extLst>
                      </p:cNvPr>
                      <p:cNvSpPr txBox="1">
                        <a:spLocks noChangeArrowheads="1"/>
                      </p:cNvSpPr>
                      <p:nvPr/>
                    </p:nvSpPr>
                    <p:spPr bwMode="auto">
                      <a:xfrm>
                        <a:off x="0" y="0"/>
                        <a:ext cx="53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INT</a:t>
                        </a:r>
                      </a:p>
                    </p:txBody>
                  </p:sp>
                </p:grpSp>
              </p:grpSp>
              <p:grpSp>
                <p:nvGrpSpPr>
                  <p:cNvPr id="18474" name="组合 18474">
                    <a:extLst>
                      <a:ext uri="{FF2B5EF4-FFF2-40B4-BE49-F238E27FC236}">
                        <a16:creationId xmlns:a16="http://schemas.microsoft.com/office/drawing/2014/main" id="{5CF5ED91-CF41-4983-ABC7-811195CA5DE5}"/>
                      </a:ext>
                    </a:extLst>
                  </p:cNvPr>
                  <p:cNvGrpSpPr>
                    <a:grpSpLocks/>
                  </p:cNvGrpSpPr>
                  <p:nvPr/>
                </p:nvGrpSpPr>
                <p:grpSpPr bwMode="auto">
                  <a:xfrm>
                    <a:off x="12" y="796"/>
                    <a:ext cx="412" cy="1225"/>
                    <a:chOff x="0" y="0"/>
                    <a:chExt cx="600" cy="1890"/>
                  </a:xfrm>
                </p:grpSpPr>
                <p:sp>
                  <p:nvSpPr>
                    <p:cNvPr id="18475" name="文本框 18475">
                      <a:extLst>
                        <a:ext uri="{FF2B5EF4-FFF2-40B4-BE49-F238E27FC236}">
                          <a16:creationId xmlns:a16="http://schemas.microsoft.com/office/drawing/2014/main" id="{BA2425B7-2D61-46F2-B3F1-20A14D2D73BC}"/>
                        </a:ext>
                      </a:extLst>
                    </p:cNvPr>
                    <p:cNvSpPr txBox="1">
                      <a:spLocks noChangeArrowheads="1"/>
                    </p:cNvSpPr>
                    <p:nvPr/>
                  </p:nvSpPr>
                  <p:spPr bwMode="auto">
                    <a:xfrm>
                      <a:off x="0" y="39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r>
                        <a:rPr lang="zh-CN" altLang="en-US">
                          <a:latin typeface="Times New Roman" panose="02020603050405020304" pitchFamily="18" charset="0"/>
                        </a:rPr>
                        <a:t> 中断</a:t>
                      </a:r>
                    </a:p>
                    <a:p>
                      <a:pPr algn="just" eaLnBrk="0" hangingPunct="0"/>
                      <a:r>
                        <a:rPr lang="zh-CN" altLang="en-US">
                          <a:latin typeface="Times New Roman" panose="02020603050405020304" pitchFamily="18" charset="0"/>
                        </a:rPr>
                        <a:t> 服务</a:t>
                      </a:r>
                    </a:p>
                    <a:p>
                      <a:pPr algn="just" eaLnBrk="0" hangingPunct="0"/>
                      <a:r>
                        <a:rPr lang="zh-CN" altLang="en-US">
                          <a:latin typeface="Times New Roman" panose="02020603050405020304" pitchFamily="18" charset="0"/>
                        </a:rPr>
                        <a:t> 寄存</a:t>
                      </a:r>
                    </a:p>
                    <a:p>
                      <a:pPr algn="just" eaLnBrk="0" hangingPunct="0"/>
                      <a:r>
                        <a:rPr lang="zh-CN" altLang="en-US">
                          <a:latin typeface="Times New Roman" panose="02020603050405020304" pitchFamily="18" charset="0"/>
                        </a:rPr>
                        <a:t> 器</a:t>
                      </a:r>
                    </a:p>
                    <a:p>
                      <a:pPr algn="just" eaLnBrk="0" hangingPunct="0"/>
                      <a:r>
                        <a:rPr lang="en-US" altLang="zh-CN" b="1">
                          <a:latin typeface="Times New Roman" panose="02020603050405020304" pitchFamily="18" charset="0"/>
                        </a:rPr>
                        <a:t>(ISR)</a:t>
                      </a:r>
                    </a:p>
                  </p:txBody>
                </p:sp>
                <p:sp>
                  <p:nvSpPr>
                    <p:cNvPr id="18476" name="直接连接符 18476">
                      <a:extLst>
                        <a:ext uri="{FF2B5EF4-FFF2-40B4-BE49-F238E27FC236}">
                          <a16:creationId xmlns:a16="http://schemas.microsoft.com/office/drawing/2014/main" id="{A0C3447F-A78B-4B1C-A91E-BC458F7C0E3B}"/>
                        </a:ext>
                      </a:extLst>
                    </p:cNvPr>
                    <p:cNvSpPr>
                      <a:spLocks noChangeShapeType="1"/>
                    </p:cNvSpPr>
                    <p:nvPr/>
                  </p:nvSpPr>
                  <p:spPr bwMode="auto">
                    <a:xfrm flipH="1">
                      <a:off x="296"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8477" name="组合 18477">
                    <a:extLst>
                      <a:ext uri="{FF2B5EF4-FFF2-40B4-BE49-F238E27FC236}">
                        <a16:creationId xmlns:a16="http://schemas.microsoft.com/office/drawing/2014/main" id="{3BCD8909-0148-424F-A113-92DB7CC4B41B}"/>
                      </a:ext>
                    </a:extLst>
                  </p:cNvPr>
                  <p:cNvGrpSpPr>
                    <a:grpSpLocks/>
                  </p:cNvGrpSpPr>
                  <p:nvPr/>
                </p:nvGrpSpPr>
                <p:grpSpPr bwMode="auto">
                  <a:xfrm>
                    <a:off x="763" y="787"/>
                    <a:ext cx="412" cy="1243"/>
                    <a:chOff x="0" y="0"/>
                    <a:chExt cx="600" cy="1920"/>
                  </a:xfrm>
                </p:grpSpPr>
                <p:sp>
                  <p:nvSpPr>
                    <p:cNvPr id="18478" name="文本框 18478">
                      <a:extLst>
                        <a:ext uri="{FF2B5EF4-FFF2-40B4-BE49-F238E27FC236}">
                          <a16:creationId xmlns:a16="http://schemas.microsoft.com/office/drawing/2014/main" id="{EA7B1E2C-17E3-4046-941F-D309C1A59EFD}"/>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900">
                        <a:latin typeface="Times New Roman" panose="02020603050405020304" pitchFamily="18" charset="0"/>
                      </a:endParaRPr>
                    </a:p>
                    <a:p>
                      <a:pPr algn="just" eaLnBrk="0" hangingPunct="0"/>
                      <a:r>
                        <a:rPr lang="zh-CN" altLang="en-US">
                          <a:latin typeface="Times New Roman" panose="02020603050405020304" pitchFamily="18" charset="0"/>
                        </a:rPr>
                        <a:t> 优先</a:t>
                      </a:r>
                    </a:p>
                    <a:p>
                      <a:pPr algn="just" eaLnBrk="0" hangingPunct="0"/>
                      <a:r>
                        <a:rPr lang="zh-CN" altLang="en-US">
                          <a:latin typeface="Times New Roman" panose="02020603050405020304" pitchFamily="18" charset="0"/>
                        </a:rPr>
                        <a:t> 权</a:t>
                      </a:r>
                    </a:p>
                    <a:p>
                      <a:pPr algn="just" eaLnBrk="0" hangingPunct="0"/>
                      <a:r>
                        <a:rPr lang="zh-CN" altLang="en-US">
                          <a:latin typeface="Times New Roman" panose="02020603050405020304" pitchFamily="18" charset="0"/>
                        </a:rPr>
                        <a:t> 电路</a:t>
                      </a:r>
                    </a:p>
                    <a:p>
                      <a:pPr algn="just" eaLnBrk="0" hangingPunct="0"/>
                      <a:r>
                        <a:rPr lang="zh-CN" altLang="en-US">
                          <a:latin typeface="Times New Roman" panose="02020603050405020304" pitchFamily="18" charset="0"/>
                        </a:rPr>
                        <a:t> </a:t>
                      </a:r>
                      <a:r>
                        <a:rPr lang="en-US" altLang="zh-CN" b="1">
                          <a:latin typeface="Times New Roman" panose="02020603050405020304" pitchFamily="18" charset="0"/>
                        </a:rPr>
                        <a:t>(PR)</a:t>
                      </a:r>
                    </a:p>
                    <a:p>
                      <a:pPr algn="just" eaLnBrk="0" hangingPunct="0"/>
                      <a:endParaRPr lang="zh-CN" altLang="en-US" b="1">
                        <a:latin typeface="Times New Roman" panose="02020603050405020304" pitchFamily="18" charset="0"/>
                      </a:endParaRPr>
                    </a:p>
                  </p:txBody>
                </p:sp>
                <p:sp>
                  <p:nvSpPr>
                    <p:cNvPr id="18479" name="直接连接符 18479">
                      <a:extLst>
                        <a:ext uri="{FF2B5EF4-FFF2-40B4-BE49-F238E27FC236}">
                          <a16:creationId xmlns:a16="http://schemas.microsoft.com/office/drawing/2014/main" id="{3E42F524-262C-44E0-9DF4-77C7469190E7}"/>
                        </a:ext>
                      </a:extLst>
                    </p:cNvPr>
                    <p:cNvSpPr>
                      <a:spLocks noChangeShapeType="1"/>
                    </p:cNvSpPr>
                    <p:nvPr/>
                  </p:nvSpPr>
                  <p:spPr bwMode="auto">
                    <a:xfrm>
                      <a:off x="284" y="0"/>
                      <a:ext cx="0" cy="4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8480" name="组合 18480">
                    <a:extLst>
                      <a:ext uri="{FF2B5EF4-FFF2-40B4-BE49-F238E27FC236}">
                        <a16:creationId xmlns:a16="http://schemas.microsoft.com/office/drawing/2014/main" id="{E2DC2335-43BD-444C-9377-610380F2716C}"/>
                      </a:ext>
                    </a:extLst>
                  </p:cNvPr>
                  <p:cNvGrpSpPr>
                    <a:grpSpLocks/>
                  </p:cNvGrpSpPr>
                  <p:nvPr/>
                </p:nvGrpSpPr>
                <p:grpSpPr bwMode="auto">
                  <a:xfrm>
                    <a:off x="1526" y="796"/>
                    <a:ext cx="412" cy="1244"/>
                    <a:chOff x="0" y="0"/>
                    <a:chExt cx="600" cy="1920"/>
                  </a:xfrm>
                </p:grpSpPr>
                <p:sp>
                  <p:nvSpPr>
                    <p:cNvPr id="18481" name="文本框 18481">
                      <a:extLst>
                        <a:ext uri="{FF2B5EF4-FFF2-40B4-BE49-F238E27FC236}">
                          <a16:creationId xmlns:a16="http://schemas.microsoft.com/office/drawing/2014/main" id="{62C3C24F-2A7C-4C03-8B76-DF992EB23B38}"/>
                        </a:ext>
                      </a:extLst>
                    </p:cNvPr>
                    <p:cNvSpPr txBox="1">
                      <a:spLocks noChangeArrowheads="1"/>
                    </p:cNvSpPr>
                    <p:nvPr/>
                  </p:nvSpPr>
                  <p:spPr bwMode="auto">
                    <a:xfrm>
                      <a:off x="0" y="420"/>
                      <a:ext cx="600" cy="1500"/>
                    </a:xfrm>
                    <a:prstGeom prst="rect">
                      <a:avLst/>
                    </a:prstGeom>
                    <a:solidFill>
                      <a:schemeClr val="accent1"/>
                    </a:solidFill>
                    <a:ln w="9525">
                      <a:solidFill>
                        <a:schemeClr val="tx1"/>
                      </a:solidFill>
                      <a:miter lim="800000"/>
                      <a:headEnd/>
                      <a:tailEnd/>
                    </a:ln>
                  </p:spPr>
                  <p:txBody>
                    <a:bodyPr lIns="3600" rIns="3600"/>
                    <a:lstStyle/>
                    <a:p>
                      <a:pPr algn="just" eaLnBrk="0" hangingPunct="0"/>
                      <a:endParaRPr lang="zh-CN" altLang="en-US" sz="1600">
                        <a:latin typeface="Times New Roman" panose="02020603050405020304" pitchFamily="18" charset="0"/>
                      </a:endParaRPr>
                    </a:p>
                    <a:p>
                      <a:pPr algn="just" eaLnBrk="0" hangingPunct="0"/>
                      <a:r>
                        <a:rPr lang="zh-CN" altLang="en-US" sz="1600">
                          <a:latin typeface="Times New Roman" panose="02020603050405020304" pitchFamily="18" charset="0"/>
                        </a:rPr>
                        <a:t> 中断</a:t>
                      </a:r>
                    </a:p>
                    <a:p>
                      <a:pPr algn="just" eaLnBrk="0" hangingPunct="0"/>
                      <a:r>
                        <a:rPr lang="zh-CN" altLang="en-US" sz="1600">
                          <a:latin typeface="Times New Roman" panose="02020603050405020304" pitchFamily="18" charset="0"/>
                        </a:rPr>
                        <a:t> 请求</a:t>
                      </a:r>
                    </a:p>
                    <a:p>
                      <a:pPr algn="just" eaLnBrk="0" hangingPunct="0"/>
                      <a:r>
                        <a:rPr lang="zh-CN" altLang="en-US" sz="1600">
                          <a:latin typeface="Times New Roman" panose="02020603050405020304" pitchFamily="18" charset="0"/>
                        </a:rPr>
                        <a:t>寄存器</a:t>
                      </a:r>
                    </a:p>
                    <a:p>
                      <a:pPr algn="just" eaLnBrk="0" hangingPunct="0"/>
                      <a:r>
                        <a:rPr lang="zh-CN" altLang="en-US" sz="1600">
                          <a:latin typeface="Times New Roman" panose="02020603050405020304" pitchFamily="18" charset="0"/>
                        </a:rPr>
                        <a:t> </a:t>
                      </a:r>
                      <a:r>
                        <a:rPr lang="en-US" altLang="zh-CN" sz="1600" b="1">
                          <a:latin typeface="Times New Roman" panose="02020603050405020304" pitchFamily="18" charset="0"/>
                        </a:rPr>
                        <a:t>(IRR)</a:t>
                      </a:r>
                    </a:p>
                  </p:txBody>
                </p:sp>
                <p:sp>
                  <p:nvSpPr>
                    <p:cNvPr id="18482" name="直接连接符 18482">
                      <a:extLst>
                        <a:ext uri="{FF2B5EF4-FFF2-40B4-BE49-F238E27FC236}">
                          <a16:creationId xmlns:a16="http://schemas.microsoft.com/office/drawing/2014/main" id="{AB1B76CF-3694-4C2E-903B-B3A0EF2F0F7A}"/>
                        </a:ext>
                      </a:extLst>
                    </p:cNvPr>
                    <p:cNvSpPr>
                      <a:spLocks noChangeShapeType="1"/>
                    </p:cNvSpPr>
                    <p:nvPr/>
                  </p:nvSpPr>
                  <p:spPr bwMode="auto">
                    <a:xfrm flipH="1" flipV="1">
                      <a:off x="297" y="0"/>
                      <a:ext cx="1" cy="4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483" name="左右箭头 18483">
                    <a:extLst>
                      <a:ext uri="{FF2B5EF4-FFF2-40B4-BE49-F238E27FC236}">
                        <a16:creationId xmlns:a16="http://schemas.microsoft.com/office/drawing/2014/main" id="{ABAB9BE0-C2D0-431D-BA22-78ED3180E973}"/>
                      </a:ext>
                    </a:extLst>
                  </p:cNvPr>
                  <p:cNvSpPr>
                    <a:spLocks noChangeArrowheads="1"/>
                  </p:cNvSpPr>
                  <p:nvPr/>
                </p:nvSpPr>
                <p:spPr bwMode="auto">
                  <a:xfrm>
                    <a:off x="422" y="1409"/>
                    <a:ext cx="340" cy="194"/>
                  </a:xfrm>
                  <a:prstGeom prst="leftRightArrow">
                    <a:avLst>
                      <a:gd name="adj1" fmla="val 50000"/>
                      <a:gd name="adj2" fmla="val 35019"/>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sp>
                <p:nvSpPr>
                  <p:cNvPr id="18484" name="左箭头 18484">
                    <a:extLst>
                      <a:ext uri="{FF2B5EF4-FFF2-40B4-BE49-F238E27FC236}">
                        <a16:creationId xmlns:a16="http://schemas.microsoft.com/office/drawing/2014/main" id="{3651955C-5C5C-47BA-8A21-A2C9E8F8BA4A}"/>
                      </a:ext>
                    </a:extLst>
                  </p:cNvPr>
                  <p:cNvSpPr>
                    <a:spLocks noChangeArrowheads="1"/>
                  </p:cNvSpPr>
                  <p:nvPr/>
                </p:nvSpPr>
                <p:spPr bwMode="auto">
                  <a:xfrm>
                    <a:off x="1186" y="1409"/>
                    <a:ext cx="339" cy="194"/>
                  </a:xfrm>
                  <a:prstGeom prst="leftArrow">
                    <a:avLst>
                      <a:gd name="adj1" fmla="val 50000"/>
                      <a:gd name="adj2" fmla="val 43653"/>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8485" name="左箭头 18485">
                  <a:extLst>
                    <a:ext uri="{FF2B5EF4-FFF2-40B4-BE49-F238E27FC236}">
                      <a16:creationId xmlns:a16="http://schemas.microsoft.com/office/drawing/2014/main" id="{E794D158-3C13-48B4-96A7-FBFD63E9E868}"/>
                    </a:ext>
                  </a:extLst>
                </p:cNvPr>
                <p:cNvSpPr>
                  <a:spLocks noChangeArrowheads="1"/>
                </p:cNvSpPr>
                <p:nvPr/>
              </p:nvSpPr>
              <p:spPr bwMode="auto">
                <a:xfrm>
                  <a:off x="0" y="1409"/>
                  <a:ext cx="423" cy="223"/>
                </a:xfrm>
                <a:prstGeom prst="leftArrow">
                  <a:avLst>
                    <a:gd name="adj1" fmla="val 50000"/>
                    <a:gd name="adj2" fmla="val 47386"/>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8486" name="文本框 18486">
                <a:extLst>
                  <a:ext uri="{FF2B5EF4-FFF2-40B4-BE49-F238E27FC236}">
                    <a16:creationId xmlns:a16="http://schemas.microsoft.com/office/drawing/2014/main" id="{9FD91230-12BC-41FF-A4E1-ED936EBBCD6A}"/>
                  </a:ext>
                </a:extLst>
              </p:cNvPr>
              <p:cNvSpPr txBox="1">
                <a:spLocks noChangeArrowheads="1"/>
              </p:cNvSpPr>
              <p:nvPr/>
            </p:nvSpPr>
            <p:spPr bwMode="auto">
              <a:xfrm>
                <a:off x="1216" y="1030"/>
                <a:ext cx="534" cy="603"/>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 读</a:t>
                </a:r>
                <a:r>
                  <a:rPr lang="en-US" altLang="zh-CN">
                    <a:latin typeface="Times New Roman" panose="02020603050405020304" pitchFamily="18" charset="0"/>
                  </a:rPr>
                  <a:t>/</a:t>
                </a:r>
                <a:r>
                  <a:rPr lang="zh-CN" altLang="en-US">
                    <a:latin typeface="Times New Roman" panose="02020603050405020304" pitchFamily="18" charset="0"/>
                  </a:rPr>
                  <a:t>写</a:t>
                </a:r>
              </a:p>
              <a:p>
                <a:pPr algn="just" eaLnBrk="0" hangingPunct="0"/>
                <a:r>
                  <a:rPr lang="zh-CN" altLang="en-US">
                    <a:latin typeface="Times New Roman" panose="02020603050405020304" pitchFamily="18" charset="0"/>
                  </a:rPr>
                  <a:t> 逻辑</a:t>
                </a:r>
              </a:p>
              <a:p>
                <a:pPr algn="just" eaLnBrk="0" hangingPunct="0"/>
                <a:endParaRPr lang="zh-CN" altLang="en-US">
                  <a:latin typeface="Times New Roman" panose="02020603050405020304" pitchFamily="18" charset="0"/>
                </a:endParaRPr>
              </a:p>
            </p:txBody>
          </p:sp>
          <p:sp>
            <p:nvSpPr>
              <p:cNvPr id="18487" name="椭圆 18487">
                <a:extLst>
                  <a:ext uri="{FF2B5EF4-FFF2-40B4-BE49-F238E27FC236}">
                    <a16:creationId xmlns:a16="http://schemas.microsoft.com/office/drawing/2014/main" id="{C3B166B7-64DF-4A21-9893-01F8235C1EC6}"/>
                  </a:ext>
                </a:extLst>
              </p:cNvPr>
              <p:cNvSpPr>
                <a:spLocks noChangeArrowheads="1"/>
              </p:cNvSpPr>
              <p:nvPr/>
            </p:nvSpPr>
            <p:spPr bwMode="auto">
              <a:xfrm>
                <a:off x="1165" y="1147"/>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8488" name="直接连接符 18488">
                <a:extLst>
                  <a:ext uri="{FF2B5EF4-FFF2-40B4-BE49-F238E27FC236}">
                    <a16:creationId xmlns:a16="http://schemas.microsoft.com/office/drawing/2014/main" id="{98476BC0-1855-4618-9212-6F135AEF3355}"/>
                  </a:ext>
                </a:extLst>
              </p:cNvPr>
              <p:cNvSpPr>
                <a:spLocks noChangeShapeType="1"/>
              </p:cNvSpPr>
              <p:nvPr/>
            </p:nvSpPr>
            <p:spPr bwMode="auto">
              <a:xfrm>
                <a:off x="855" y="116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9" name="文本框 18489">
                <a:extLst>
                  <a:ext uri="{FF2B5EF4-FFF2-40B4-BE49-F238E27FC236}">
                    <a16:creationId xmlns:a16="http://schemas.microsoft.com/office/drawing/2014/main" id="{DB1787A9-7B60-4EB1-8B99-C02B5087985B}"/>
                  </a:ext>
                </a:extLst>
              </p:cNvPr>
              <p:cNvSpPr txBox="1">
                <a:spLocks noChangeArrowheads="1"/>
              </p:cNvSpPr>
              <p:nvPr/>
            </p:nvSpPr>
            <p:spPr bwMode="auto">
              <a:xfrm>
                <a:off x="535" y="1041"/>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RD</a:t>
                </a:r>
              </a:p>
            </p:txBody>
          </p:sp>
          <p:sp>
            <p:nvSpPr>
              <p:cNvPr id="18490" name="直接连接符 18490">
                <a:extLst>
                  <a:ext uri="{FF2B5EF4-FFF2-40B4-BE49-F238E27FC236}">
                    <a16:creationId xmlns:a16="http://schemas.microsoft.com/office/drawing/2014/main" id="{B320B2E6-82A4-450F-AB4F-44496FFC20C4}"/>
                  </a:ext>
                </a:extLst>
              </p:cNvPr>
              <p:cNvSpPr>
                <a:spLocks noChangeShapeType="1"/>
              </p:cNvSpPr>
              <p:nvPr/>
            </p:nvSpPr>
            <p:spPr bwMode="auto">
              <a:xfrm>
                <a:off x="605" y="104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91" name="直接连接符 18491">
                <a:extLst>
                  <a:ext uri="{FF2B5EF4-FFF2-40B4-BE49-F238E27FC236}">
                    <a16:creationId xmlns:a16="http://schemas.microsoft.com/office/drawing/2014/main" id="{A9410F38-5AAB-4F28-828C-493070F6BBA0}"/>
                  </a:ext>
                </a:extLst>
              </p:cNvPr>
              <p:cNvSpPr>
                <a:spLocks noChangeShapeType="1"/>
              </p:cNvSpPr>
              <p:nvPr/>
            </p:nvSpPr>
            <p:spPr bwMode="auto">
              <a:xfrm>
                <a:off x="894" y="1506"/>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92" name="文本框 18492">
                <a:extLst>
                  <a:ext uri="{FF2B5EF4-FFF2-40B4-BE49-F238E27FC236}">
                    <a16:creationId xmlns:a16="http://schemas.microsoft.com/office/drawing/2014/main" id="{2D12EA99-C8AE-407F-8F30-43900BCABC72}"/>
                  </a:ext>
                </a:extLst>
              </p:cNvPr>
              <p:cNvSpPr txBox="1">
                <a:spLocks noChangeArrowheads="1"/>
              </p:cNvSpPr>
              <p:nvPr/>
            </p:nvSpPr>
            <p:spPr bwMode="auto">
              <a:xfrm>
                <a:off x="542" y="1426"/>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A0</a:t>
                </a:r>
              </a:p>
            </p:txBody>
          </p:sp>
          <p:grpSp>
            <p:nvGrpSpPr>
              <p:cNvPr id="18493" name="组合 18493">
                <a:extLst>
                  <a:ext uri="{FF2B5EF4-FFF2-40B4-BE49-F238E27FC236}">
                    <a16:creationId xmlns:a16="http://schemas.microsoft.com/office/drawing/2014/main" id="{921A278D-C837-4F7B-A5C4-9AA125FAC389}"/>
                  </a:ext>
                </a:extLst>
              </p:cNvPr>
              <p:cNvGrpSpPr>
                <a:grpSpLocks/>
              </p:cNvGrpSpPr>
              <p:nvPr/>
            </p:nvGrpSpPr>
            <p:grpSpPr bwMode="auto">
              <a:xfrm>
                <a:off x="853" y="1322"/>
                <a:ext cx="364" cy="51"/>
                <a:chOff x="0" y="0"/>
                <a:chExt cx="364" cy="51"/>
              </a:xfrm>
            </p:grpSpPr>
            <p:sp>
              <p:nvSpPr>
                <p:cNvPr id="18494" name="椭圆 18494">
                  <a:extLst>
                    <a:ext uri="{FF2B5EF4-FFF2-40B4-BE49-F238E27FC236}">
                      <a16:creationId xmlns:a16="http://schemas.microsoft.com/office/drawing/2014/main" id="{91CFF9C5-366E-4173-9A4E-AFADBC2D97F9}"/>
                    </a:ext>
                  </a:extLst>
                </p:cNvPr>
                <p:cNvSpPr>
                  <a:spLocks noChangeArrowheads="1"/>
                </p:cNvSpPr>
                <p:nvPr/>
              </p:nvSpPr>
              <p:spPr bwMode="auto">
                <a:xfrm>
                  <a:off x="31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8495" name="直接连接符 18495">
                  <a:extLst>
                    <a:ext uri="{FF2B5EF4-FFF2-40B4-BE49-F238E27FC236}">
                      <a16:creationId xmlns:a16="http://schemas.microsoft.com/office/drawing/2014/main" id="{21462241-90EB-47CD-A771-161D693EB929}"/>
                    </a:ext>
                  </a:extLst>
                </p:cNvPr>
                <p:cNvSpPr>
                  <a:spLocks noChangeShapeType="1"/>
                </p:cNvSpPr>
                <p:nvPr/>
              </p:nvSpPr>
              <p:spPr bwMode="auto">
                <a:xfrm>
                  <a:off x="0" y="19"/>
                  <a:ext cx="3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496" name="文本框 18496">
                <a:extLst>
                  <a:ext uri="{FF2B5EF4-FFF2-40B4-BE49-F238E27FC236}">
                    <a16:creationId xmlns:a16="http://schemas.microsoft.com/office/drawing/2014/main" id="{D6816221-35C4-48D1-B86E-C0CCD646F678}"/>
                  </a:ext>
                </a:extLst>
              </p:cNvPr>
              <p:cNvSpPr txBox="1">
                <a:spLocks noChangeArrowheads="1"/>
              </p:cNvSpPr>
              <p:nvPr/>
            </p:nvSpPr>
            <p:spPr bwMode="auto">
              <a:xfrm>
                <a:off x="532" y="1264"/>
                <a:ext cx="42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WR</a:t>
                </a:r>
              </a:p>
            </p:txBody>
          </p:sp>
          <p:sp>
            <p:nvSpPr>
              <p:cNvPr id="18497" name="直接连接符 18497">
                <a:extLst>
                  <a:ext uri="{FF2B5EF4-FFF2-40B4-BE49-F238E27FC236}">
                    <a16:creationId xmlns:a16="http://schemas.microsoft.com/office/drawing/2014/main" id="{0E2CB416-A954-452D-B7E8-BCDCF29223B0}"/>
                  </a:ext>
                </a:extLst>
              </p:cNvPr>
              <p:cNvSpPr>
                <a:spLocks noChangeShapeType="1"/>
              </p:cNvSpPr>
              <p:nvPr/>
            </p:nvSpPr>
            <p:spPr bwMode="auto">
              <a:xfrm>
                <a:off x="617" y="1269"/>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498" name="组合 18498">
                <a:extLst>
                  <a:ext uri="{FF2B5EF4-FFF2-40B4-BE49-F238E27FC236}">
                    <a16:creationId xmlns:a16="http://schemas.microsoft.com/office/drawing/2014/main" id="{3DEDCDCB-1E1C-40DF-90FB-3BE77D74A19E}"/>
                  </a:ext>
                </a:extLst>
              </p:cNvPr>
              <p:cNvGrpSpPr>
                <a:grpSpLocks/>
              </p:cNvGrpSpPr>
              <p:nvPr/>
            </p:nvGrpSpPr>
            <p:grpSpPr bwMode="auto">
              <a:xfrm>
                <a:off x="1431" y="1632"/>
                <a:ext cx="54" cy="194"/>
                <a:chOff x="0" y="0"/>
                <a:chExt cx="54" cy="194"/>
              </a:xfrm>
            </p:grpSpPr>
            <p:sp>
              <p:nvSpPr>
                <p:cNvPr id="18499" name="椭圆 18499">
                  <a:extLst>
                    <a:ext uri="{FF2B5EF4-FFF2-40B4-BE49-F238E27FC236}">
                      <a16:creationId xmlns:a16="http://schemas.microsoft.com/office/drawing/2014/main" id="{C161622E-0FAF-41C9-B2DE-3FD789DCB00A}"/>
                    </a:ext>
                  </a:extLst>
                </p:cNvPr>
                <p:cNvSpPr>
                  <a:spLocks noChangeArrowheads="1"/>
                </p:cNvSpPr>
                <p:nvPr/>
              </p:nvSpPr>
              <p:spPr bwMode="auto">
                <a:xfrm>
                  <a:off x="0" y="0"/>
                  <a:ext cx="54" cy="51"/>
                </a:xfrm>
                <a:prstGeom prst="ellipse">
                  <a:avLst/>
                </a:prstGeom>
                <a:solidFill>
                  <a:schemeClr val="accent1"/>
                </a:solidFill>
                <a:ln w="9525">
                  <a:solidFill>
                    <a:schemeClr val="tx1"/>
                  </a:solidFill>
                  <a:round/>
                  <a:headEnd/>
                  <a:tailEnd/>
                </a:ln>
              </p:spPr>
              <p:txBody>
                <a:bodyPr/>
                <a:lstStyle/>
                <a:p>
                  <a:pPr algn="just" eaLnBrk="0" hangingPunct="0"/>
                  <a:endParaRPr lang="zh-CN" altLang="en-US"/>
                </a:p>
              </p:txBody>
            </p:sp>
            <p:sp>
              <p:nvSpPr>
                <p:cNvPr id="18500" name="直接连接符 18500">
                  <a:extLst>
                    <a:ext uri="{FF2B5EF4-FFF2-40B4-BE49-F238E27FC236}">
                      <a16:creationId xmlns:a16="http://schemas.microsoft.com/office/drawing/2014/main" id="{63FAAB89-3444-41C5-9149-423954C03652}"/>
                    </a:ext>
                  </a:extLst>
                </p:cNvPr>
                <p:cNvSpPr>
                  <a:spLocks noChangeShapeType="1"/>
                </p:cNvSpPr>
                <p:nvPr/>
              </p:nvSpPr>
              <p:spPr bwMode="auto">
                <a:xfrm flipV="1">
                  <a:off x="20" y="39"/>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501" name="直接连接符 18501">
                <a:extLst>
                  <a:ext uri="{FF2B5EF4-FFF2-40B4-BE49-F238E27FC236}">
                    <a16:creationId xmlns:a16="http://schemas.microsoft.com/office/drawing/2014/main" id="{E1D4ED18-A99D-4745-9B0C-E4D616B2901C}"/>
                  </a:ext>
                </a:extLst>
              </p:cNvPr>
              <p:cNvSpPr>
                <a:spLocks noChangeShapeType="1"/>
              </p:cNvSpPr>
              <p:nvPr/>
            </p:nvSpPr>
            <p:spPr bwMode="auto">
              <a:xfrm>
                <a:off x="895" y="1817"/>
                <a:ext cx="5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02" name="文本框 18502">
                <a:extLst>
                  <a:ext uri="{FF2B5EF4-FFF2-40B4-BE49-F238E27FC236}">
                    <a16:creationId xmlns:a16="http://schemas.microsoft.com/office/drawing/2014/main" id="{457A4121-03BE-4732-8C02-AC375C2265BE}"/>
                  </a:ext>
                </a:extLst>
              </p:cNvPr>
              <p:cNvSpPr txBox="1">
                <a:spLocks noChangeArrowheads="1"/>
              </p:cNvSpPr>
              <p:nvPr/>
            </p:nvSpPr>
            <p:spPr bwMode="auto">
              <a:xfrm>
                <a:off x="576" y="1726"/>
                <a:ext cx="39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CS</a:t>
                </a:r>
              </a:p>
            </p:txBody>
          </p:sp>
          <p:sp>
            <p:nvSpPr>
              <p:cNvPr id="18503" name="直接连接符 18503">
                <a:extLst>
                  <a:ext uri="{FF2B5EF4-FFF2-40B4-BE49-F238E27FC236}">
                    <a16:creationId xmlns:a16="http://schemas.microsoft.com/office/drawing/2014/main" id="{12F21943-252E-49BC-8422-B2596DBECAAC}"/>
                  </a:ext>
                </a:extLst>
              </p:cNvPr>
              <p:cNvSpPr>
                <a:spLocks noChangeShapeType="1"/>
              </p:cNvSpPr>
              <p:nvPr/>
            </p:nvSpPr>
            <p:spPr bwMode="auto">
              <a:xfrm>
                <a:off x="624" y="172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504" name="组合 18504">
                <a:extLst>
                  <a:ext uri="{FF2B5EF4-FFF2-40B4-BE49-F238E27FC236}">
                    <a16:creationId xmlns:a16="http://schemas.microsoft.com/office/drawing/2014/main" id="{98C208FA-2822-46FB-9C5A-13BBC4A28747}"/>
                  </a:ext>
                </a:extLst>
              </p:cNvPr>
              <p:cNvGrpSpPr>
                <a:grpSpLocks/>
              </p:cNvGrpSpPr>
              <p:nvPr/>
            </p:nvGrpSpPr>
            <p:grpSpPr bwMode="auto">
              <a:xfrm>
                <a:off x="1741" y="651"/>
                <a:ext cx="1040" cy="1583"/>
                <a:chOff x="0" y="0"/>
                <a:chExt cx="1514" cy="2445"/>
              </a:xfrm>
            </p:grpSpPr>
            <p:sp>
              <p:nvSpPr>
                <p:cNvPr id="18505" name="直接连接符 18505">
                  <a:extLst>
                    <a:ext uri="{FF2B5EF4-FFF2-40B4-BE49-F238E27FC236}">
                      <a16:creationId xmlns:a16="http://schemas.microsoft.com/office/drawing/2014/main" id="{B9F96B39-D71E-4545-AD3E-2E6B7DB62DC2}"/>
                    </a:ext>
                  </a:extLst>
                </p:cNvPr>
                <p:cNvSpPr>
                  <a:spLocks noChangeShapeType="1"/>
                </p:cNvSpPr>
                <p:nvPr/>
              </p:nvSpPr>
              <p:spPr bwMode="auto">
                <a:xfrm>
                  <a:off x="914" y="15"/>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06" name="直接连接符 18506">
                  <a:extLst>
                    <a:ext uri="{FF2B5EF4-FFF2-40B4-BE49-F238E27FC236}">
                      <a16:creationId xmlns:a16="http://schemas.microsoft.com/office/drawing/2014/main" id="{89DB4EE4-6F56-4060-B2CE-CA8E2D424DAB}"/>
                    </a:ext>
                  </a:extLst>
                </p:cNvPr>
                <p:cNvSpPr>
                  <a:spLocks noChangeShapeType="1"/>
                </p:cNvSpPr>
                <p:nvPr/>
              </p:nvSpPr>
              <p:spPr bwMode="auto">
                <a:xfrm>
                  <a:off x="434" y="0"/>
                  <a:ext cx="1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07" name="直接连接符 18507">
                  <a:extLst>
                    <a:ext uri="{FF2B5EF4-FFF2-40B4-BE49-F238E27FC236}">
                      <a16:creationId xmlns:a16="http://schemas.microsoft.com/office/drawing/2014/main" id="{374F8A3F-EDF0-452E-A246-8103D9BF7F70}"/>
                    </a:ext>
                  </a:extLst>
                </p:cNvPr>
                <p:cNvSpPr>
                  <a:spLocks noChangeShapeType="1"/>
                </p:cNvSpPr>
                <p:nvPr/>
              </p:nvSpPr>
              <p:spPr bwMode="auto">
                <a:xfrm flipH="1">
                  <a:off x="14" y="99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08" name="直接连接符 18508">
                  <a:extLst>
                    <a:ext uri="{FF2B5EF4-FFF2-40B4-BE49-F238E27FC236}">
                      <a16:creationId xmlns:a16="http://schemas.microsoft.com/office/drawing/2014/main" id="{F7B58B64-F397-488A-ACF1-67C438D0535A}"/>
                    </a:ext>
                  </a:extLst>
                </p:cNvPr>
                <p:cNvSpPr>
                  <a:spLocks noChangeShapeType="1"/>
                </p:cNvSpPr>
                <p:nvPr/>
              </p:nvSpPr>
              <p:spPr bwMode="auto">
                <a:xfrm flipH="1">
                  <a:off x="0" y="2430"/>
                  <a:ext cx="4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09" name="直接连接符 18509">
                  <a:extLst>
                    <a:ext uri="{FF2B5EF4-FFF2-40B4-BE49-F238E27FC236}">
                      <a16:creationId xmlns:a16="http://schemas.microsoft.com/office/drawing/2014/main" id="{87BD0AF2-5E06-4F54-8C5B-BD70D164FC03}"/>
                    </a:ext>
                  </a:extLst>
                </p:cNvPr>
                <p:cNvSpPr>
                  <a:spLocks noChangeShapeType="1"/>
                </p:cNvSpPr>
                <p:nvPr/>
              </p:nvSpPr>
              <p:spPr bwMode="auto">
                <a:xfrm>
                  <a:off x="434" y="15"/>
                  <a:ext cx="0" cy="2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510" name="组合 18510">
                <a:extLst>
                  <a:ext uri="{FF2B5EF4-FFF2-40B4-BE49-F238E27FC236}">
                    <a16:creationId xmlns:a16="http://schemas.microsoft.com/office/drawing/2014/main" id="{43ACD971-9D14-446C-AB0F-663C3CBBA449}"/>
                  </a:ext>
                </a:extLst>
              </p:cNvPr>
              <p:cNvGrpSpPr>
                <a:grpSpLocks/>
              </p:cNvGrpSpPr>
              <p:nvPr/>
            </p:nvGrpSpPr>
            <p:grpSpPr bwMode="auto">
              <a:xfrm>
                <a:off x="2377" y="2021"/>
                <a:ext cx="2253" cy="612"/>
                <a:chOff x="0" y="0"/>
                <a:chExt cx="3280" cy="945"/>
              </a:xfrm>
            </p:grpSpPr>
            <p:sp>
              <p:nvSpPr>
                <p:cNvPr id="18511" name="文本框 18511">
                  <a:extLst>
                    <a:ext uri="{FF2B5EF4-FFF2-40B4-BE49-F238E27FC236}">
                      <a16:creationId xmlns:a16="http://schemas.microsoft.com/office/drawing/2014/main" id="{D1DD4DB9-942C-46AE-9C7C-D4D1A6A1E039}"/>
                    </a:ext>
                  </a:extLst>
                </p:cNvPr>
                <p:cNvSpPr txBox="1">
                  <a:spLocks noChangeArrowheads="1"/>
                </p:cNvSpPr>
                <p:nvPr/>
              </p:nvSpPr>
              <p:spPr bwMode="auto">
                <a:xfrm>
                  <a:off x="730" y="405"/>
                  <a:ext cx="2550" cy="540"/>
                </a:xfrm>
                <a:prstGeom prst="rect">
                  <a:avLst/>
                </a:prstGeom>
                <a:solidFill>
                  <a:schemeClr val="accent1"/>
                </a:solidFill>
                <a:ln w="9525">
                  <a:solidFill>
                    <a:schemeClr val="tx1"/>
                  </a:solidFill>
                  <a:miter lim="800000"/>
                  <a:headEnd/>
                  <a:tailEnd/>
                </a:ln>
              </p:spPr>
              <p:txBody>
                <a:bodyPr/>
                <a:lstStyle/>
                <a:p>
                  <a:pPr algn="just" eaLnBrk="0" hangingPunct="0"/>
                  <a:r>
                    <a:rPr lang="zh-CN" altLang="en-US">
                      <a:latin typeface="Times New Roman" panose="02020603050405020304" pitchFamily="18" charset="0"/>
                    </a:rPr>
                    <a:t>中断屏蔽寄存器（</a:t>
                  </a:r>
                  <a:r>
                    <a:rPr lang="en-US" altLang="zh-CN">
                      <a:latin typeface="Times New Roman" panose="02020603050405020304" pitchFamily="18" charset="0"/>
                    </a:rPr>
                    <a:t>IMR</a:t>
                  </a:r>
                  <a:r>
                    <a:rPr lang="zh-CN" altLang="en-US">
                      <a:latin typeface="Times New Roman" panose="02020603050405020304" pitchFamily="18" charset="0"/>
                    </a:rPr>
                    <a:t>）</a:t>
                  </a:r>
                </a:p>
              </p:txBody>
            </p:sp>
            <p:sp>
              <p:nvSpPr>
                <p:cNvPr id="18512" name="直接连接符 18512">
                  <a:extLst>
                    <a:ext uri="{FF2B5EF4-FFF2-40B4-BE49-F238E27FC236}">
                      <a16:creationId xmlns:a16="http://schemas.microsoft.com/office/drawing/2014/main" id="{011E4714-4AA6-4680-A81A-99B5C1D162F9}"/>
                    </a:ext>
                  </a:extLst>
                </p:cNvPr>
                <p:cNvSpPr>
                  <a:spLocks noChangeShapeType="1"/>
                </p:cNvSpPr>
                <p:nvPr/>
              </p:nvSpPr>
              <p:spPr bwMode="auto">
                <a:xfrm flipV="1">
                  <a:off x="901"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13" name="直接连接符 18513">
                  <a:extLst>
                    <a:ext uri="{FF2B5EF4-FFF2-40B4-BE49-F238E27FC236}">
                      <a16:creationId xmlns:a16="http://schemas.microsoft.com/office/drawing/2014/main" id="{7836F131-A18D-47E7-8DC5-DA90F652B9AD}"/>
                    </a:ext>
                  </a:extLst>
                </p:cNvPr>
                <p:cNvSpPr>
                  <a:spLocks noChangeShapeType="1"/>
                </p:cNvSpPr>
                <p:nvPr/>
              </p:nvSpPr>
              <p:spPr bwMode="auto">
                <a:xfrm flipV="1">
                  <a:off x="1997"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14" name="直接连接符 18514">
                  <a:extLst>
                    <a:ext uri="{FF2B5EF4-FFF2-40B4-BE49-F238E27FC236}">
                      <a16:creationId xmlns:a16="http://schemas.microsoft.com/office/drawing/2014/main" id="{DA1FE946-FAA8-4472-A586-CF1D6BB86B14}"/>
                    </a:ext>
                  </a:extLst>
                </p:cNvPr>
                <p:cNvSpPr>
                  <a:spLocks noChangeShapeType="1"/>
                </p:cNvSpPr>
                <p:nvPr/>
              </p:nvSpPr>
              <p:spPr bwMode="auto">
                <a:xfrm flipV="1">
                  <a:off x="3123" y="0"/>
                  <a:ext cx="0" cy="3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15" name="左右箭头 18515">
                  <a:extLst>
                    <a:ext uri="{FF2B5EF4-FFF2-40B4-BE49-F238E27FC236}">
                      <a16:creationId xmlns:a16="http://schemas.microsoft.com/office/drawing/2014/main" id="{F85AD2D1-67B0-415D-A051-64F4E525AC1D}"/>
                    </a:ext>
                  </a:extLst>
                </p:cNvPr>
                <p:cNvSpPr>
                  <a:spLocks noChangeArrowheads="1"/>
                </p:cNvSpPr>
                <p:nvPr/>
              </p:nvSpPr>
              <p:spPr bwMode="auto">
                <a:xfrm>
                  <a:off x="0" y="540"/>
                  <a:ext cx="736" cy="285"/>
                </a:xfrm>
                <a:prstGeom prst="leftRightArrow">
                  <a:avLst>
                    <a:gd name="adj1" fmla="val 50000"/>
                    <a:gd name="adj2" fmla="val 51601"/>
                  </a:avLst>
                </a:prstGeom>
                <a:solidFill>
                  <a:schemeClr val="accent1"/>
                </a:solidFill>
                <a:ln w="9525">
                  <a:solidFill>
                    <a:schemeClr val="tx1"/>
                  </a:solidFill>
                  <a:miter lim="800000"/>
                  <a:headEnd/>
                  <a:tailEnd/>
                </a:ln>
              </p:spPr>
              <p:txBody>
                <a:bodyPr/>
                <a:lstStyle/>
                <a:p>
                  <a:pPr algn="just" eaLnBrk="0" hangingPunct="0"/>
                  <a:endParaRPr lang="zh-CN" altLang="en-US" sz="1000">
                    <a:latin typeface="Times New Roman" panose="02020603050405020304" pitchFamily="18" charset="0"/>
                  </a:endParaRPr>
                </a:p>
              </p:txBody>
            </p:sp>
          </p:grpSp>
          <p:sp>
            <p:nvSpPr>
              <p:cNvPr id="18516" name="直接连接符 18516">
                <a:extLst>
                  <a:ext uri="{FF2B5EF4-FFF2-40B4-BE49-F238E27FC236}">
                    <a16:creationId xmlns:a16="http://schemas.microsoft.com/office/drawing/2014/main" id="{A5917088-85E6-48DB-9696-72216A2D9220}"/>
                  </a:ext>
                </a:extLst>
              </p:cNvPr>
              <p:cNvSpPr>
                <a:spLocks noChangeShapeType="1"/>
              </p:cNvSpPr>
              <p:nvPr/>
            </p:nvSpPr>
            <p:spPr bwMode="auto">
              <a:xfrm flipH="1">
                <a:off x="4727" y="1943"/>
                <a:ext cx="18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517" name="文本框 18517">
              <a:extLst>
                <a:ext uri="{FF2B5EF4-FFF2-40B4-BE49-F238E27FC236}">
                  <a16:creationId xmlns:a16="http://schemas.microsoft.com/office/drawing/2014/main" id="{DD61175C-6D70-4A6A-A170-65F75DBCFC1A}"/>
                </a:ext>
              </a:extLst>
            </p:cNvPr>
            <p:cNvSpPr txBox="1">
              <a:spLocks noChangeArrowheads="1"/>
            </p:cNvSpPr>
            <p:nvPr/>
          </p:nvSpPr>
          <p:spPr bwMode="auto">
            <a:xfrm>
              <a:off x="4903" y="1852"/>
              <a:ext cx="4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IR7</a:t>
              </a:r>
            </a:p>
          </p:txBody>
        </p:sp>
      </p:grpSp>
      <p:sp>
        <p:nvSpPr>
          <p:cNvPr id="18518" name="椭圆 18518">
            <a:extLst>
              <a:ext uri="{FF2B5EF4-FFF2-40B4-BE49-F238E27FC236}">
                <a16:creationId xmlns:a16="http://schemas.microsoft.com/office/drawing/2014/main" id="{10411DD4-EEAE-4015-AFEF-1C1613DBAE90}"/>
              </a:ext>
            </a:extLst>
          </p:cNvPr>
          <p:cNvSpPr>
            <a:spLocks noChangeArrowheads="1"/>
          </p:cNvSpPr>
          <p:nvPr/>
        </p:nvSpPr>
        <p:spPr bwMode="auto">
          <a:xfrm>
            <a:off x="193675" y="4795838"/>
            <a:ext cx="971550" cy="1008062"/>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8519" name="灯片编号占位符 1">
            <a:extLst>
              <a:ext uri="{FF2B5EF4-FFF2-40B4-BE49-F238E27FC236}">
                <a16:creationId xmlns:a16="http://schemas.microsoft.com/office/drawing/2014/main" id="{7EFC6F30-181A-4281-9E73-B0DC79B5398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1BC6D27-0566-4B86-A5B9-D7B784039925}" type="slidenum">
              <a:rPr lang="zh-CN" altLang="en-US" smtClean="0"/>
              <a:pPr eaLnBrk="0" hangingPunct="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19457">
            <a:extLst>
              <a:ext uri="{FF2B5EF4-FFF2-40B4-BE49-F238E27FC236}">
                <a16:creationId xmlns:a16="http://schemas.microsoft.com/office/drawing/2014/main" id="{45861710-A44E-4C3F-8402-DCE8627AC1E0}"/>
              </a:ext>
            </a:extLst>
          </p:cNvPr>
          <p:cNvSpPr>
            <a:spLocks noChangeArrowheads="1"/>
          </p:cNvSpPr>
          <p:nvPr/>
        </p:nvSpPr>
        <p:spPr bwMode="auto">
          <a:xfrm>
            <a:off x="1066800" y="2057400"/>
            <a:ext cx="746760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Clr>
                <a:srgbClr val="FFCCCC"/>
              </a:buClr>
              <a:buSzPct val="120000"/>
              <a:buFont typeface="Wingdings" panose="05000000000000000000" pitchFamily="2" charset="2"/>
              <a:buChar char="§"/>
            </a:pPr>
            <a:r>
              <a:rPr lang="zh-CN" altLang="en-US" sz="3600" b="1">
                <a:solidFill>
                  <a:srgbClr val="0099FF"/>
                </a:solidFill>
                <a:latin typeface="Tahoma" panose="020B0604030504040204" pitchFamily="34" charset="0"/>
              </a:rPr>
              <a:t> 编程结构</a:t>
            </a:r>
            <a:r>
              <a:rPr lang="en-US" altLang="zh-CN" sz="3600" b="1">
                <a:solidFill>
                  <a:srgbClr val="0099FF"/>
                </a:solidFill>
                <a:latin typeface="Tahoma" panose="020B0604030504040204" pitchFamily="34" charset="0"/>
              </a:rPr>
              <a:t>---</a:t>
            </a:r>
            <a:r>
              <a:rPr lang="zh-CN" altLang="en-US" sz="3600" b="1">
                <a:solidFill>
                  <a:srgbClr val="FF7C80"/>
                </a:solidFill>
                <a:latin typeface="Tahoma" panose="020B0604030504040204" pitchFamily="34" charset="0"/>
              </a:rPr>
              <a:t>了解一下</a:t>
            </a:r>
          </a:p>
          <a:p>
            <a:pPr algn="just">
              <a:buClr>
                <a:srgbClr val="FFCCCC"/>
              </a:buClr>
              <a:buSzPct val="120000"/>
              <a:buFont typeface="Wingdings" panose="05000000000000000000" pitchFamily="2" charset="2"/>
              <a:buChar char="§"/>
            </a:pPr>
            <a:r>
              <a:rPr lang="zh-CN" altLang="en-US" sz="3600" b="1">
                <a:solidFill>
                  <a:srgbClr val="0099FF"/>
                </a:solidFill>
                <a:latin typeface="Tahoma" panose="020B0604030504040204" pitchFamily="34" charset="0"/>
              </a:rPr>
              <a:t> 中断优先权管理</a:t>
            </a:r>
          </a:p>
          <a:p>
            <a:pPr algn="just">
              <a:buClr>
                <a:srgbClr val="FFCCCC"/>
              </a:buClr>
              <a:buSzPct val="120000"/>
              <a:buFont typeface="Wingdings" panose="05000000000000000000" pitchFamily="2" charset="2"/>
              <a:buChar char="§"/>
            </a:pPr>
            <a:r>
              <a:rPr lang="zh-CN" altLang="en-US" sz="3600" b="1">
                <a:solidFill>
                  <a:srgbClr val="0099FF"/>
                </a:solidFill>
                <a:latin typeface="Tahoma" panose="020B0604030504040204" pitchFamily="34" charset="0"/>
              </a:rPr>
              <a:t> 中断源屏蔽方式</a:t>
            </a:r>
          </a:p>
          <a:p>
            <a:pPr algn="just">
              <a:buClr>
                <a:srgbClr val="FFCCCC"/>
              </a:buClr>
              <a:buSzPct val="120000"/>
              <a:buFont typeface="Wingdings" panose="05000000000000000000" pitchFamily="2" charset="2"/>
              <a:buChar char="§"/>
            </a:pPr>
            <a:r>
              <a:rPr lang="zh-CN" altLang="en-US" sz="3600" b="1">
                <a:solidFill>
                  <a:srgbClr val="0099FF"/>
                </a:solidFill>
                <a:latin typeface="Tahoma" panose="020B0604030504040204" pitchFamily="34" charset="0"/>
              </a:rPr>
              <a:t> 中断结束管理</a:t>
            </a:r>
          </a:p>
          <a:p>
            <a:pPr algn="just">
              <a:buClr>
                <a:srgbClr val="FFCCCC"/>
              </a:buClr>
              <a:buSzPct val="120000"/>
              <a:buFont typeface="Wingdings" panose="05000000000000000000" pitchFamily="2" charset="2"/>
              <a:buChar char="§"/>
            </a:pPr>
            <a:r>
              <a:rPr lang="zh-CN" altLang="en-US" sz="3600" b="1">
                <a:solidFill>
                  <a:srgbClr val="0099FF"/>
                </a:solidFill>
                <a:latin typeface="Tahoma" panose="020B0604030504040204" pitchFamily="34" charset="0"/>
              </a:rPr>
              <a:t> 系统总线的连接方式</a:t>
            </a:r>
          </a:p>
        </p:txBody>
      </p:sp>
      <p:sp>
        <p:nvSpPr>
          <p:cNvPr id="2" name="文本框 19458">
            <a:extLst>
              <a:ext uri="{FF2B5EF4-FFF2-40B4-BE49-F238E27FC236}">
                <a16:creationId xmlns:a16="http://schemas.microsoft.com/office/drawing/2014/main" id="{89AD54C3-6156-4532-B59F-D72640C256E3}"/>
              </a:ext>
            </a:extLst>
          </p:cNvPr>
          <p:cNvSpPr txBox="1">
            <a:spLocks noChangeArrowheads="1"/>
          </p:cNvSpPr>
          <p:nvPr/>
        </p:nvSpPr>
        <p:spPr bwMode="auto">
          <a:xfrm>
            <a:off x="304800" y="1066800"/>
            <a:ext cx="7316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600" b="1">
                <a:solidFill>
                  <a:schemeClr val="folHlink"/>
                </a:solidFill>
                <a:latin typeface="Times New Roman" panose="02020603050405020304" pitchFamily="18" charset="0"/>
                <a:ea typeface="黑体" panose="02010609060101010101" pitchFamily="49" charset="-122"/>
              </a:rPr>
              <a:t>3.2  8259A </a:t>
            </a:r>
            <a:r>
              <a:rPr lang="zh-CN" altLang="en-US" sz="3600" b="1">
                <a:solidFill>
                  <a:schemeClr val="folHlink"/>
                </a:solidFill>
                <a:latin typeface="Times New Roman" panose="02020603050405020304" pitchFamily="18" charset="0"/>
                <a:ea typeface="黑体" panose="02010609060101010101" pitchFamily="49" charset="-122"/>
              </a:rPr>
              <a:t>的中断管理方式</a:t>
            </a:r>
          </a:p>
        </p:txBody>
      </p:sp>
      <p:sp>
        <p:nvSpPr>
          <p:cNvPr id="19459" name="灯片编号占位符 1">
            <a:extLst>
              <a:ext uri="{FF2B5EF4-FFF2-40B4-BE49-F238E27FC236}">
                <a16:creationId xmlns:a16="http://schemas.microsoft.com/office/drawing/2014/main" id="{F2F15BC9-C4C0-428F-A076-7BC03F4600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03C30A5-146F-4062-B677-BF2EAD8D14D0}" type="slidenum">
              <a:rPr lang="zh-CN" altLang="en-US" smtClean="0"/>
              <a:pPr eaLnBrk="0" hangingPunct="0"/>
              <a:t>16</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barn(outVertical)">
                                      <p:cBhvr>
                                        <p:cTn id="7" dur="5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文本框 22529">
            <a:extLst>
              <a:ext uri="{FF2B5EF4-FFF2-40B4-BE49-F238E27FC236}">
                <a16:creationId xmlns:a16="http://schemas.microsoft.com/office/drawing/2014/main" id="{5D8B28F7-E102-4046-ADBC-4F5E577F4F16}"/>
              </a:ext>
            </a:extLst>
          </p:cNvPr>
          <p:cNvSpPr txBox="1">
            <a:spLocks noChangeArrowheads="1"/>
          </p:cNvSpPr>
          <p:nvPr/>
        </p:nvSpPr>
        <p:spPr bwMode="auto">
          <a:xfrm>
            <a:off x="755650" y="404813"/>
            <a:ext cx="7993063" cy="115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Char char="n"/>
            </a:pPr>
            <a:r>
              <a:rPr lang="en-US" altLang="zh-CN" sz="2400">
                <a:solidFill>
                  <a:srgbClr val="FFFF00"/>
                </a:solidFill>
                <a:latin typeface="Tahoma" panose="020B0604030504040204" pitchFamily="34" charset="0"/>
              </a:rPr>
              <a:t>7</a:t>
            </a:r>
            <a:r>
              <a:rPr lang="zh-CN" altLang="en-US" sz="2400">
                <a:solidFill>
                  <a:srgbClr val="FFFF00"/>
                </a:solidFill>
                <a:latin typeface="Tahoma" panose="020B0604030504040204" pitchFamily="34" charset="0"/>
              </a:rPr>
              <a:t>个</a:t>
            </a:r>
            <a:r>
              <a:rPr lang="en-US" altLang="zh-CN" sz="2400">
                <a:solidFill>
                  <a:srgbClr val="FFFF00"/>
                </a:solidFill>
                <a:latin typeface="Tahoma" panose="020B0604030504040204" pitchFamily="34" charset="0"/>
              </a:rPr>
              <a:t>CPU</a:t>
            </a:r>
            <a:r>
              <a:rPr lang="zh-CN" altLang="en-US" sz="2400">
                <a:solidFill>
                  <a:srgbClr val="FFFF00"/>
                </a:solidFill>
                <a:latin typeface="Tahoma" panose="020B0604030504040204" pitchFamily="34" charset="0"/>
              </a:rPr>
              <a:t>可访问的寄存器，分两组</a:t>
            </a:r>
            <a:r>
              <a:rPr lang="zh-CN" altLang="en-US" sz="2400">
                <a:latin typeface="Tahoma" panose="020B0604030504040204" pitchFamily="34" charset="0"/>
              </a:rPr>
              <a:t>：</a:t>
            </a:r>
          </a:p>
          <a:p>
            <a:pPr>
              <a:lnSpc>
                <a:spcPct val="90000"/>
              </a:lnSpc>
              <a:spcBef>
                <a:spcPct val="20000"/>
              </a:spcBef>
              <a:buClr>
                <a:schemeClr val="folHlink"/>
              </a:buClr>
              <a:buSzPct val="60000"/>
              <a:buFont typeface="Wingdings" panose="05000000000000000000" pitchFamily="2" charset="2"/>
              <a:buChar char="n"/>
            </a:pPr>
            <a:endParaRPr lang="zh-CN" altLang="en-US" sz="2400">
              <a:latin typeface="Tahoma" panose="020B0604030504040204" pitchFamily="34" charset="0"/>
            </a:endParaRPr>
          </a:p>
          <a:p>
            <a:pPr lvl="1">
              <a:lnSpc>
                <a:spcPct val="90000"/>
              </a:lnSpc>
              <a:spcBef>
                <a:spcPct val="20000"/>
              </a:spcBef>
              <a:buClr>
                <a:schemeClr val="tx1"/>
              </a:buClr>
              <a:buSzPct val="55000"/>
              <a:buFont typeface="Wingdings" panose="05000000000000000000" pitchFamily="2" charset="2"/>
              <a:buChar char="n"/>
            </a:pPr>
            <a:r>
              <a:rPr lang="zh-CN" altLang="en-US" sz="2000">
                <a:latin typeface="Tahoma" panose="020B0604030504040204" pitchFamily="34" charset="0"/>
              </a:rPr>
              <a:t>用表格来表示：</a:t>
            </a:r>
            <a:endParaRPr lang="zh-CN" altLang="en-US" sz="2400">
              <a:latin typeface="Times New Roman" panose="02020603050405020304" pitchFamily="18" charset="0"/>
            </a:endParaRPr>
          </a:p>
        </p:txBody>
      </p:sp>
      <p:graphicFrame>
        <p:nvGraphicFramePr>
          <p:cNvPr id="22531" name="表格 22530">
            <a:extLst>
              <a:ext uri="{FF2B5EF4-FFF2-40B4-BE49-F238E27FC236}">
                <a16:creationId xmlns:a16="http://schemas.microsoft.com/office/drawing/2014/main" id="{AF006E65-714C-4851-83D0-387C2CE7AC3B}"/>
              </a:ext>
            </a:extLst>
          </p:cNvPr>
          <p:cNvGraphicFramePr/>
          <p:nvPr/>
        </p:nvGraphicFramePr>
        <p:xfrm>
          <a:off x="457200" y="1628775"/>
          <a:ext cx="8229600" cy="4497388"/>
        </p:xfrm>
        <a:graphic>
          <a:graphicData uri="http://schemas.openxmlformats.org/drawingml/2006/table">
            <a:tbl>
              <a:tblPr/>
              <a:tblGrid>
                <a:gridCol w="504825">
                  <a:extLst>
                    <a:ext uri="{9D8B030D-6E8A-4147-A177-3AD203B41FA5}">
                      <a16:colId xmlns:a16="http://schemas.microsoft.com/office/drawing/2014/main" val="20000"/>
                    </a:ext>
                  </a:extLst>
                </a:gridCol>
                <a:gridCol w="542925">
                  <a:extLst>
                    <a:ext uri="{9D8B030D-6E8A-4147-A177-3AD203B41FA5}">
                      <a16:colId xmlns:a16="http://schemas.microsoft.com/office/drawing/2014/main" val="20001"/>
                    </a:ext>
                  </a:extLst>
                </a:gridCol>
                <a:gridCol w="608013">
                  <a:extLst>
                    <a:ext uri="{9D8B030D-6E8A-4147-A177-3AD203B41FA5}">
                      <a16:colId xmlns:a16="http://schemas.microsoft.com/office/drawing/2014/main" val="20002"/>
                    </a:ext>
                  </a:extLst>
                </a:gridCol>
                <a:gridCol w="503237">
                  <a:extLst>
                    <a:ext uri="{9D8B030D-6E8A-4147-A177-3AD203B41FA5}">
                      <a16:colId xmlns:a16="http://schemas.microsoft.com/office/drawing/2014/main" val="20003"/>
                    </a:ext>
                  </a:extLst>
                </a:gridCol>
                <a:gridCol w="511175">
                  <a:extLst>
                    <a:ext uri="{9D8B030D-6E8A-4147-A177-3AD203B41FA5}">
                      <a16:colId xmlns:a16="http://schemas.microsoft.com/office/drawing/2014/main" val="20004"/>
                    </a:ext>
                  </a:extLst>
                </a:gridCol>
                <a:gridCol w="512763">
                  <a:extLst>
                    <a:ext uri="{9D8B030D-6E8A-4147-A177-3AD203B41FA5}">
                      <a16:colId xmlns:a16="http://schemas.microsoft.com/office/drawing/2014/main" val="20005"/>
                    </a:ext>
                  </a:extLst>
                </a:gridCol>
                <a:gridCol w="4167187">
                  <a:extLst>
                    <a:ext uri="{9D8B030D-6E8A-4147-A177-3AD203B41FA5}">
                      <a16:colId xmlns:a16="http://schemas.microsoft.com/office/drawing/2014/main" val="20006"/>
                    </a:ext>
                  </a:extLst>
                </a:gridCol>
                <a:gridCol w="879475">
                  <a:extLst>
                    <a:ext uri="{9D8B030D-6E8A-4147-A177-3AD203B41FA5}">
                      <a16:colId xmlns:a16="http://schemas.microsoft.com/office/drawing/2014/main" val="20007"/>
                    </a:ext>
                  </a:extLst>
                </a:gridCol>
              </a:tblGrid>
              <a:tr h="45720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200">
                          <a:latin typeface="Times New Roman" panose="02020603050405020304" pitchFamily="2" charset="0"/>
                          <a:ea typeface="宋体" panose="02010600030101010101" pitchFamily="2" charset="-122"/>
                        </a:rPr>
                        <a:t>CS</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200">
                          <a:latin typeface="Times New Roman" panose="02020603050405020304" pitchFamily="2" charset="0"/>
                          <a:ea typeface="宋体" panose="02010600030101010101" pitchFamily="2" charset="-122"/>
                        </a:rPr>
                        <a:t>RD</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200">
                          <a:latin typeface="Times New Roman" panose="02020603050405020304" pitchFamily="2" charset="0"/>
                          <a:ea typeface="宋体" panose="02010600030101010101" pitchFamily="2" charset="-122"/>
                        </a:rPr>
                        <a:t>WR</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200">
                          <a:latin typeface="Times New Roman" panose="02020603050405020304" pitchFamily="2" charset="0"/>
                          <a:ea typeface="宋体" panose="02010600030101010101" pitchFamily="2" charset="-122"/>
                        </a:rPr>
                        <a:t>A0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200">
                          <a:latin typeface="Times New Roman" panose="02020603050405020304" pitchFamily="2" charset="0"/>
                          <a:ea typeface="宋体" panose="02010600030101010101" pitchFamily="2" charset="-122"/>
                        </a:rPr>
                        <a:t>D4</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200">
                          <a:latin typeface="Times New Roman" panose="02020603050405020304" pitchFamily="2" charset="0"/>
                          <a:ea typeface="宋体" panose="02010600030101010101" pitchFamily="2" charset="-122"/>
                        </a:rPr>
                        <a:t>D3</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zh-CN" altLang="en-US" sz="1400" dirty="0">
                          <a:latin typeface="Times New Roman" panose="02020603050405020304" pitchFamily="2" charset="0"/>
                          <a:ea typeface="宋体" panose="02010600030101010101" pitchFamily="2" charset="-122"/>
                        </a:rPr>
                        <a:t>读写操作</a:t>
                      </a:r>
                      <a:endParaRPr lang="zh-CN" altLang="en-US" sz="1800" dirty="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zh-CN" altLang="en-US" sz="1400" dirty="0">
                          <a:latin typeface="Times New Roman" panose="02020603050405020304" pitchFamily="2" charset="0"/>
                          <a:ea typeface="宋体" panose="02010600030101010101" pitchFamily="2" charset="-122"/>
                        </a:rPr>
                        <a:t>指令</a:t>
                      </a:r>
                      <a:endParaRPr lang="zh-CN" altLang="en-US" sz="1800" dirty="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0"/>
                  </a:ext>
                </a:extLst>
              </a:tr>
              <a:tr h="427038">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CPU→ICW1</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rowSpan="4">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OUT</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550862">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CPU→ICW2,ICW3,ICW4,OCW1</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427038">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CPU→OCW2</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427037">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CPU→OCW3</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4"/>
                  </a:ext>
                </a:extLst>
              </a:tr>
              <a:tr h="550863">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IRR/ISR→CPU</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rowSpan="2">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IN</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5"/>
                  </a:ext>
                </a:extLst>
              </a:tr>
              <a:tr h="55245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0</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IMR→CPU</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6"/>
                  </a:ext>
                </a:extLst>
              </a:tr>
              <a:tr h="55245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zh-CN" altLang="en-US" sz="1400" dirty="0">
                          <a:latin typeface="Times New Roman" panose="02020603050405020304" pitchFamily="2" charset="0"/>
                          <a:ea typeface="宋体" panose="02010600030101010101" pitchFamily="2" charset="-122"/>
                        </a:rPr>
                        <a:t>高阻</a:t>
                      </a:r>
                      <a:endParaRPr lang="zh-CN" altLang="en-US" sz="1800" dirty="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rowSpan="2">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7"/>
                  </a:ext>
                </a:extLst>
              </a:tr>
              <a:tr h="55245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1</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en-US" altLang="zh-CN" sz="1400">
                          <a:latin typeface="Times New Roman" panose="02020603050405020304" pitchFamily="2"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spcBef>
                          <a:spcPct val="0"/>
                        </a:spcBef>
                        <a:buClr>
                          <a:srgbClr val="000000"/>
                        </a:buClr>
                        <a:buNone/>
                      </a:pPr>
                      <a:r>
                        <a:rPr lang="zh-CN" altLang="en-US" sz="1400" dirty="0">
                          <a:latin typeface="Times New Roman" panose="02020603050405020304" pitchFamily="2" charset="0"/>
                          <a:ea typeface="宋体" panose="02010600030101010101" pitchFamily="2" charset="-122"/>
                        </a:rPr>
                        <a:t>高阻</a:t>
                      </a:r>
                      <a:endParaRPr lang="zh-CN" altLang="en-US" sz="1800" dirty="0">
                        <a:latin typeface="Arial" panose="020B0604020202020204" pitchFamily="34" charset="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8"/>
                  </a:ext>
                </a:extLst>
              </a:tr>
            </a:tbl>
          </a:graphicData>
        </a:graphic>
      </p:graphicFrame>
      <p:sp>
        <p:nvSpPr>
          <p:cNvPr id="20574" name="灯片编号占位符 1">
            <a:extLst>
              <a:ext uri="{FF2B5EF4-FFF2-40B4-BE49-F238E27FC236}">
                <a16:creationId xmlns:a16="http://schemas.microsoft.com/office/drawing/2014/main" id="{921B1869-63BE-46F6-B7AD-F3C38F6F72C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15A526A7-E82F-4C34-9624-47AAFCDF7660}" type="slidenum">
              <a:rPr lang="zh-CN" altLang="en-US" smtClean="0"/>
              <a:pPr eaLnBrk="0" hangingPunct="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框 20481">
            <a:extLst>
              <a:ext uri="{FF2B5EF4-FFF2-40B4-BE49-F238E27FC236}">
                <a16:creationId xmlns:a16="http://schemas.microsoft.com/office/drawing/2014/main" id="{45533EBF-BA80-4582-9E1A-116F23E25EBC}"/>
              </a:ext>
            </a:extLst>
          </p:cNvPr>
          <p:cNvSpPr txBox="1">
            <a:spLocks noChangeArrowheads="1"/>
          </p:cNvSpPr>
          <p:nvPr/>
        </p:nvSpPr>
        <p:spPr bwMode="auto">
          <a:xfrm>
            <a:off x="568325" y="195263"/>
            <a:ext cx="7316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600" b="1">
                <a:solidFill>
                  <a:srgbClr val="FFFF00"/>
                </a:solidFill>
                <a:latin typeface="Times New Roman" panose="02020603050405020304" pitchFamily="18" charset="0"/>
                <a:ea typeface="黑体" panose="02010609060101010101" pitchFamily="49" charset="-122"/>
              </a:rPr>
              <a:t>1. 8259A </a:t>
            </a:r>
            <a:r>
              <a:rPr lang="zh-CN" altLang="en-US" sz="3600" b="1">
                <a:solidFill>
                  <a:srgbClr val="FFFF00"/>
                </a:solidFill>
                <a:latin typeface="Times New Roman" panose="02020603050405020304" pitchFamily="18" charset="0"/>
                <a:ea typeface="黑体" panose="02010609060101010101" pitchFamily="49" charset="-122"/>
              </a:rPr>
              <a:t>的编程结构</a:t>
            </a:r>
          </a:p>
        </p:txBody>
      </p:sp>
      <p:sp>
        <p:nvSpPr>
          <p:cNvPr id="20483" name="矩形 20482">
            <a:extLst>
              <a:ext uri="{FF2B5EF4-FFF2-40B4-BE49-F238E27FC236}">
                <a16:creationId xmlns:a16="http://schemas.microsoft.com/office/drawing/2014/main" id="{61EC7906-9D72-4A3B-B612-8FF61F0BB7FE}"/>
              </a:ext>
            </a:extLst>
          </p:cNvPr>
          <p:cNvSpPr>
            <a:spLocks noChangeArrowheads="1"/>
          </p:cNvSpPr>
          <p:nvPr/>
        </p:nvSpPr>
        <p:spPr bwMode="auto">
          <a:xfrm>
            <a:off x="284163" y="914400"/>
            <a:ext cx="4821237"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spcAft>
                <a:spcPct val="50000"/>
              </a:spcAft>
              <a:buClr>
                <a:srgbClr val="FF9900"/>
              </a:buClr>
              <a:buSzPct val="120000"/>
              <a:buFont typeface="Wingdings" panose="05000000000000000000" pitchFamily="2" charset="2"/>
              <a:buNone/>
            </a:pPr>
            <a:r>
              <a:rPr lang="en-US" altLang="zh-CN" sz="2800" b="1">
                <a:solidFill>
                  <a:srgbClr val="FF0000"/>
                </a:solidFill>
                <a:latin typeface="Times New Roman" panose="02020603050405020304" pitchFamily="18" charset="0"/>
              </a:rPr>
              <a:t>1) 8259A</a:t>
            </a:r>
            <a:r>
              <a:rPr lang="zh-CN" altLang="en-US" sz="2800" b="1">
                <a:solidFill>
                  <a:srgbClr val="FF0000"/>
                </a:solidFill>
                <a:latin typeface="Times New Roman" panose="02020603050405020304" pitchFamily="18" charset="0"/>
              </a:rPr>
              <a:t>的初始化</a:t>
            </a:r>
            <a:endParaRPr lang="zh-CN" altLang="en-US" sz="2800" b="1">
              <a:solidFill>
                <a:srgbClr val="FF0000"/>
              </a:solidFill>
              <a:latin typeface="宋体" panose="02010600030101010101" pitchFamily="2" charset="-122"/>
            </a:endParaRPr>
          </a:p>
          <a:p>
            <a:pPr algn="just">
              <a:buClr>
                <a:srgbClr val="FF9900"/>
              </a:buClr>
              <a:buSzPct val="120000"/>
              <a:buFont typeface="Wingdings" panose="05000000000000000000" pitchFamily="2" charset="2"/>
              <a:buChar char="§"/>
            </a:pPr>
            <a:r>
              <a:rPr lang="zh-CN" altLang="en-US" sz="2400" b="1">
                <a:latin typeface="宋体" panose="02010600030101010101" pitchFamily="2" charset="-122"/>
              </a:rPr>
              <a:t>在</a:t>
            </a:r>
            <a:r>
              <a:rPr lang="en-US" altLang="zh-CN" sz="2400" b="1">
                <a:latin typeface="宋体" panose="02010600030101010101" pitchFamily="2" charset="-122"/>
              </a:rPr>
              <a:t>8259A</a:t>
            </a:r>
            <a:r>
              <a:rPr lang="zh-CN" altLang="en-US" sz="2400" b="1">
                <a:latin typeface="宋体" panose="02010600030101010101" pitchFamily="2" charset="-122"/>
              </a:rPr>
              <a:t>工作之前，必须进行初始化编程，规定优先权管理方式、中断结束方式及级连方式等 </a:t>
            </a:r>
          </a:p>
          <a:p>
            <a:pPr algn="just">
              <a:buClr>
                <a:srgbClr val="FF9900"/>
              </a:buClr>
              <a:buSzPct val="120000"/>
              <a:buFont typeface="Wingdings" panose="05000000000000000000" pitchFamily="2" charset="2"/>
              <a:buChar char="§"/>
            </a:pPr>
            <a:r>
              <a:rPr lang="zh-CN" altLang="en-US" sz="2400" b="1">
                <a:latin typeface="宋体" panose="02010600030101010101" pitchFamily="2" charset="-122"/>
              </a:rPr>
              <a:t> </a:t>
            </a:r>
            <a:r>
              <a:rPr lang="zh-CN" altLang="en-US" sz="2400" b="1">
                <a:solidFill>
                  <a:schemeClr val="hlink"/>
                </a:solidFill>
                <a:latin typeface="宋体" panose="02010600030101010101" pitchFamily="2" charset="-122"/>
              </a:rPr>
              <a:t>初始化命令字</a:t>
            </a:r>
            <a:r>
              <a:rPr lang="en-US" altLang="zh-CN" sz="2400" b="1">
                <a:solidFill>
                  <a:schemeClr val="hlink"/>
                </a:solidFill>
                <a:latin typeface="黑体" panose="02010609060101010101" pitchFamily="49" charset="-122"/>
              </a:rPr>
              <a:t>ICW1~ICW4</a:t>
            </a:r>
            <a:r>
              <a:rPr lang="zh-CN" altLang="en-US" sz="2400" b="1">
                <a:latin typeface="Times New Roman" panose="02020603050405020304" pitchFamily="18" charset="0"/>
              </a:rPr>
              <a:t>所决定的工作方式在</a:t>
            </a:r>
            <a:r>
              <a:rPr lang="en-US" altLang="zh-CN" sz="2400" b="1">
                <a:latin typeface="黑体" panose="02010609060101010101" pitchFamily="49" charset="-122"/>
              </a:rPr>
              <a:t>8259A</a:t>
            </a:r>
            <a:r>
              <a:rPr lang="zh-CN" altLang="en-US" sz="2400" b="1">
                <a:latin typeface="Times New Roman" panose="02020603050405020304" pitchFamily="18" charset="0"/>
              </a:rPr>
              <a:t>的整个工作过程中不变，</a:t>
            </a:r>
            <a:r>
              <a:rPr lang="zh-CN" altLang="en-US" sz="2400" b="1">
                <a:solidFill>
                  <a:srgbClr val="C00000"/>
                </a:solidFill>
                <a:latin typeface="Times New Roman" panose="02020603050405020304" pitchFamily="18" charset="0"/>
              </a:rPr>
              <a:t>写入顺序不能改变。</a:t>
            </a:r>
          </a:p>
          <a:p>
            <a:pPr algn="just">
              <a:buClr>
                <a:srgbClr val="FF9900"/>
              </a:buClr>
              <a:buSzPct val="120000"/>
              <a:buFont typeface="Wingdings" panose="05000000000000000000" pitchFamily="2" charset="2"/>
              <a:buChar char="§"/>
            </a:pPr>
            <a:r>
              <a:rPr lang="zh-CN" altLang="en-US" sz="2400" b="1">
                <a:latin typeface="Times New Roman" panose="02020603050405020304" pitchFamily="18" charset="0"/>
              </a:rPr>
              <a:t>  在操作过程中可向</a:t>
            </a:r>
            <a:r>
              <a:rPr lang="en-US" altLang="zh-CN" sz="2400" b="1">
                <a:latin typeface="黑体" panose="02010609060101010101" pitchFamily="49" charset="-122"/>
              </a:rPr>
              <a:t>8259A</a:t>
            </a:r>
            <a:r>
              <a:rPr lang="zh-CN" altLang="en-US" sz="2400" b="1">
                <a:latin typeface="Times New Roman" panose="02020603050405020304" pitchFamily="18" charset="0"/>
              </a:rPr>
              <a:t>写入</a:t>
            </a:r>
            <a:r>
              <a:rPr lang="zh-CN" altLang="en-US" sz="2400" b="1">
                <a:solidFill>
                  <a:schemeClr val="hlink"/>
                </a:solidFill>
                <a:latin typeface="Times New Roman" panose="02020603050405020304" pitchFamily="18" charset="0"/>
              </a:rPr>
              <a:t>操作命令字</a:t>
            </a:r>
            <a:r>
              <a:rPr lang="en-US" altLang="zh-CN" sz="2400" b="1">
                <a:solidFill>
                  <a:schemeClr val="hlink"/>
                </a:solidFill>
                <a:latin typeface="Times New Roman" panose="02020603050405020304" pitchFamily="18" charset="0"/>
              </a:rPr>
              <a:t>OCW1~OCW3</a:t>
            </a:r>
            <a:r>
              <a:rPr lang="zh-CN" altLang="en-US" sz="2400" b="1">
                <a:latin typeface="Times New Roman" panose="02020603050405020304" pitchFamily="18" charset="0"/>
              </a:rPr>
              <a:t>，定义操作方式，并进行改写，改变</a:t>
            </a:r>
            <a:r>
              <a:rPr lang="en-US" altLang="zh-CN" sz="2400" b="1">
                <a:latin typeface="黑体" panose="02010609060101010101" pitchFamily="49" charset="-122"/>
              </a:rPr>
              <a:t>8259A</a:t>
            </a:r>
            <a:r>
              <a:rPr lang="zh-CN" altLang="en-US" sz="2400" b="1">
                <a:latin typeface="Times New Roman" panose="02020603050405020304" pitchFamily="18" charset="0"/>
              </a:rPr>
              <a:t>的操作方式，实现对中断处理过程的动态控制， </a:t>
            </a:r>
            <a:r>
              <a:rPr lang="en-US" altLang="zh-CN" sz="2400" b="1">
                <a:latin typeface="Times New Roman" panose="02020603050405020304" pitchFamily="18" charset="0"/>
              </a:rPr>
              <a:t>OCW1~OCW3</a:t>
            </a:r>
            <a:r>
              <a:rPr lang="zh-CN" altLang="en-US" sz="2400" b="1">
                <a:latin typeface="Times New Roman" panose="02020603050405020304" pitchFamily="18" charset="0"/>
              </a:rPr>
              <a:t>无写入顺序。</a:t>
            </a:r>
          </a:p>
        </p:txBody>
      </p:sp>
      <p:grpSp>
        <p:nvGrpSpPr>
          <p:cNvPr id="21507" name="组合 20483">
            <a:extLst>
              <a:ext uri="{FF2B5EF4-FFF2-40B4-BE49-F238E27FC236}">
                <a16:creationId xmlns:a16="http://schemas.microsoft.com/office/drawing/2014/main" id="{8124101A-664B-436A-8A5C-19590363E5E3}"/>
              </a:ext>
            </a:extLst>
          </p:cNvPr>
          <p:cNvGrpSpPr>
            <a:grpSpLocks/>
          </p:cNvGrpSpPr>
          <p:nvPr/>
        </p:nvGrpSpPr>
        <p:grpSpPr bwMode="auto">
          <a:xfrm>
            <a:off x="5380038" y="1447800"/>
            <a:ext cx="3535362" cy="4046538"/>
            <a:chOff x="0" y="0"/>
            <a:chExt cx="2227" cy="2160"/>
          </a:xfrm>
        </p:grpSpPr>
        <p:sp>
          <p:nvSpPr>
            <p:cNvPr id="21508" name="直接连接符 20484">
              <a:extLst>
                <a:ext uri="{FF2B5EF4-FFF2-40B4-BE49-F238E27FC236}">
                  <a16:creationId xmlns:a16="http://schemas.microsoft.com/office/drawing/2014/main" id="{3134D6AD-26EE-4349-8FC7-A79AAB033B4D}"/>
                </a:ext>
              </a:extLst>
            </p:cNvPr>
            <p:cNvSpPr>
              <a:spLocks noChangeShapeType="1"/>
            </p:cNvSpPr>
            <p:nvPr/>
          </p:nvSpPr>
          <p:spPr bwMode="auto">
            <a:xfrm flipH="1">
              <a:off x="909" y="0"/>
              <a:ext cx="11" cy="14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9" name="文本框 20485">
              <a:extLst>
                <a:ext uri="{FF2B5EF4-FFF2-40B4-BE49-F238E27FC236}">
                  <a16:creationId xmlns:a16="http://schemas.microsoft.com/office/drawing/2014/main" id="{3A4ABA0E-D337-4537-A8BC-D9FB20FF1B4F}"/>
                </a:ext>
              </a:extLst>
            </p:cNvPr>
            <p:cNvSpPr txBox="1">
              <a:spLocks noChangeArrowheads="1"/>
            </p:cNvSpPr>
            <p:nvPr/>
          </p:nvSpPr>
          <p:spPr bwMode="auto">
            <a:xfrm>
              <a:off x="577" y="144"/>
              <a:ext cx="662" cy="23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ICW1</a:t>
              </a:r>
            </a:p>
          </p:txBody>
        </p:sp>
        <p:sp>
          <p:nvSpPr>
            <p:cNvPr id="21510" name="直接连接符 20486">
              <a:extLst>
                <a:ext uri="{FF2B5EF4-FFF2-40B4-BE49-F238E27FC236}">
                  <a16:creationId xmlns:a16="http://schemas.microsoft.com/office/drawing/2014/main" id="{3A87E5FA-F38D-425E-8B7A-09BE3CE4DEB6}"/>
                </a:ext>
              </a:extLst>
            </p:cNvPr>
            <p:cNvSpPr>
              <a:spLocks noChangeShapeType="1"/>
            </p:cNvSpPr>
            <p:nvPr/>
          </p:nvSpPr>
          <p:spPr bwMode="auto">
            <a:xfrm flipH="1">
              <a:off x="897" y="381"/>
              <a:ext cx="12" cy="1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1" name="文本框 20487">
              <a:extLst>
                <a:ext uri="{FF2B5EF4-FFF2-40B4-BE49-F238E27FC236}">
                  <a16:creationId xmlns:a16="http://schemas.microsoft.com/office/drawing/2014/main" id="{C9AA0968-687F-43B8-A200-285AD8BDFE0F}"/>
                </a:ext>
              </a:extLst>
            </p:cNvPr>
            <p:cNvSpPr txBox="1">
              <a:spLocks noChangeArrowheads="1"/>
            </p:cNvSpPr>
            <p:nvPr/>
          </p:nvSpPr>
          <p:spPr bwMode="auto">
            <a:xfrm>
              <a:off x="565" y="514"/>
              <a:ext cx="663" cy="2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ICW2</a:t>
              </a:r>
            </a:p>
          </p:txBody>
        </p:sp>
        <p:sp>
          <p:nvSpPr>
            <p:cNvPr id="21512" name="直接连接符 20488">
              <a:extLst>
                <a:ext uri="{FF2B5EF4-FFF2-40B4-BE49-F238E27FC236}">
                  <a16:creationId xmlns:a16="http://schemas.microsoft.com/office/drawing/2014/main" id="{DB853F28-8713-4B78-BB57-197896F5BF27}"/>
                </a:ext>
              </a:extLst>
            </p:cNvPr>
            <p:cNvSpPr>
              <a:spLocks noChangeShapeType="1"/>
            </p:cNvSpPr>
            <p:nvPr/>
          </p:nvSpPr>
          <p:spPr bwMode="auto">
            <a:xfrm flipH="1">
              <a:off x="872" y="761"/>
              <a:ext cx="11" cy="14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3" name="流程图: 决策 20489">
              <a:extLst>
                <a:ext uri="{FF2B5EF4-FFF2-40B4-BE49-F238E27FC236}">
                  <a16:creationId xmlns:a16="http://schemas.microsoft.com/office/drawing/2014/main" id="{C44A1EE9-E5C8-4DCD-85B1-F6DB84E4D515}"/>
                </a:ext>
              </a:extLst>
            </p:cNvPr>
            <p:cNvSpPr>
              <a:spLocks noChangeArrowheads="1"/>
            </p:cNvSpPr>
            <p:nvPr/>
          </p:nvSpPr>
          <p:spPr bwMode="auto">
            <a:xfrm>
              <a:off x="0" y="894"/>
              <a:ext cx="1770" cy="336"/>
            </a:xfrm>
            <a:prstGeom prst="flowChartDecision">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10800" rIns="0" bIns="10800"/>
            <a:lstStyle/>
            <a:p>
              <a:pPr algn="just" eaLnBrk="0" hangingPunct="0"/>
              <a:r>
                <a:rPr lang="zh-CN" altLang="en-US">
                  <a:latin typeface="Times New Roman" panose="02020603050405020304" pitchFamily="18" charset="0"/>
                </a:rPr>
                <a:t>单片</a:t>
              </a:r>
              <a:r>
                <a:rPr lang="en-US" altLang="zh-CN">
                  <a:latin typeface="Times New Roman" panose="02020603050405020304" pitchFamily="18" charset="0"/>
                </a:rPr>
                <a:t>8259A</a:t>
              </a:r>
              <a:r>
                <a:rPr lang="zh-CN" altLang="en-US">
                  <a:latin typeface="Times New Roman" panose="02020603050405020304" pitchFamily="18" charset="0"/>
                </a:rPr>
                <a:t>？</a:t>
              </a:r>
            </a:p>
          </p:txBody>
        </p:sp>
        <p:sp>
          <p:nvSpPr>
            <p:cNvPr id="21514" name="直接连接符 20490">
              <a:extLst>
                <a:ext uri="{FF2B5EF4-FFF2-40B4-BE49-F238E27FC236}">
                  <a16:creationId xmlns:a16="http://schemas.microsoft.com/office/drawing/2014/main" id="{7348EAC9-D8ED-4376-8A8F-80FA5EB63427}"/>
                </a:ext>
              </a:extLst>
            </p:cNvPr>
            <p:cNvSpPr>
              <a:spLocks noChangeShapeType="1"/>
            </p:cNvSpPr>
            <p:nvPr/>
          </p:nvSpPr>
          <p:spPr bwMode="auto">
            <a:xfrm flipH="1">
              <a:off x="865" y="1248"/>
              <a:ext cx="11" cy="14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5" name="文本框 20491">
              <a:extLst>
                <a:ext uri="{FF2B5EF4-FFF2-40B4-BE49-F238E27FC236}">
                  <a16:creationId xmlns:a16="http://schemas.microsoft.com/office/drawing/2014/main" id="{6F89C46C-A770-499C-9D68-B9D19C718A4E}"/>
                </a:ext>
              </a:extLst>
            </p:cNvPr>
            <p:cNvSpPr txBox="1">
              <a:spLocks noChangeArrowheads="1"/>
            </p:cNvSpPr>
            <p:nvPr/>
          </p:nvSpPr>
          <p:spPr bwMode="auto">
            <a:xfrm>
              <a:off x="554" y="1372"/>
              <a:ext cx="662" cy="23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ICW3</a:t>
              </a:r>
            </a:p>
          </p:txBody>
        </p:sp>
        <p:sp>
          <p:nvSpPr>
            <p:cNvPr id="21516" name="直接连接符 20492">
              <a:extLst>
                <a:ext uri="{FF2B5EF4-FFF2-40B4-BE49-F238E27FC236}">
                  <a16:creationId xmlns:a16="http://schemas.microsoft.com/office/drawing/2014/main" id="{A4F9096E-4283-462F-A7B9-89D45180B831}"/>
                </a:ext>
              </a:extLst>
            </p:cNvPr>
            <p:cNvSpPr>
              <a:spLocks noChangeShapeType="1"/>
            </p:cNvSpPr>
            <p:nvPr/>
          </p:nvSpPr>
          <p:spPr bwMode="auto">
            <a:xfrm flipH="1">
              <a:off x="885" y="1620"/>
              <a:ext cx="11" cy="14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7" name="文本框 20493">
              <a:extLst>
                <a:ext uri="{FF2B5EF4-FFF2-40B4-BE49-F238E27FC236}">
                  <a16:creationId xmlns:a16="http://schemas.microsoft.com/office/drawing/2014/main" id="{D1D8BD6C-2D16-4026-89B3-3989B2754F5F}"/>
                </a:ext>
              </a:extLst>
            </p:cNvPr>
            <p:cNvSpPr txBox="1">
              <a:spLocks noChangeArrowheads="1"/>
            </p:cNvSpPr>
            <p:nvPr/>
          </p:nvSpPr>
          <p:spPr bwMode="auto">
            <a:xfrm>
              <a:off x="553" y="1753"/>
              <a:ext cx="662" cy="23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ICW4</a:t>
              </a:r>
            </a:p>
          </p:txBody>
        </p:sp>
        <p:sp>
          <p:nvSpPr>
            <p:cNvPr id="21518" name="直接连接符 20494">
              <a:extLst>
                <a:ext uri="{FF2B5EF4-FFF2-40B4-BE49-F238E27FC236}">
                  <a16:creationId xmlns:a16="http://schemas.microsoft.com/office/drawing/2014/main" id="{9A0F1DEB-DA65-41A4-A80B-79130E37965A}"/>
                </a:ext>
              </a:extLst>
            </p:cNvPr>
            <p:cNvSpPr>
              <a:spLocks noChangeShapeType="1"/>
            </p:cNvSpPr>
            <p:nvPr/>
          </p:nvSpPr>
          <p:spPr bwMode="auto">
            <a:xfrm>
              <a:off x="885" y="1992"/>
              <a:ext cx="0" cy="16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9" name="文本框 20495">
              <a:extLst>
                <a:ext uri="{FF2B5EF4-FFF2-40B4-BE49-F238E27FC236}">
                  <a16:creationId xmlns:a16="http://schemas.microsoft.com/office/drawing/2014/main" id="{A7D7F83B-8512-4453-9C84-51882A2B462D}"/>
                </a:ext>
              </a:extLst>
            </p:cNvPr>
            <p:cNvSpPr txBox="1">
              <a:spLocks noChangeArrowheads="1"/>
            </p:cNvSpPr>
            <p:nvPr/>
          </p:nvSpPr>
          <p:spPr bwMode="auto">
            <a:xfrm>
              <a:off x="1749" y="835"/>
              <a:ext cx="4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Y</a:t>
              </a:r>
            </a:p>
          </p:txBody>
        </p:sp>
        <p:sp>
          <p:nvSpPr>
            <p:cNvPr id="21520" name="直接连接符 20496">
              <a:extLst>
                <a:ext uri="{FF2B5EF4-FFF2-40B4-BE49-F238E27FC236}">
                  <a16:creationId xmlns:a16="http://schemas.microsoft.com/office/drawing/2014/main" id="{323B6EB8-3C56-421C-AFAE-303F75337320}"/>
                </a:ext>
              </a:extLst>
            </p:cNvPr>
            <p:cNvSpPr>
              <a:spLocks noChangeShapeType="1"/>
            </p:cNvSpPr>
            <p:nvPr/>
          </p:nvSpPr>
          <p:spPr bwMode="auto">
            <a:xfrm>
              <a:off x="1731" y="1062"/>
              <a:ext cx="4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1" name="直接连接符 20497">
              <a:extLst>
                <a:ext uri="{FF2B5EF4-FFF2-40B4-BE49-F238E27FC236}">
                  <a16:creationId xmlns:a16="http://schemas.microsoft.com/office/drawing/2014/main" id="{12E30B3C-0CC6-40CE-AE7D-827F69FB2BD5}"/>
                </a:ext>
              </a:extLst>
            </p:cNvPr>
            <p:cNvSpPr>
              <a:spLocks noChangeShapeType="1"/>
            </p:cNvSpPr>
            <p:nvPr/>
          </p:nvSpPr>
          <p:spPr bwMode="auto">
            <a:xfrm flipH="1">
              <a:off x="884" y="1664"/>
              <a:ext cx="12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2" name="直接连接符 20498">
              <a:extLst>
                <a:ext uri="{FF2B5EF4-FFF2-40B4-BE49-F238E27FC236}">
                  <a16:creationId xmlns:a16="http://schemas.microsoft.com/office/drawing/2014/main" id="{24E41B45-11EF-4404-B598-E568043A3A1B}"/>
                </a:ext>
              </a:extLst>
            </p:cNvPr>
            <p:cNvSpPr>
              <a:spLocks noChangeShapeType="1"/>
            </p:cNvSpPr>
            <p:nvPr/>
          </p:nvSpPr>
          <p:spPr bwMode="auto">
            <a:xfrm>
              <a:off x="2136" y="1062"/>
              <a:ext cx="0" cy="6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3" name="文本框 20499">
              <a:extLst>
                <a:ext uri="{FF2B5EF4-FFF2-40B4-BE49-F238E27FC236}">
                  <a16:creationId xmlns:a16="http://schemas.microsoft.com/office/drawing/2014/main" id="{415F6479-0C2F-42D6-83E4-1A2863B84FB4}"/>
                </a:ext>
              </a:extLst>
            </p:cNvPr>
            <p:cNvSpPr txBox="1">
              <a:spLocks noChangeArrowheads="1"/>
            </p:cNvSpPr>
            <p:nvPr/>
          </p:nvSpPr>
          <p:spPr bwMode="auto">
            <a:xfrm>
              <a:off x="1020" y="1174"/>
              <a:ext cx="4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N</a:t>
              </a:r>
            </a:p>
          </p:txBody>
        </p:sp>
      </p:grpSp>
      <p:sp>
        <p:nvSpPr>
          <p:cNvPr id="21524" name="灯片编号占位符 1">
            <a:extLst>
              <a:ext uri="{FF2B5EF4-FFF2-40B4-BE49-F238E27FC236}">
                <a16:creationId xmlns:a16="http://schemas.microsoft.com/office/drawing/2014/main" id="{C135866E-EE47-4EFD-9197-896F425966B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222E468E-C4AF-4CDB-AFA6-1FA9FCDFEBEB}" type="slidenum">
              <a:rPr lang="zh-CN" altLang="en-US" smtClean="0"/>
              <a:pPr eaLnBrk="0" hangingPunct="0"/>
              <a:t>18</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barn(outVertical)">
                                      <p:cBhvr>
                                        <p:cTn id="7"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9" name="内容占位符 21505">
            <a:extLst>
              <a:ext uri="{FF2B5EF4-FFF2-40B4-BE49-F238E27FC236}">
                <a16:creationId xmlns:a16="http://schemas.microsoft.com/office/drawing/2014/main" id="{0C261F86-3DDB-4786-91D5-10B24DB650A9}"/>
              </a:ext>
            </a:extLst>
          </p:cNvPr>
          <p:cNvGraphicFramePr>
            <a:graphicFrameLocks noGrp="1" noChangeAspect="1"/>
          </p:cNvGraphicFramePr>
          <p:nvPr>
            <p:ph sz="quarter" idx="4294967295"/>
          </p:nvPr>
        </p:nvGraphicFramePr>
        <p:xfrm>
          <a:off x="1571625" y="2343150"/>
          <a:ext cx="508000" cy="357188"/>
        </p:xfrm>
        <a:graphic>
          <a:graphicData uri="http://schemas.openxmlformats.org/presentationml/2006/ole">
            <mc:AlternateContent xmlns:mc="http://schemas.openxmlformats.org/markup-compatibility/2006">
              <mc:Choice xmlns:v="urn:schemas-microsoft-com:vml" Requires="v">
                <p:oleObj spid="_x0000_s22570" r:id="rId3" imgW="301680" imgH="193680" progId="Visio.Drawing.11">
                  <p:embed/>
                </p:oleObj>
              </mc:Choice>
              <mc:Fallback>
                <p:oleObj r:id="rId3" imgW="301680" imgH="193680" progId="Visio.Drawing.11">
                  <p:embed/>
                  <p:pic>
                    <p:nvPicPr>
                      <p:cNvPr id="0" name="内容占位符 2150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2343150"/>
                        <a:ext cx="508000" cy="35718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30" name="内容占位符 21506">
            <a:extLst>
              <a:ext uri="{FF2B5EF4-FFF2-40B4-BE49-F238E27FC236}">
                <a16:creationId xmlns:a16="http://schemas.microsoft.com/office/drawing/2014/main" id="{B69E358C-D97A-452A-848E-82F971445633}"/>
              </a:ext>
            </a:extLst>
          </p:cNvPr>
          <p:cNvGraphicFramePr>
            <a:graphicFrameLocks noGrp="1" noChangeAspect="1"/>
          </p:cNvGraphicFramePr>
          <p:nvPr>
            <p:ph sz="quarter" idx="4294967295"/>
          </p:nvPr>
        </p:nvGraphicFramePr>
        <p:xfrm>
          <a:off x="1571625" y="2725738"/>
          <a:ext cx="508000" cy="360362"/>
        </p:xfrm>
        <a:graphic>
          <a:graphicData uri="http://schemas.openxmlformats.org/presentationml/2006/ole">
            <mc:AlternateContent xmlns:mc="http://schemas.openxmlformats.org/markup-compatibility/2006">
              <mc:Choice xmlns:v="urn:schemas-microsoft-com:vml" Requires="v">
                <p:oleObj spid="_x0000_s22571" r:id="rId5" imgW="301680" imgH="193680" progId="Visio.Drawing.11">
                  <p:embed/>
                </p:oleObj>
              </mc:Choice>
              <mc:Fallback>
                <p:oleObj r:id="rId5" imgW="301680" imgH="193680" progId="Visio.Drawing.11">
                  <p:embed/>
                  <p:pic>
                    <p:nvPicPr>
                      <p:cNvPr id="0" name="内容占位符 2150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1625" y="2725738"/>
                        <a:ext cx="508000" cy="36036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31" name="对象 21507">
            <a:extLst>
              <a:ext uri="{FF2B5EF4-FFF2-40B4-BE49-F238E27FC236}">
                <a16:creationId xmlns:a16="http://schemas.microsoft.com/office/drawing/2014/main" id="{E10B20C8-A508-458D-B7E7-C1137E4DA4AB}"/>
              </a:ext>
            </a:extLst>
          </p:cNvPr>
          <p:cNvGraphicFramePr>
            <a:graphicFrameLocks noChangeAspect="1"/>
          </p:cNvGraphicFramePr>
          <p:nvPr/>
        </p:nvGraphicFramePr>
        <p:xfrm>
          <a:off x="1571625" y="3119438"/>
          <a:ext cx="527050" cy="307975"/>
        </p:xfrm>
        <a:graphic>
          <a:graphicData uri="http://schemas.openxmlformats.org/presentationml/2006/ole">
            <mc:AlternateContent xmlns:mc="http://schemas.openxmlformats.org/markup-compatibility/2006">
              <mc:Choice xmlns:v="urn:schemas-microsoft-com:vml" Requires="v">
                <p:oleObj spid="_x0000_s22572" r:id="rId7" imgW="301680" imgH="193680" progId="Visio.Drawing.11">
                  <p:embed/>
                </p:oleObj>
              </mc:Choice>
              <mc:Fallback>
                <p:oleObj r:id="rId7" imgW="301680" imgH="193680" progId="Visio.Drawing.11">
                  <p:embed/>
                  <p:pic>
                    <p:nvPicPr>
                      <p:cNvPr id="0" name="对象 215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1625" y="3119438"/>
                        <a:ext cx="527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32" name="对象 21508">
            <a:extLst>
              <a:ext uri="{FF2B5EF4-FFF2-40B4-BE49-F238E27FC236}">
                <a16:creationId xmlns:a16="http://schemas.microsoft.com/office/drawing/2014/main" id="{2C79559E-742C-4CCD-9115-1B3B61C596D6}"/>
              </a:ext>
            </a:extLst>
          </p:cNvPr>
          <p:cNvGraphicFramePr>
            <a:graphicFrameLocks noChangeAspect="1"/>
          </p:cNvGraphicFramePr>
          <p:nvPr/>
        </p:nvGraphicFramePr>
        <p:xfrm>
          <a:off x="1571625" y="3463925"/>
          <a:ext cx="527050" cy="307975"/>
        </p:xfrm>
        <a:graphic>
          <a:graphicData uri="http://schemas.openxmlformats.org/presentationml/2006/ole">
            <mc:AlternateContent xmlns:mc="http://schemas.openxmlformats.org/markup-compatibility/2006">
              <mc:Choice xmlns:v="urn:schemas-microsoft-com:vml" Requires="v">
                <p:oleObj spid="_x0000_s22573" r:id="rId8" imgW="301680" imgH="193680" progId="Visio.Drawing.11">
                  <p:embed/>
                </p:oleObj>
              </mc:Choice>
              <mc:Fallback>
                <p:oleObj r:id="rId8" imgW="301680" imgH="193680" progId="Visio.Drawing.11">
                  <p:embed/>
                  <p:pic>
                    <p:nvPicPr>
                      <p:cNvPr id="0" name="对象 2150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1625" y="3463925"/>
                        <a:ext cx="527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3" name="文本框 21509">
            <a:extLst>
              <a:ext uri="{FF2B5EF4-FFF2-40B4-BE49-F238E27FC236}">
                <a16:creationId xmlns:a16="http://schemas.microsoft.com/office/drawing/2014/main" id="{BE002436-E735-4412-95E1-490E791D28B2}"/>
              </a:ext>
            </a:extLst>
          </p:cNvPr>
          <p:cNvSpPr txBox="1">
            <a:spLocks noChangeArrowheads="1"/>
          </p:cNvSpPr>
          <p:nvPr/>
        </p:nvSpPr>
        <p:spPr bwMode="auto">
          <a:xfrm>
            <a:off x="2247900" y="2362200"/>
            <a:ext cx="39068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ICW</a:t>
            </a:r>
            <a:r>
              <a:rPr lang="en-US" altLang="zh-CN" baseline="-25000">
                <a:latin typeface="Tahoma" panose="020B0604030504040204" pitchFamily="34" charset="0"/>
              </a:rPr>
              <a:t>1</a:t>
            </a:r>
            <a:r>
              <a:rPr lang="en-US" altLang="zh-CN">
                <a:latin typeface="Tahoma" panose="020B0604030504040204" pitchFamily="34" charset="0"/>
              </a:rPr>
              <a:t>:</a:t>
            </a:r>
            <a:r>
              <a:rPr lang="zh-CN" altLang="en-US">
                <a:latin typeface="Tahoma" panose="020B0604030504040204" pitchFamily="34" charset="0"/>
              </a:rPr>
              <a:t>用偶地址写入，且</a:t>
            </a:r>
            <a:r>
              <a:rPr lang="en-US" altLang="zh-CN">
                <a:latin typeface="Tahoma" panose="020B0604030504040204" pitchFamily="34" charset="0"/>
              </a:rPr>
              <a:t>D</a:t>
            </a:r>
            <a:r>
              <a:rPr lang="en-US" altLang="zh-CN" baseline="-25000">
                <a:latin typeface="Tahoma" panose="020B0604030504040204" pitchFamily="34" charset="0"/>
              </a:rPr>
              <a:t>4</a:t>
            </a:r>
            <a:r>
              <a:rPr lang="en-US" altLang="zh-CN">
                <a:latin typeface="Tahoma" panose="020B0604030504040204" pitchFamily="34" charset="0"/>
              </a:rPr>
              <a:t>=1</a:t>
            </a:r>
          </a:p>
        </p:txBody>
      </p:sp>
      <p:sp>
        <p:nvSpPr>
          <p:cNvPr id="22534" name="文本框 21510">
            <a:extLst>
              <a:ext uri="{FF2B5EF4-FFF2-40B4-BE49-F238E27FC236}">
                <a16:creationId xmlns:a16="http://schemas.microsoft.com/office/drawing/2014/main" id="{08E44FD0-E881-4BF8-8521-262DCC6A26C3}"/>
              </a:ext>
            </a:extLst>
          </p:cNvPr>
          <p:cNvSpPr txBox="1">
            <a:spLocks noChangeArrowheads="1"/>
          </p:cNvSpPr>
          <p:nvPr/>
        </p:nvSpPr>
        <p:spPr bwMode="auto">
          <a:xfrm>
            <a:off x="2247900" y="2768600"/>
            <a:ext cx="900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ICW</a:t>
            </a:r>
            <a:r>
              <a:rPr lang="en-US" altLang="zh-CN" baseline="-25000">
                <a:latin typeface="Tahoma" panose="020B0604030504040204" pitchFamily="34" charset="0"/>
              </a:rPr>
              <a:t>2</a:t>
            </a:r>
            <a:endParaRPr lang="en-US" altLang="zh-CN">
              <a:latin typeface="Tahoma" panose="020B0604030504040204" pitchFamily="34" charset="0"/>
            </a:endParaRPr>
          </a:p>
        </p:txBody>
      </p:sp>
      <p:sp>
        <p:nvSpPr>
          <p:cNvPr id="22535" name="文本框 21511">
            <a:extLst>
              <a:ext uri="{FF2B5EF4-FFF2-40B4-BE49-F238E27FC236}">
                <a16:creationId xmlns:a16="http://schemas.microsoft.com/office/drawing/2014/main" id="{D4150B77-2278-498C-945E-B255C18AB1DA}"/>
              </a:ext>
            </a:extLst>
          </p:cNvPr>
          <p:cNvSpPr txBox="1">
            <a:spLocks noChangeArrowheads="1"/>
          </p:cNvSpPr>
          <p:nvPr/>
        </p:nvSpPr>
        <p:spPr bwMode="auto">
          <a:xfrm>
            <a:off x="2247900" y="3113088"/>
            <a:ext cx="9001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ICW</a:t>
            </a:r>
            <a:r>
              <a:rPr lang="en-US" altLang="zh-CN" baseline="-25000">
                <a:latin typeface="Tahoma" panose="020B0604030504040204" pitchFamily="34" charset="0"/>
              </a:rPr>
              <a:t>3</a:t>
            </a:r>
            <a:endParaRPr lang="en-US" altLang="zh-CN">
              <a:latin typeface="Tahoma" panose="020B0604030504040204" pitchFamily="34" charset="0"/>
            </a:endParaRPr>
          </a:p>
        </p:txBody>
      </p:sp>
      <p:sp>
        <p:nvSpPr>
          <p:cNvPr id="22536" name="文本框 21512">
            <a:extLst>
              <a:ext uri="{FF2B5EF4-FFF2-40B4-BE49-F238E27FC236}">
                <a16:creationId xmlns:a16="http://schemas.microsoft.com/office/drawing/2014/main" id="{923F8A87-B855-4CD6-9003-483E44714E94}"/>
              </a:ext>
            </a:extLst>
          </p:cNvPr>
          <p:cNvSpPr txBox="1">
            <a:spLocks noChangeArrowheads="1"/>
          </p:cNvSpPr>
          <p:nvPr/>
        </p:nvSpPr>
        <p:spPr bwMode="auto">
          <a:xfrm>
            <a:off x="2247900" y="3455988"/>
            <a:ext cx="9001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ICW</a:t>
            </a:r>
            <a:r>
              <a:rPr lang="en-US" altLang="zh-CN" baseline="-25000">
                <a:latin typeface="Tahoma" panose="020B0604030504040204" pitchFamily="34" charset="0"/>
              </a:rPr>
              <a:t>4</a:t>
            </a:r>
            <a:endParaRPr lang="en-US" altLang="zh-CN">
              <a:latin typeface="Tahoma" panose="020B0604030504040204" pitchFamily="34" charset="0"/>
            </a:endParaRPr>
          </a:p>
        </p:txBody>
      </p:sp>
      <p:sp>
        <p:nvSpPr>
          <p:cNvPr id="22537" name="右大括号 21513">
            <a:extLst>
              <a:ext uri="{FF2B5EF4-FFF2-40B4-BE49-F238E27FC236}">
                <a16:creationId xmlns:a16="http://schemas.microsoft.com/office/drawing/2014/main" id="{A02987CE-A6F9-4975-8668-7512B55D1C07}"/>
              </a:ext>
            </a:extLst>
          </p:cNvPr>
          <p:cNvSpPr>
            <a:spLocks/>
          </p:cNvSpPr>
          <p:nvPr/>
        </p:nvSpPr>
        <p:spPr bwMode="auto">
          <a:xfrm>
            <a:off x="2924175" y="2844800"/>
            <a:ext cx="150813" cy="893763"/>
          </a:xfrm>
          <a:prstGeom prst="rightBrace">
            <a:avLst>
              <a:gd name="adj1" fmla="val 4927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sp>
        <p:nvSpPr>
          <p:cNvPr id="22538" name="文本框 21514">
            <a:extLst>
              <a:ext uri="{FF2B5EF4-FFF2-40B4-BE49-F238E27FC236}">
                <a16:creationId xmlns:a16="http://schemas.microsoft.com/office/drawing/2014/main" id="{E999D95E-8396-423C-B3B8-A21B713BA9F0}"/>
              </a:ext>
            </a:extLst>
          </p:cNvPr>
          <p:cNvSpPr txBox="1">
            <a:spLocks noChangeArrowheads="1"/>
          </p:cNvSpPr>
          <p:nvPr/>
        </p:nvSpPr>
        <p:spPr bwMode="auto">
          <a:xfrm>
            <a:off x="3148013" y="3049588"/>
            <a:ext cx="3235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latin typeface="Tahoma" panose="020B0604030504040204" pitchFamily="34" charset="0"/>
              </a:rPr>
              <a:t>紧接着</a:t>
            </a:r>
            <a:r>
              <a:rPr lang="en-US" altLang="zh-CN">
                <a:latin typeface="Tahoma" panose="020B0604030504040204" pitchFamily="34" charset="0"/>
              </a:rPr>
              <a:t>ICW</a:t>
            </a:r>
            <a:r>
              <a:rPr lang="en-US" altLang="zh-CN" baseline="-25000">
                <a:latin typeface="Tahoma" panose="020B0604030504040204" pitchFamily="34" charset="0"/>
              </a:rPr>
              <a:t>1</a:t>
            </a:r>
            <a:r>
              <a:rPr lang="zh-CN" altLang="en-US">
                <a:latin typeface="Tahoma" panose="020B0604030504040204" pitchFamily="34" charset="0"/>
              </a:rPr>
              <a:t>，用奇地址写入</a:t>
            </a:r>
          </a:p>
        </p:txBody>
      </p:sp>
      <p:grpSp>
        <p:nvGrpSpPr>
          <p:cNvPr id="22539" name="组合 21515">
            <a:extLst>
              <a:ext uri="{FF2B5EF4-FFF2-40B4-BE49-F238E27FC236}">
                <a16:creationId xmlns:a16="http://schemas.microsoft.com/office/drawing/2014/main" id="{8E62F58D-27EE-4FFA-82DF-12FD5F3191C4}"/>
              </a:ext>
            </a:extLst>
          </p:cNvPr>
          <p:cNvGrpSpPr>
            <a:grpSpLocks/>
          </p:cNvGrpSpPr>
          <p:nvPr/>
        </p:nvGrpSpPr>
        <p:grpSpPr bwMode="auto">
          <a:xfrm>
            <a:off x="1571625" y="3892550"/>
            <a:ext cx="5291138" cy="1104900"/>
            <a:chOff x="0" y="0"/>
            <a:chExt cx="2994" cy="590"/>
          </a:xfrm>
        </p:grpSpPr>
        <p:graphicFrame>
          <p:nvGraphicFramePr>
            <p:cNvPr id="22540" name="对象 21516">
              <a:extLst>
                <a:ext uri="{FF2B5EF4-FFF2-40B4-BE49-F238E27FC236}">
                  <a16:creationId xmlns:a16="http://schemas.microsoft.com/office/drawing/2014/main" id="{03A78C99-F1C0-4BAC-8073-F2BE31C9FADD}"/>
                </a:ext>
              </a:extLst>
            </p:cNvPr>
            <p:cNvGraphicFramePr>
              <a:graphicFrameLocks noChangeAspect="1"/>
            </p:cNvGraphicFramePr>
            <p:nvPr/>
          </p:nvGraphicFramePr>
          <p:xfrm>
            <a:off x="0" y="45"/>
            <a:ext cx="317" cy="174"/>
          </p:xfrm>
          <a:graphic>
            <a:graphicData uri="http://schemas.openxmlformats.org/presentationml/2006/ole">
              <mc:AlternateContent xmlns:mc="http://schemas.openxmlformats.org/markup-compatibility/2006">
                <mc:Choice xmlns:v="urn:schemas-microsoft-com:vml" Requires="v">
                  <p:oleObj spid="_x0000_s22574" r:id="rId9" imgW="301680" imgH="193680" progId="Visio.Drawing.11">
                    <p:embed/>
                  </p:oleObj>
                </mc:Choice>
                <mc:Fallback>
                  <p:oleObj r:id="rId9" imgW="301680" imgH="193680" progId="Visio.Drawing.11">
                    <p:embed/>
                    <p:pic>
                      <p:nvPicPr>
                        <p:cNvPr id="0" name="对象 215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5"/>
                          <a:ext cx="31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41" name="对象 21517">
              <a:extLst>
                <a:ext uri="{FF2B5EF4-FFF2-40B4-BE49-F238E27FC236}">
                  <a16:creationId xmlns:a16="http://schemas.microsoft.com/office/drawing/2014/main" id="{47867290-4C25-4457-968A-8523CCDC3702}"/>
                </a:ext>
              </a:extLst>
            </p:cNvPr>
            <p:cNvGraphicFramePr>
              <a:graphicFrameLocks noChangeAspect="1"/>
            </p:cNvGraphicFramePr>
            <p:nvPr/>
          </p:nvGraphicFramePr>
          <p:xfrm>
            <a:off x="0" y="227"/>
            <a:ext cx="317" cy="182"/>
          </p:xfrm>
          <a:graphic>
            <a:graphicData uri="http://schemas.openxmlformats.org/presentationml/2006/ole">
              <mc:AlternateContent xmlns:mc="http://schemas.openxmlformats.org/markup-compatibility/2006">
                <mc:Choice xmlns:v="urn:schemas-microsoft-com:vml" Requires="v">
                  <p:oleObj spid="_x0000_s22575" r:id="rId11" imgW="301680" imgH="193680" progId="Visio.Drawing.11">
                    <p:embed/>
                  </p:oleObj>
                </mc:Choice>
                <mc:Fallback>
                  <p:oleObj r:id="rId11" imgW="301680" imgH="193680" progId="Visio.Drawing.11">
                    <p:embed/>
                    <p:pic>
                      <p:nvPicPr>
                        <p:cNvPr id="0" name="对象 215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27"/>
                          <a:ext cx="31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42" name="对象 21518">
              <a:extLst>
                <a:ext uri="{FF2B5EF4-FFF2-40B4-BE49-F238E27FC236}">
                  <a16:creationId xmlns:a16="http://schemas.microsoft.com/office/drawing/2014/main" id="{8C011B54-AC4B-4C91-AE21-38CD895A6C60}"/>
                </a:ext>
              </a:extLst>
            </p:cNvPr>
            <p:cNvGraphicFramePr>
              <a:graphicFrameLocks noChangeAspect="1"/>
            </p:cNvGraphicFramePr>
            <p:nvPr/>
          </p:nvGraphicFramePr>
          <p:xfrm>
            <a:off x="0" y="408"/>
            <a:ext cx="317" cy="182"/>
          </p:xfrm>
          <a:graphic>
            <a:graphicData uri="http://schemas.openxmlformats.org/presentationml/2006/ole">
              <mc:AlternateContent xmlns:mc="http://schemas.openxmlformats.org/markup-compatibility/2006">
                <mc:Choice xmlns:v="urn:schemas-microsoft-com:vml" Requires="v">
                  <p:oleObj spid="_x0000_s22576" r:id="rId13" imgW="301680" imgH="193680" progId="Visio.Drawing.11">
                    <p:embed/>
                  </p:oleObj>
                </mc:Choice>
                <mc:Fallback>
                  <p:oleObj r:id="rId13" imgW="301680" imgH="193680" progId="Visio.Drawing.11">
                    <p:embed/>
                    <p:pic>
                      <p:nvPicPr>
                        <p:cNvPr id="0" name="对象 215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08"/>
                          <a:ext cx="31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43" name="文本框 21519">
              <a:extLst>
                <a:ext uri="{FF2B5EF4-FFF2-40B4-BE49-F238E27FC236}">
                  <a16:creationId xmlns:a16="http://schemas.microsoft.com/office/drawing/2014/main" id="{94CCC11F-4D5E-4AE6-B2D8-BACEA2BB336A}"/>
                </a:ext>
              </a:extLst>
            </p:cNvPr>
            <p:cNvSpPr txBox="1">
              <a:spLocks noChangeArrowheads="1"/>
            </p:cNvSpPr>
            <p:nvPr/>
          </p:nvSpPr>
          <p:spPr bwMode="auto">
            <a:xfrm>
              <a:off x="363" y="0"/>
              <a:ext cx="2631"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OCW</a:t>
              </a:r>
              <a:r>
                <a:rPr lang="en-US" altLang="zh-CN" baseline="-25000">
                  <a:latin typeface="Tahoma" panose="020B0604030504040204" pitchFamily="34" charset="0"/>
                </a:rPr>
                <a:t>1</a:t>
              </a:r>
              <a:r>
                <a:rPr lang="en-US" altLang="zh-CN">
                  <a:latin typeface="Tahoma" panose="020B0604030504040204" pitchFamily="34" charset="0"/>
                </a:rPr>
                <a:t>:</a:t>
              </a:r>
              <a:r>
                <a:rPr lang="zh-CN" altLang="en-US">
                  <a:latin typeface="Tahoma" panose="020B0604030504040204" pitchFamily="34" charset="0"/>
                </a:rPr>
                <a:t>也用奇地址写入，但不紧跟</a:t>
              </a:r>
              <a:r>
                <a:rPr lang="en-US" altLang="zh-CN">
                  <a:latin typeface="Tahoma" panose="020B0604030504040204" pitchFamily="34" charset="0"/>
                </a:rPr>
                <a:t>ICW</a:t>
              </a:r>
              <a:r>
                <a:rPr lang="en-US" altLang="zh-CN" baseline="-25000">
                  <a:latin typeface="Tahoma" panose="020B0604030504040204" pitchFamily="34" charset="0"/>
                </a:rPr>
                <a:t>1</a:t>
              </a:r>
              <a:endParaRPr lang="en-US" altLang="zh-CN">
                <a:latin typeface="Tahoma" panose="020B0604030504040204" pitchFamily="34" charset="0"/>
              </a:endParaRPr>
            </a:p>
          </p:txBody>
        </p:sp>
        <p:sp>
          <p:nvSpPr>
            <p:cNvPr id="22544" name="文本框 21520">
              <a:extLst>
                <a:ext uri="{FF2B5EF4-FFF2-40B4-BE49-F238E27FC236}">
                  <a16:creationId xmlns:a16="http://schemas.microsoft.com/office/drawing/2014/main" id="{F408D9DF-877F-4E90-8DC3-5DA03E8AB153}"/>
                </a:ext>
              </a:extLst>
            </p:cNvPr>
            <p:cNvSpPr txBox="1">
              <a:spLocks noChangeArrowheads="1"/>
            </p:cNvSpPr>
            <p:nvPr/>
          </p:nvSpPr>
          <p:spPr bwMode="auto">
            <a:xfrm>
              <a:off x="363" y="181"/>
              <a:ext cx="49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OCW</a:t>
              </a:r>
              <a:r>
                <a:rPr lang="en-US" altLang="zh-CN" baseline="-25000">
                  <a:latin typeface="Tahoma" panose="020B0604030504040204" pitchFamily="34" charset="0"/>
                </a:rPr>
                <a:t>2</a:t>
              </a:r>
              <a:endParaRPr lang="en-US" altLang="zh-CN">
                <a:latin typeface="Tahoma" panose="020B0604030504040204" pitchFamily="34" charset="0"/>
              </a:endParaRPr>
            </a:p>
          </p:txBody>
        </p:sp>
        <p:sp>
          <p:nvSpPr>
            <p:cNvPr id="22545" name="文本框 21521">
              <a:extLst>
                <a:ext uri="{FF2B5EF4-FFF2-40B4-BE49-F238E27FC236}">
                  <a16:creationId xmlns:a16="http://schemas.microsoft.com/office/drawing/2014/main" id="{44AE0769-67EB-4175-B72B-947DC383F1F7}"/>
                </a:ext>
              </a:extLst>
            </p:cNvPr>
            <p:cNvSpPr txBox="1">
              <a:spLocks noChangeArrowheads="1"/>
            </p:cNvSpPr>
            <p:nvPr/>
          </p:nvSpPr>
          <p:spPr bwMode="auto">
            <a:xfrm>
              <a:off x="363" y="363"/>
              <a:ext cx="49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OCW</a:t>
              </a:r>
              <a:r>
                <a:rPr lang="en-US" altLang="zh-CN" baseline="-25000">
                  <a:latin typeface="Tahoma" panose="020B0604030504040204" pitchFamily="34" charset="0"/>
                </a:rPr>
                <a:t>3</a:t>
              </a:r>
              <a:endParaRPr lang="en-US" altLang="zh-CN">
                <a:latin typeface="Tahoma" panose="020B0604030504040204" pitchFamily="34" charset="0"/>
              </a:endParaRPr>
            </a:p>
          </p:txBody>
        </p:sp>
        <p:sp>
          <p:nvSpPr>
            <p:cNvPr id="22546" name="右大括号 21522">
              <a:extLst>
                <a:ext uri="{FF2B5EF4-FFF2-40B4-BE49-F238E27FC236}">
                  <a16:creationId xmlns:a16="http://schemas.microsoft.com/office/drawing/2014/main" id="{4E87DCE6-4DC1-4B3C-AD9E-7D68FD1FC577}"/>
                </a:ext>
              </a:extLst>
            </p:cNvPr>
            <p:cNvSpPr>
              <a:spLocks/>
            </p:cNvSpPr>
            <p:nvPr/>
          </p:nvSpPr>
          <p:spPr bwMode="auto">
            <a:xfrm>
              <a:off x="816" y="272"/>
              <a:ext cx="46" cy="272"/>
            </a:xfrm>
            <a:prstGeom prst="rightBrace">
              <a:avLst>
                <a:gd name="adj1" fmla="val 4916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sp>
          <p:nvSpPr>
            <p:cNvPr id="22547" name="文本框 21523">
              <a:extLst>
                <a:ext uri="{FF2B5EF4-FFF2-40B4-BE49-F238E27FC236}">
                  <a16:creationId xmlns:a16="http://schemas.microsoft.com/office/drawing/2014/main" id="{3EE5229D-718A-48BE-A616-2ED0C56C4542}"/>
                </a:ext>
              </a:extLst>
            </p:cNvPr>
            <p:cNvSpPr txBox="1">
              <a:spLocks noChangeArrowheads="1"/>
            </p:cNvSpPr>
            <p:nvPr/>
          </p:nvSpPr>
          <p:spPr bwMode="auto">
            <a:xfrm>
              <a:off x="907" y="273"/>
              <a:ext cx="208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latin typeface="Tahoma" panose="020B0604030504040204" pitchFamily="34" charset="0"/>
                </a:rPr>
                <a:t>也用偶地址写入，但</a:t>
              </a:r>
              <a:r>
                <a:rPr lang="en-US" altLang="zh-CN">
                  <a:latin typeface="Tahoma" panose="020B0604030504040204" pitchFamily="34" charset="0"/>
                </a:rPr>
                <a:t>D</a:t>
              </a:r>
              <a:r>
                <a:rPr lang="en-US" altLang="zh-CN" baseline="-25000">
                  <a:latin typeface="Tahoma" panose="020B0604030504040204" pitchFamily="34" charset="0"/>
                </a:rPr>
                <a:t>4</a:t>
              </a:r>
              <a:r>
                <a:rPr lang="en-US" altLang="zh-CN">
                  <a:latin typeface="Tahoma" panose="020B0604030504040204" pitchFamily="34" charset="0"/>
                </a:rPr>
                <a:t>=0</a:t>
              </a:r>
            </a:p>
          </p:txBody>
        </p:sp>
      </p:grpSp>
      <p:sp>
        <p:nvSpPr>
          <p:cNvPr id="22548" name="文本框 21524">
            <a:extLst>
              <a:ext uri="{FF2B5EF4-FFF2-40B4-BE49-F238E27FC236}">
                <a16:creationId xmlns:a16="http://schemas.microsoft.com/office/drawing/2014/main" id="{5245BC23-BA93-489F-943C-CA97CB1C7A88}"/>
              </a:ext>
            </a:extLst>
          </p:cNvPr>
          <p:cNvSpPr txBox="1">
            <a:spLocks noChangeArrowheads="1"/>
          </p:cNvSpPr>
          <p:nvPr/>
        </p:nvSpPr>
        <p:spPr bwMode="auto">
          <a:xfrm>
            <a:off x="609600" y="4997450"/>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latin typeface="Tahoma" panose="020B0604030504040204" pitchFamily="34" charset="0"/>
              </a:rPr>
              <a:t>即：</a:t>
            </a:r>
          </a:p>
        </p:txBody>
      </p:sp>
      <p:sp>
        <p:nvSpPr>
          <p:cNvPr id="22549" name="矩形 21525">
            <a:extLst>
              <a:ext uri="{FF2B5EF4-FFF2-40B4-BE49-F238E27FC236}">
                <a16:creationId xmlns:a16="http://schemas.microsoft.com/office/drawing/2014/main" id="{E8826CA5-782C-4240-A67F-4D60DECBA76C}"/>
              </a:ext>
            </a:extLst>
          </p:cNvPr>
          <p:cNvSpPr>
            <a:spLocks noChangeArrowheads="1"/>
          </p:cNvSpPr>
          <p:nvPr/>
        </p:nvSpPr>
        <p:spPr bwMode="auto">
          <a:xfrm>
            <a:off x="1571625" y="5253038"/>
            <a:ext cx="481013" cy="254000"/>
          </a:xfrm>
          <a:prstGeom prst="rect">
            <a:avLst/>
          </a:prstGeom>
          <a:solidFill>
            <a:schemeClr val="bg1"/>
          </a:solidFill>
          <a:ln w="9525">
            <a:solidFill>
              <a:schemeClr val="hlink"/>
            </a:solidFill>
            <a:miter lim="800000"/>
            <a:headEnd/>
            <a:tailEnd/>
          </a:ln>
        </p:spPr>
        <p:txBody>
          <a:bodyPr wrap="none" anchor="ctr"/>
          <a:lstStyle/>
          <a:p>
            <a:pPr algn="ctr"/>
            <a:r>
              <a:rPr lang="en-US" altLang="zh-CN">
                <a:latin typeface="Tahoma" panose="020B0604030504040204" pitchFamily="34" charset="0"/>
              </a:rPr>
              <a:t>0</a:t>
            </a:r>
          </a:p>
        </p:txBody>
      </p:sp>
      <p:graphicFrame>
        <p:nvGraphicFramePr>
          <p:cNvPr id="22550" name="对象 21526">
            <a:extLst>
              <a:ext uri="{FF2B5EF4-FFF2-40B4-BE49-F238E27FC236}">
                <a16:creationId xmlns:a16="http://schemas.microsoft.com/office/drawing/2014/main" id="{B337FFBD-9BD9-47F4-B17F-D2CA240685A8}"/>
              </a:ext>
            </a:extLst>
          </p:cNvPr>
          <p:cNvGraphicFramePr>
            <a:graphicFrameLocks noChangeAspect="1"/>
          </p:cNvGraphicFramePr>
          <p:nvPr/>
        </p:nvGraphicFramePr>
        <p:xfrm>
          <a:off x="2371725" y="4997450"/>
          <a:ext cx="3048000" cy="1631950"/>
        </p:xfrm>
        <a:graphic>
          <a:graphicData uri="http://schemas.openxmlformats.org/presentationml/2006/ole">
            <mc:AlternateContent xmlns:mc="http://schemas.openxmlformats.org/markup-compatibility/2006">
              <mc:Choice xmlns:v="urn:schemas-microsoft-com:vml" Requires="v">
                <p:oleObj spid="_x0000_s22577" r:id="rId14" imgW="2171160" imgH="1096200" progId="Visio.Drawing.11">
                  <p:embed/>
                </p:oleObj>
              </mc:Choice>
              <mc:Fallback>
                <p:oleObj r:id="rId14" imgW="2171160" imgH="1096200" progId="Visio.Drawing.11">
                  <p:embed/>
                  <p:pic>
                    <p:nvPicPr>
                      <p:cNvPr id="0" name="对象 215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71725" y="4997450"/>
                        <a:ext cx="30480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51" name="矩形 21527">
            <a:extLst>
              <a:ext uri="{FF2B5EF4-FFF2-40B4-BE49-F238E27FC236}">
                <a16:creationId xmlns:a16="http://schemas.microsoft.com/office/drawing/2014/main" id="{84B1F56F-AE2F-4FB0-B264-25C4C21D85E6}"/>
              </a:ext>
            </a:extLst>
          </p:cNvPr>
          <p:cNvSpPr>
            <a:spLocks noChangeArrowheads="1"/>
          </p:cNvSpPr>
          <p:nvPr/>
        </p:nvSpPr>
        <p:spPr bwMode="auto">
          <a:xfrm>
            <a:off x="1571625" y="5762625"/>
            <a:ext cx="481013" cy="254000"/>
          </a:xfrm>
          <a:prstGeom prst="rect">
            <a:avLst/>
          </a:prstGeom>
          <a:solidFill>
            <a:schemeClr val="bg1"/>
          </a:solidFill>
          <a:ln w="9525">
            <a:solidFill>
              <a:schemeClr val="hlink"/>
            </a:solidFill>
            <a:miter lim="800000"/>
            <a:headEnd/>
            <a:tailEnd/>
          </a:ln>
        </p:spPr>
        <p:txBody>
          <a:bodyPr wrap="none" anchor="ctr"/>
          <a:lstStyle/>
          <a:p>
            <a:pPr algn="ctr"/>
            <a:r>
              <a:rPr lang="en-US" altLang="zh-CN">
                <a:latin typeface="Tahoma" panose="020B0604030504040204" pitchFamily="34" charset="0"/>
              </a:rPr>
              <a:t>0</a:t>
            </a:r>
          </a:p>
        </p:txBody>
      </p:sp>
      <p:sp>
        <p:nvSpPr>
          <p:cNvPr id="22552" name="矩形 21528">
            <a:extLst>
              <a:ext uri="{FF2B5EF4-FFF2-40B4-BE49-F238E27FC236}">
                <a16:creationId xmlns:a16="http://schemas.microsoft.com/office/drawing/2014/main" id="{E55A0CA3-B6BC-46CB-A82D-A47899B70F04}"/>
              </a:ext>
            </a:extLst>
          </p:cNvPr>
          <p:cNvSpPr>
            <a:spLocks noChangeArrowheads="1"/>
          </p:cNvSpPr>
          <p:nvPr/>
        </p:nvSpPr>
        <p:spPr bwMode="auto">
          <a:xfrm>
            <a:off x="1571625" y="6272213"/>
            <a:ext cx="481013" cy="254000"/>
          </a:xfrm>
          <a:prstGeom prst="rect">
            <a:avLst/>
          </a:prstGeom>
          <a:solidFill>
            <a:schemeClr val="bg1"/>
          </a:solidFill>
          <a:ln w="9525">
            <a:solidFill>
              <a:schemeClr val="hlink"/>
            </a:solidFill>
            <a:miter lim="800000"/>
            <a:headEnd/>
            <a:tailEnd/>
          </a:ln>
        </p:spPr>
        <p:txBody>
          <a:bodyPr wrap="none" anchor="ctr"/>
          <a:lstStyle/>
          <a:p>
            <a:pPr algn="ctr"/>
            <a:r>
              <a:rPr lang="en-US" altLang="zh-CN">
                <a:latin typeface="Tahoma" panose="020B0604030504040204" pitchFamily="34" charset="0"/>
              </a:rPr>
              <a:t>0</a:t>
            </a:r>
          </a:p>
        </p:txBody>
      </p:sp>
      <p:sp>
        <p:nvSpPr>
          <p:cNvPr id="22553" name="文本框 21529">
            <a:extLst>
              <a:ext uri="{FF2B5EF4-FFF2-40B4-BE49-F238E27FC236}">
                <a16:creationId xmlns:a16="http://schemas.microsoft.com/office/drawing/2014/main" id="{1A32A107-B276-43A2-B6A2-1A865548A130}"/>
              </a:ext>
            </a:extLst>
          </p:cNvPr>
          <p:cNvSpPr txBox="1">
            <a:spLocks noChangeArrowheads="1"/>
          </p:cNvSpPr>
          <p:nvPr/>
        </p:nvSpPr>
        <p:spPr bwMode="auto">
          <a:xfrm>
            <a:off x="6011863" y="5168900"/>
            <a:ext cx="2725737"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 typeface="Arial" panose="020B0604020202020204" pitchFamily="34" charset="0"/>
              <a:buChar char="•"/>
            </a:pPr>
            <a:r>
              <a:rPr lang="zh-CN" altLang="en-US">
                <a:latin typeface="Tahoma" panose="020B0604030504040204" pitchFamily="34" charset="0"/>
              </a:rPr>
              <a:t>采用了专门的“标识位“，以节省输入地址的引脚数</a:t>
            </a:r>
            <a:r>
              <a:rPr lang="en-US" altLang="zh-CN">
                <a:latin typeface="Tahoma" panose="020B0604030504040204" pitchFamily="34" charset="0"/>
              </a:rPr>
              <a:t>(</a:t>
            </a:r>
            <a:r>
              <a:rPr lang="zh-CN" altLang="en-US">
                <a:latin typeface="Tahoma" panose="020B0604030504040204" pitchFamily="34" charset="0"/>
              </a:rPr>
              <a:t>仅用了</a:t>
            </a:r>
            <a:r>
              <a:rPr lang="en-US" altLang="zh-CN">
                <a:latin typeface="Tahoma" panose="020B0604030504040204" pitchFamily="34" charset="0"/>
              </a:rPr>
              <a:t>A</a:t>
            </a:r>
            <a:r>
              <a:rPr lang="en-US" altLang="zh-CN" baseline="-25000">
                <a:latin typeface="Tahoma" panose="020B0604030504040204" pitchFamily="34" charset="0"/>
              </a:rPr>
              <a:t>0</a:t>
            </a:r>
            <a:r>
              <a:rPr lang="en-US" altLang="zh-CN">
                <a:latin typeface="Tahoma" panose="020B0604030504040204" pitchFamily="34" charset="0"/>
              </a:rPr>
              <a:t>)</a:t>
            </a:r>
          </a:p>
        </p:txBody>
      </p:sp>
      <p:sp>
        <p:nvSpPr>
          <p:cNvPr id="22554" name="文本框 21530">
            <a:extLst>
              <a:ext uri="{FF2B5EF4-FFF2-40B4-BE49-F238E27FC236}">
                <a16:creationId xmlns:a16="http://schemas.microsoft.com/office/drawing/2014/main" id="{97CAAE16-F184-47F9-B611-2C4644D07CE7}"/>
              </a:ext>
            </a:extLst>
          </p:cNvPr>
          <p:cNvSpPr txBox="1">
            <a:spLocks noChangeArrowheads="1"/>
          </p:cNvSpPr>
          <p:nvPr/>
        </p:nvSpPr>
        <p:spPr bwMode="auto">
          <a:xfrm>
            <a:off x="179388" y="836613"/>
            <a:ext cx="86106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Char char="n"/>
            </a:pPr>
            <a:r>
              <a:rPr lang="en-US" altLang="zh-CN" sz="2400">
                <a:latin typeface="Tahoma" panose="020B0604030504040204" pitchFamily="34" charset="0"/>
              </a:rPr>
              <a:t>7</a:t>
            </a:r>
            <a:r>
              <a:rPr lang="zh-CN" altLang="en-US" sz="2400">
                <a:latin typeface="Tahoma" panose="020B0604030504040204" pitchFamily="34" charset="0"/>
              </a:rPr>
              <a:t>个</a:t>
            </a:r>
            <a:r>
              <a:rPr lang="en-US" altLang="zh-CN" sz="2400">
                <a:latin typeface="Tahoma" panose="020B0604030504040204" pitchFamily="34" charset="0"/>
              </a:rPr>
              <a:t>CPU</a:t>
            </a:r>
            <a:r>
              <a:rPr lang="zh-CN" altLang="en-US" sz="2400">
                <a:latin typeface="Tahoma" panose="020B0604030504040204" pitchFamily="34" charset="0"/>
              </a:rPr>
              <a:t>可访问的寄存器，分两组：</a:t>
            </a:r>
          </a:p>
          <a:p>
            <a:pPr lvl="1">
              <a:lnSpc>
                <a:spcPct val="90000"/>
              </a:lnSpc>
              <a:spcBef>
                <a:spcPct val="20000"/>
              </a:spcBef>
              <a:buClr>
                <a:schemeClr val="tx1"/>
              </a:buClr>
              <a:buSzPct val="55000"/>
              <a:buFont typeface="Wingdings" panose="05000000000000000000" pitchFamily="2" charset="2"/>
              <a:buChar char="n"/>
            </a:pPr>
            <a:r>
              <a:rPr lang="zh-CN" altLang="en-US" sz="2000">
                <a:latin typeface="Tahoma" panose="020B0604030504040204" pitchFamily="34" charset="0"/>
              </a:rPr>
              <a:t>初始化命令字</a:t>
            </a:r>
            <a:r>
              <a:rPr lang="en-US" altLang="zh-CN" sz="2000">
                <a:solidFill>
                  <a:srgbClr val="FF7C80"/>
                </a:solidFill>
                <a:latin typeface="Tahoma" panose="020B0604030504040204" pitchFamily="34" charset="0"/>
              </a:rPr>
              <a:t>ICW</a:t>
            </a:r>
            <a:r>
              <a:rPr lang="en-US" altLang="zh-CN" sz="2000" baseline="-25000">
                <a:solidFill>
                  <a:srgbClr val="FF7C80"/>
                </a:solidFill>
                <a:latin typeface="Tahoma" panose="020B0604030504040204" pitchFamily="34" charset="0"/>
              </a:rPr>
              <a:t>1 </a:t>
            </a:r>
            <a:r>
              <a:rPr lang="en-US" altLang="zh-CN" sz="2000">
                <a:solidFill>
                  <a:srgbClr val="FF7C80"/>
                </a:solidFill>
                <a:latin typeface="Tahoma" panose="020B0604030504040204" pitchFamily="34" charset="0"/>
              </a:rPr>
              <a:t>~ICW</a:t>
            </a:r>
            <a:r>
              <a:rPr lang="en-US" altLang="zh-CN" sz="2000" baseline="-25000">
                <a:solidFill>
                  <a:srgbClr val="FF7C80"/>
                </a:solidFill>
                <a:latin typeface="Tahoma" panose="020B0604030504040204" pitchFamily="34" charset="0"/>
              </a:rPr>
              <a:t>4</a:t>
            </a:r>
            <a:r>
              <a:rPr lang="en-US" altLang="zh-CN" sz="2000">
                <a:solidFill>
                  <a:schemeClr val="folHlink"/>
                </a:solidFill>
                <a:latin typeface="Tahoma" panose="020B0604030504040204" pitchFamily="34" charset="0"/>
              </a:rPr>
              <a:t>-</a:t>
            </a:r>
            <a:r>
              <a:rPr lang="en-US" altLang="zh-CN" sz="2000">
                <a:latin typeface="Tahoma" panose="020B0604030504040204" pitchFamily="34" charset="0"/>
              </a:rPr>
              <a:t>--</a:t>
            </a:r>
            <a:r>
              <a:rPr lang="zh-CN" altLang="en-US" sz="2000">
                <a:latin typeface="Tahoma" panose="020B0604030504040204" pitchFamily="34" charset="0"/>
              </a:rPr>
              <a:t>系统初启时设定。</a:t>
            </a:r>
          </a:p>
          <a:p>
            <a:pPr lvl="1">
              <a:lnSpc>
                <a:spcPct val="90000"/>
              </a:lnSpc>
              <a:spcBef>
                <a:spcPct val="20000"/>
              </a:spcBef>
              <a:buClr>
                <a:schemeClr val="tx1"/>
              </a:buClr>
              <a:buSzPct val="55000"/>
              <a:buFont typeface="Wingdings" panose="05000000000000000000" pitchFamily="2" charset="2"/>
              <a:buChar char="n"/>
            </a:pPr>
            <a:r>
              <a:rPr lang="zh-CN" altLang="en-US" sz="2000">
                <a:latin typeface="Tahoma" panose="020B0604030504040204" pitchFamily="34" charset="0"/>
              </a:rPr>
              <a:t>操作命令字</a:t>
            </a:r>
            <a:r>
              <a:rPr lang="en-US" altLang="zh-CN" sz="2000">
                <a:solidFill>
                  <a:srgbClr val="FF7C80"/>
                </a:solidFill>
                <a:latin typeface="Tahoma" panose="020B0604030504040204" pitchFamily="34" charset="0"/>
              </a:rPr>
              <a:t>OCW</a:t>
            </a:r>
            <a:r>
              <a:rPr lang="en-US" altLang="zh-CN" sz="2000" baseline="-25000">
                <a:solidFill>
                  <a:srgbClr val="FF7C80"/>
                </a:solidFill>
                <a:latin typeface="Tahoma" panose="020B0604030504040204" pitchFamily="34" charset="0"/>
              </a:rPr>
              <a:t>1</a:t>
            </a:r>
            <a:r>
              <a:rPr lang="en-US" altLang="zh-CN" sz="2000">
                <a:solidFill>
                  <a:srgbClr val="FF7C80"/>
                </a:solidFill>
                <a:latin typeface="Tahoma" panose="020B0604030504040204" pitchFamily="34" charset="0"/>
              </a:rPr>
              <a:t>~OCW</a:t>
            </a:r>
            <a:r>
              <a:rPr lang="en-US" altLang="zh-CN" sz="2000" baseline="-25000">
                <a:solidFill>
                  <a:srgbClr val="FF7C80"/>
                </a:solidFill>
                <a:latin typeface="Tahoma" panose="020B0604030504040204" pitchFamily="34" charset="0"/>
              </a:rPr>
              <a:t>3</a:t>
            </a:r>
            <a:r>
              <a:rPr lang="en-US" altLang="zh-CN" sz="2000">
                <a:latin typeface="Tahoma" panose="020B0604030504040204" pitchFamily="34" charset="0"/>
              </a:rPr>
              <a:t>—</a:t>
            </a:r>
            <a:r>
              <a:rPr lang="zh-CN" altLang="en-US" sz="2000">
                <a:latin typeface="Tahoma" panose="020B0604030504040204" pitchFamily="34" charset="0"/>
              </a:rPr>
              <a:t>系统运行时，由应用程序设定</a:t>
            </a:r>
            <a:r>
              <a:rPr lang="en-US" altLang="zh-CN" sz="2000">
                <a:latin typeface="Tahoma" panose="020B0604030504040204" pitchFamily="34" charset="0"/>
              </a:rPr>
              <a:t>(</a:t>
            </a:r>
            <a:r>
              <a:rPr lang="zh-CN" altLang="en-US" sz="2000">
                <a:latin typeface="Tahoma" panose="020B0604030504040204" pitchFamily="34" charset="0"/>
              </a:rPr>
              <a:t>实现对中断处理的动态管理和控制</a:t>
            </a:r>
            <a:r>
              <a:rPr lang="en-US" altLang="zh-CN" sz="2000">
                <a:latin typeface="Tahoma" panose="020B0604030504040204" pitchFamily="34" charset="0"/>
              </a:rPr>
              <a:t>).</a:t>
            </a:r>
            <a:endParaRPr lang="en-US" altLang="zh-CN" sz="2400">
              <a:latin typeface="Times New Roman" panose="02020603050405020304" pitchFamily="18" charset="0"/>
            </a:endParaRPr>
          </a:p>
        </p:txBody>
      </p:sp>
      <p:sp>
        <p:nvSpPr>
          <p:cNvPr id="22555" name="文本框 21531">
            <a:extLst>
              <a:ext uri="{FF2B5EF4-FFF2-40B4-BE49-F238E27FC236}">
                <a16:creationId xmlns:a16="http://schemas.microsoft.com/office/drawing/2014/main" id="{929BA3DA-4C08-4932-866B-8390BA8CFD98}"/>
              </a:ext>
            </a:extLst>
          </p:cNvPr>
          <p:cNvSpPr txBox="1">
            <a:spLocks noChangeArrowheads="1"/>
          </p:cNvSpPr>
          <p:nvPr/>
        </p:nvSpPr>
        <p:spPr bwMode="auto">
          <a:xfrm>
            <a:off x="1603375" y="2074863"/>
            <a:ext cx="4476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p>
            <a:r>
              <a:rPr lang="en-US" altLang="zh-CN">
                <a:solidFill>
                  <a:srgbClr val="FF7C80"/>
                </a:solidFill>
                <a:latin typeface="Garamond" panose="02020404030301010803" pitchFamily="18" charset="0"/>
              </a:rPr>
              <a:t>A0</a:t>
            </a:r>
          </a:p>
        </p:txBody>
      </p:sp>
      <p:sp>
        <p:nvSpPr>
          <p:cNvPr id="22556" name="文本框 21532">
            <a:extLst>
              <a:ext uri="{FF2B5EF4-FFF2-40B4-BE49-F238E27FC236}">
                <a16:creationId xmlns:a16="http://schemas.microsoft.com/office/drawing/2014/main" id="{98A3D236-C773-477C-93C0-F658945C8583}"/>
              </a:ext>
            </a:extLst>
          </p:cNvPr>
          <p:cNvSpPr txBox="1">
            <a:spLocks noChangeArrowheads="1"/>
          </p:cNvSpPr>
          <p:nvPr/>
        </p:nvSpPr>
        <p:spPr bwMode="auto">
          <a:xfrm>
            <a:off x="3419475" y="4941888"/>
            <a:ext cx="468313"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p>
            <a:r>
              <a:rPr lang="en-US" altLang="zh-CN">
                <a:solidFill>
                  <a:srgbClr val="FF0000"/>
                </a:solidFill>
                <a:latin typeface="Garamond" panose="02020404030301010803" pitchFamily="18" charset="0"/>
              </a:rPr>
              <a:t>D4</a:t>
            </a:r>
          </a:p>
        </p:txBody>
      </p:sp>
      <p:sp>
        <p:nvSpPr>
          <p:cNvPr id="22557" name="文本框 21533">
            <a:extLst>
              <a:ext uri="{FF2B5EF4-FFF2-40B4-BE49-F238E27FC236}">
                <a16:creationId xmlns:a16="http://schemas.microsoft.com/office/drawing/2014/main" id="{0E3506AD-4FF6-4970-9F09-7F7AF9A7D389}"/>
              </a:ext>
            </a:extLst>
          </p:cNvPr>
          <p:cNvSpPr txBox="1">
            <a:spLocks noChangeArrowheads="1"/>
          </p:cNvSpPr>
          <p:nvPr/>
        </p:nvSpPr>
        <p:spPr bwMode="auto">
          <a:xfrm>
            <a:off x="3979863" y="4941888"/>
            <a:ext cx="468312"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p>
            <a:r>
              <a:rPr lang="en-US" altLang="zh-CN">
                <a:solidFill>
                  <a:srgbClr val="FF0000"/>
                </a:solidFill>
                <a:latin typeface="Garamond" panose="02020404030301010803" pitchFamily="18" charset="0"/>
              </a:rPr>
              <a:t>D3</a:t>
            </a:r>
          </a:p>
        </p:txBody>
      </p:sp>
      <p:sp>
        <p:nvSpPr>
          <p:cNvPr id="22558" name="文本框 21534">
            <a:extLst>
              <a:ext uri="{FF2B5EF4-FFF2-40B4-BE49-F238E27FC236}">
                <a16:creationId xmlns:a16="http://schemas.microsoft.com/office/drawing/2014/main" id="{3EA67C01-308D-42C1-AA61-255D54320CE2}"/>
              </a:ext>
            </a:extLst>
          </p:cNvPr>
          <p:cNvSpPr txBox="1">
            <a:spLocks noChangeArrowheads="1"/>
          </p:cNvSpPr>
          <p:nvPr/>
        </p:nvSpPr>
        <p:spPr bwMode="auto">
          <a:xfrm>
            <a:off x="5003800" y="5275263"/>
            <a:ext cx="719138"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p>
            <a:r>
              <a:rPr lang="en-US" altLang="zh-CN">
                <a:solidFill>
                  <a:srgbClr val="FF0000"/>
                </a:solidFill>
                <a:latin typeface="Garamond" panose="02020404030301010803" pitchFamily="18" charset="0"/>
              </a:rPr>
              <a:t>ICW1</a:t>
            </a:r>
          </a:p>
        </p:txBody>
      </p:sp>
      <p:sp>
        <p:nvSpPr>
          <p:cNvPr id="22559" name="文本框 21535">
            <a:extLst>
              <a:ext uri="{FF2B5EF4-FFF2-40B4-BE49-F238E27FC236}">
                <a16:creationId xmlns:a16="http://schemas.microsoft.com/office/drawing/2014/main" id="{F1649D78-D60B-432A-8C15-A5BB0A5A9BCF}"/>
              </a:ext>
            </a:extLst>
          </p:cNvPr>
          <p:cNvSpPr txBox="1">
            <a:spLocks noChangeArrowheads="1"/>
          </p:cNvSpPr>
          <p:nvPr/>
        </p:nvSpPr>
        <p:spPr bwMode="auto">
          <a:xfrm>
            <a:off x="5003800" y="5805488"/>
            <a:ext cx="817563"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p>
            <a:r>
              <a:rPr lang="en-US" altLang="zh-CN">
                <a:solidFill>
                  <a:srgbClr val="FF0000"/>
                </a:solidFill>
                <a:latin typeface="Garamond" panose="02020404030301010803" pitchFamily="18" charset="0"/>
              </a:rPr>
              <a:t>OCW2</a:t>
            </a:r>
          </a:p>
        </p:txBody>
      </p:sp>
      <p:sp>
        <p:nvSpPr>
          <p:cNvPr id="22560" name="文本框 21536">
            <a:extLst>
              <a:ext uri="{FF2B5EF4-FFF2-40B4-BE49-F238E27FC236}">
                <a16:creationId xmlns:a16="http://schemas.microsoft.com/office/drawing/2014/main" id="{561FB504-7514-4BC7-8291-B5D4AF30D3A8}"/>
              </a:ext>
            </a:extLst>
          </p:cNvPr>
          <p:cNvSpPr txBox="1">
            <a:spLocks noChangeArrowheads="1"/>
          </p:cNvSpPr>
          <p:nvPr/>
        </p:nvSpPr>
        <p:spPr bwMode="auto">
          <a:xfrm>
            <a:off x="5003800" y="6308725"/>
            <a:ext cx="817563"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p>
            <a:r>
              <a:rPr lang="en-US" altLang="zh-CN">
                <a:solidFill>
                  <a:srgbClr val="FF0000"/>
                </a:solidFill>
                <a:latin typeface="Garamond" panose="02020404030301010803" pitchFamily="18" charset="0"/>
              </a:rPr>
              <a:t>OCW3</a:t>
            </a:r>
          </a:p>
        </p:txBody>
      </p:sp>
      <p:sp>
        <p:nvSpPr>
          <p:cNvPr id="22561" name="灯片编号占位符 1">
            <a:extLst>
              <a:ext uri="{FF2B5EF4-FFF2-40B4-BE49-F238E27FC236}">
                <a16:creationId xmlns:a16="http://schemas.microsoft.com/office/drawing/2014/main" id="{689D2E62-BD7C-46F5-A020-404DEA0AA48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AFB46882-7C6D-4A5F-B666-F6C2CD45A808}" type="slidenum">
              <a:rPr lang="zh-CN" altLang="en-US" smtClean="0"/>
              <a:pPr eaLnBrk="0" hangingPunct="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文本框 23553">
            <a:extLst>
              <a:ext uri="{FF2B5EF4-FFF2-40B4-BE49-F238E27FC236}">
                <a16:creationId xmlns:a16="http://schemas.microsoft.com/office/drawing/2014/main" id="{C82841B0-AF03-4DB3-9EE7-6E3841F11C5E}"/>
              </a:ext>
            </a:extLst>
          </p:cNvPr>
          <p:cNvSpPr txBox="1">
            <a:spLocks noChangeArrowheads="1"/>
          </p:cNvSpPr>
          <p:nvPr/>
        </p:nvSpPr>
        <p:spPr bwMode="auto">
          <a:xfrm>
            <a:off x="0" y="457200"/>
            <a:ext cx="8686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endParaRPr lang="zh-CN" altLang="en-US" sz="2400">
              <a:latin typeface="Times New Roman" panose="02020603050405020304" pitchFamily="18" charset="0"/>
            </a:endParaRPr>
          </a:p>
          <a:p>
            <a:pPr>
              <a:spcBef>
                <a:spcPct val="50000"/>
              </a:spcBef>
            </a:pPr>
            <a:endParaRPr lang="zh-CN" altLang="en-US" sz="2400">
              <a:latin typeface="Times New Roman" panose="02020603050405020304" pitchFamily="18" charset="0"/>
            </a:endParaRPr>
          </a:p>
        </p:txBody>
      </p:sp>
      <p:sp>
        <p:nvSpPr>
          <p:cNvPr id="23554" name="文本框 23554">
            <a:extLst>
              <a:ext uri="{FF2B5EF4-FFF2-40B4-BE49-F238E27FC236}">
                <a16:creationId xmlns:a16="http://schemas.microsoft.com/office/drawing/2014/main" id="{23FD164C-B94D-4F2B-A7BD-08ED7DB6D40D}"/>
              </a:ext>
            </a:extLst>
          </p:cNvPr>
          <p:cNvSpPr txBox="1">
            <a:spLocks noChangeArrowheads="1"/>
          </p:cNvSpPr>
          <p:nvPr/>
        </p:nvSpPr>
        <p:spPr bwMode="auto">
          <a:xfrm>
            <a:off x="457200" y="260350"/>
            <a:ext cx="868680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spcBef>
                <a:spcPct val="20000"/>
              </a:spcBef>
            </a:pPr>
            <a:r>
              <a:rPr lang="en-US" altLang="zh-CN" sz="3600" b="1">
                <a:solidFill>
                  <a:srgbClr val="FFFF00"/>
                </a:solidFill>
                <a:latin typeface="Times New Roman" panose="02020603050405020304" pitchFamily="18" charset="0"/>
              </a:rPr>
              <a:t>2. </a:t>
            </a:r>
            <a:r>
              <a:rPr lang="zh-CN" altLang="en-US" sz="3600" b="1">
                <a:solidFill>
                  <a:srgbClr val="FFFF00"/>
                </a:solidFill>
                <a:latin typeface="Times New Roman" panose="02020603050405020304" pitchFamily="18" charset="0"/>
              </a:rPr>
              <a:t>中断优先权管理</a:t>
            </a:r>
            <a:r>
              <a:rPr lang="en-US" altLang="zh-CN" sz="3600" b="1">
                <a:solidFill>
                  <a:srgbClr val="FFFF00"/>
                </a:solidFill>
                <a:latin typeface="Times New Roman" panose="02020603050405020304" pitchFamily="18" charset="0"/>
              </a:rPr>
              <a:t>(4</a:t>
            </a:r>
            <a:r>
              <a:rPr lang="zh-CN" altLang="en-US" sz="3600" b="1">
                <a:solidFill>
                  <a:srgbClr val="FFFF00"/>
                </a:solidFill>
                <a:latin typeface="Times New Roman" panose="02020603050405020304" pitchFamily="18" charset="0"/>
              </a:rPr>
              <a:t>种方式</a:t>
            </a:r>
            <a:r>
              <a:rPr lang="en-US" altLang="zh-CN" sz="3600" b="1">
                <a:solidFill>
                  <a:srgbClr val="FFFF00"/>
                </a:solidFill>
                <a:latin typeface="Times New Roman" panose="02020603050405020304" pitchFamily="18" charset="0"/>
              </a:rPr>
              <a:t>)</a:t>
            </a:r>
          </a:p>
          <a:p>
            <a:pPr algn="just">
              <a:spcBef>
                <a:spcPct val="20000"/>
              </a:spcBef>
            </a:pPr>
            <a:endParaRPr lang="en-US" altLang="zh-CN" sz="2800" b="1">
              <a:solidFill>
                <a:srgbClr val="FFFF00"/>
              </a:solidFill>
              <a:latin typeface="Times New Roman" panose="02020603050405020304" pitchFamily="18" charset="0"/>
            </a:endParaRPr>
          </a:p>
          <a:p>
            <a:pPr>
              <a:lnSpc>
                <a:spcPct val="90000"/>
              </a:lnSpc>
              <a:spcBef>
                <a:spcPct val="20000"/>
              </a:spcBef>
              <a:buClr>
                <a:schemeClr val="tx1"/>
              </a:buClr>
              <a:buFont typeface="Arial" panose="020B0604020202020204" pitchFamily="34" charset="0"/>
              <a:buChar char="•"/>
            </a:pPr>
            <a:r>
              <a:rPr lang="en-US" altLang="zh-CN" sz="2400" b="1">
                <a:solidFill>
                  <a:srgbClr val="FF0000"/>
                </a:solidFill>
                <a:latin typeface="Times New Roman" panose="02020603050405020304" pitchFamily="18" charset="0"/>
              </a:rPr>
              <a:t>A</a:t>
            </a:r>
            <a:r>
              <a:rPr lang="zh-CN" altLang="en-US" sz="2400" b="1">
                <a:solidFill>
                  <a:srgbClr val="FF0000"/>
                </a:solidFill>
                <a:latin typeface="Times New Roman" panose="02020603050405020304" pitchFamily="18" charset="0"/>
              </a:rPr>
              <a:t>、</a:t>
            </a:r>
            <a:r>
              <a:rPr lang="zh-CN" altLang="en-US" sz="2400" b="1">
                <a:solidFill>
                  <a:srgbClr val="FF0000"/>
                </a:solidFill>
                <a:latin typeface="Tahoma" panose="020B0604030504040204" pitchFamily="34" charset="0"/>
              </a:rPr>
              <a:t>全嵌套方式</a:t>
            </a:r>
            <a:r>
              <a:rPr lang="en-US" altLang="zh-CN" sz="2400" b="1">
                <a:solidFill>
                  <a:srgbClr val="FF0000"/>
                </a:solidFill>
                <a:latin typeface="Tahoma" panose="020B0604030504040204" pitchFamily="34" charset="0"/>
              </a:rPr>
              <a:t>(FULLY NESTED MODE)</a:t>
            </a:r>
            <a:r>
              <a:rPr lang="en-US" altLang="zh-CN" sz="2400" b="1">
                <a:solidFill>
                  <a:srgbClr val="FF0000"/>
                </a:solidFill>
              </a:rPr>
              <a:t>—</a:t>
            </a:r>
            <a:r>
              <a:rPr lang="zh-CN" altLang="en-US" sz="2400" b="1">
                <a:solidFill>
                  <a:srgbClr val="FF0000"/>
                </a:solidFill>
                <a:latin typeface="Tahoma" panose="020B0604030504040204" pitchFamily="34" charset="0"/>
              </a:rPr>
              <a:t>默认方式</a:t>
            </a:r>
          </a:p>
          <a:p>
            <a:pPr lvl="1">
              <a:spcBef>
                <a:spcPct val="20000"/>
              </a:spcBef>
              <a:buClr>
                <a:schemeClr val="hlink"/>
              </a:buClr>
              <a:buSzPct val="55000"/>
            </a:pPr>
            <a:r>
              <a:rPr lang="zh-CN" altLang="en-US" sz="2400">
                <a:latin typeface="Tahoma" panose="020B0604030504040204" pitchFamily="34" charset="0"/>
              </a:rPr>
              <a:t>	也称固定优先级方式。在这种方式下，由</a:t>
            </a:r>
            <a:r>
              <a:rPr lang="en-US" altLang="zh-CN" sz="2400">
                <a:latin typeface="Tahoma" panose="020B0604030504040204" pitchFamily="34" charset="0"/>
              </a:rPr>
              <a:t>IR</a:t>
            </a:r>
            <a:r>
              <a:rPr lang="en-US" altLang="zh-CN" sz="2400" baseline="-25000">
                <a:latin typeface="Tahoma" panose="020B0604030504040204" pitchFamily="34" charset="0"/>
              </a:rPr>
              <a:t>i</a:t>
            </a:r>
            <a:r>
              <a:rPr lang="zh-CN" altLang="en-US" sz="2400">
                <a:latin typeface="Tahoma" panose="020B0604030504040204" pitchFamily="34" charset="0"/>
              </a:rPr>
              <a:t>引入的中断请求具有固定的优先级－</a:t>
            </a:r>
            <a:r>
              <a:rPr lang="en-US" altLang="zh-CN" sz="2400">
                <a:solidFill>
                  <a:srgbClr val="FF0000"/>
                </a:solidFill>
                <a:latin typeface="Tahoma" panose="020B0604030504040204" pitchFamily="34" charset="0"/>
              </a:rPr>
              <a:t>IR</a:t>
            </a:r>
            <a:r>
              <a:rPr lang="en-US" altLang="zh-CN" sz="2400" baseline="-25000">
                <a:solidFill>
                  <a:srgbClr val="FF0000"/>
                </a:solidFill>
                <a:latin typeface="Tahoma" panose="020B0604030504040204" pitchFamily="34" charset="0"/>
              </a:rPr>
              <a:t>0</a:t>
            </a:r>
            <a:r>
              <a:rPr lang="en-US" altLang="zh-CN" sz="2400">
                <a:solidFill>
                  <a:srgbClr val="FF0000"/>
                </a:solidFill>
                <a:latin typeface="Tahoma" panose="020B0604030504040204" pitchFamily="34" charset="0"/>
              </a:rPr>
              <a:t>(</a:t>
            </a:r>
            <a:r>
              <a:rPr lang="zh-CN" altLang="en-US" sz="2400">
                <a:solidFill>
                  <a:srgbClr val="FF0000"/>
                </a:solidFill>
                <a:latin typeface="Tahoma" panose="020B0604030504040204" pitchFamily="34" charset="0"/>
              </a:rPr>
              <a:t>最高</a:t>
            </a:r>
            <a:r>
              <a:rPr lang="en-US" altLang="zh-CN" sz="2400">
                <a:solidFill>
                  <a:srgbClr val="FF0000"/>
                </a:solidFill>
                <a:latin typeface="Tahoma" panose="020B0604030504040204" pitchFamily="34" charset="0"/>
              </a:rPr>
              <a:t>)</a:t>
            </a:r>
            <a:r>
              <a:rPr lang="zh-CN" altLang="en-US" sz="2400">
                <a:solidFill>
                  <a:srgbClr val="FF0000"/>
                </a:solidFill>
                <a:latin typeface="Tahoma" panose="020B0604030504040204" pitchFamily="34" charset="0"/>
              </a:rPr>
              <a:t>－</a:t>
            </a:r>
            <a:r>
              <a:rPr lang="en-US" altLang="zh-CN" sz="2400">
                <a:solidFill>
                  <a:srgbClr val="FF0000"/>
                </a:solidFill>
                <a:latin typeface="Tahoma" panose="020B0604030504040204" pitchFamily="34" charset="0"/>
              </a:rPr>
              <a:t>&gt;IR</a:t>
            </a:r>
            <a:r>
              <a:rPr lang="en-US" altLang="zh-CN" sz="2400" baseline="-25000">
                <a:solidFill>
                  <a:srgbClr val="FF0000"/>
                </a:solidFill>
                <a:latin typeface="Tahoma" panose="020B0604030504040204" pitchFamily="34" charset="0"/>
              </a:rPr>
              <a:t>7</a:t>
            </a:r>
            <a:r>
              <a:rPr lang="en-US" altLang="zh-CN" sz="2400">
                <a:solidFill>
                  <a:srgbClr val="FF0000"/>
                </a:solidFill>
                <a:latin typeface="Tahoma" panose="020B0604030504040204" pitchFamily="34" charset="0"/>
              </a:rPr>
              <a:t>(</a:t>
            </a:r>
            <a:r>
              <a:rPr lang="zh-CN" altLang="en-US" sz="2400">
                <a:solidFill>
                  <a:srgbClr val="FF0000"/>
                </a:solidFill>
                <a:latin typeface="Tahoma" panose="020B0604030504040204" pitchFamily="34" charset="0"/>
              </a:rPr>
              <a:t>最低</a:t>
            </a:r>
            <a:r>
              <a:rPr lang="en-US" altLang="zh-CN" sz="2400">
                <a:solidFill>
                  <a:srgbClr val="FF0000"/>
                </a:solidFill>
                <a:latin typeface="Tahoma" panose="020B0604030504040204" pitchFamily="34" charset="0"/>
              </a:rPr>
              <a:t>).</a:t>
            </a:r>
          </a:p>
          <a:p>
            <a:pPr lvl="1">
              <a:spcBef>
                <a:spcPct val="20000"/>
              </a:spcBef>
              <a:buClr>
                <a:schemeClr val="hlink"/>
              </a:buClr>
              <a:buSzPct val="55000"/>
            </a:pPr>
            <a:r>
              <a:rPr lang="en-US" altLang="zh-CN" sz="2400">
                <a:latin typeface="Tahoma" panose="020B0604030504040204" pitchFamily="34" charset="0"/>
              </a:rPr>
              <a:t>	</a:t>
            </a:r>
          </a:p>
          <a:p>
            <a:pPr lvl="1">
              <a:spcBef>
                <a:spcPct val="20000"/>
              </a:spcBef>
              <a:buClr>
                <a:schemeClr val="hlink"/>
              </a:buClr>
              <a:buSzPct val="55000"/>
              <a:buFont typeface="Wingdings" panose="05000000000000000000" pitchFamily="2" charset="2"/>
              <a:buChar char="n"/>
            </a:pPr>
            <a:r>
              <a:rPr lang="zh-CN" altLang="en-US" sz="2400">
                <a:latin typeface="Tahoma" panose="020B0604030504040204" pitchFamily="34" charset="0"/>
              </a:rPr>
              <a:t>当一个中断请求被响应时，</a:t>
            </a:r>
            <a:r>
              <a:rPr lang="en-US" altLang="zh-CN" sz="2400">
                <a:solidFill>
                  <a:srgbClr val="FF0000"/>
                </a:solidFill>
                <a:latin typeface="Tahoma" panose="020B0604030504040204" pitchFamily="34" charset="0"/>
              </a:rPr>
              <a:t>ISR</a:t>
            </a:r>
            <a:r>
              <a:rPr lang="zh-CN" altLang="en-US" sz="2400">
                <a:solidFill>
                  <a:srgbClr val="FF0000"/>
                </a:solidFill>
                <a:latin typeface="Tahoma" panose="020B0604030504040204" pitchFamily="34" charset="0"/>
              </a:rPr>
              <a:t>中的对应位</a:t>
            </a:r>
            <a:r>
              <a:rPr lang="en-US" altLang="zh-CN" sz="2400">
                <a:solidFill>
                  <a:srgbClr val="FF0000"/>
                </a:solidFill>
                <a:latin typeface="Tahoma" panose="020B0604030504040204" pitchFamily="34" charset="0"/>
              </a:rPr>
              <a:t>IS</a:t>
            </a:r>
            <a:r>
              <a:rPr lang="en-US" altLang="zh-CN" sz="2400" baseline="-25000">
                <a:solidFill>
                  <a:srgbClr val="FF0000"/>
                </a:solidFill>
                <a:latin typeface="Tahoma" panose="020B0604030504040204" pitchFamily="34" charset="0"/>
              </a:rPr>
              <a:t>n</a:t>
            </a:r>
            <a:r>
              <a:rPr lang="zh-CN" altLang="en-US" sz="2400">
                <a:solidFill>
                  <a:srgbClr val="FF0000"/>
                </a:solidFill>
                <a:latin typeface="Tahoma" panose="020B0604030504040204" pitchFamily="34" charset="0"/>
              </a:rPr>
              <a:t>被置“</a:t>
            </a:r>
            <a:r>
              <a:rPr lang="en-US" altLang="zh-CN" sz="2400">
                <a:solidFill>
                  <a:srgbClr val="FF0000"/>
                </a:solidFill>
                <a:latin typeface="Tahoma" panose="020B0604030504040204" pitchFamily="34" charset="0"/>
              </a:rPr>
              <a:t>1”</a:t>
            </a:r>
            <a:r>
              <a:rPr lang="zh-CN" altLang="en-US" sz="2400">
                <a:solidFill>
                  <a:srgbClr val="FF0000"/>
                </a:solidFill>
                <a:latin typeface="Tahoma" panose="020B0604030504040204" pitchFamily="34" charset="0"/>
              </a:rPr>
              <a:t>，</a:t>
            </a:r>
            <a:r>
              <a:rPr lang="en-US" altLang="zh-CN" sz="2400">
                <a:solidFill>
                  <a:srgbClr val="FF0000"/>
                </a:solidFill>
                <a:latin typeface="Tahoma" panose="020B0604030504040204" pitchFamily="34" charset="0"/>
              </a:rPr>
              <a:t>8259A</a:t>
            </a:r>
            <a:r>
              <a:rPr lang="zh-CN" altLang="en-US" sz="2400">
                <a:solidFill>
                  <a:srgbClr val="FF0000"/>
                </a:solidFill>
                <a:latin typeface="Tahoma" panose="020B0604030504040204" pitchFamily="34" charset="0"/>
              </a:rPr>
              <a:t>把中断类型码放到数据总线上，</a:t>
            </a:r>
            <a:r>
              <a:rPr lang="zh-CN" altLang="en-US" sz="2400">
                <a:latin typeface="Tahoma" panose="020B0604030504040204" pitchFamily="34" charset="0"/>
              </a:rPr>
              <a:t>然后，进入中断服务程序。</a:t>
            </a:r>
          </a:p>
          <a:p>
            <a:pPr lvl="1">
              <a:spcBef>
                <a:spcPct val="20000"/>
              </a:spcBef>
              <a:buClr>
                <a:schemeClr val="hlink"/>
              </a:buClr>
              <a:buSzPct val="55000"/>
              <a:buFont typeface="Wingdings" panose="05000000000000000000" pitchFamily="2" charset="2"/>
              <a:buChar char="n"/>
            </a:pPr>
            <a:r>
              <a:rPr lang="zh-CN" altLang="en-US" sz="2400">
                <a:latin typeface="Tahoma" panose="020B0604030504040204" pitchFamily="34" charset="0"/>
              </a:rPr>
              <a:t>一般情况下</a:t>
            </a:r>
            <a:r>
              <a:rPr lang="en-US" altLang="zh-CN" sz="2400">
                <a:latin typeface="Tahoma" panose="020B0604030504040204" pitchFamily="34" charset="0"/>
              </a:rPr>
              <a:t>(</a:t>
            </a:r>
            <a:r>
              <a:rPr lang="zh-CN" altLang="en-US" sz="2400">
                <a:latin typeface="Tahoma" panose="020B0604030504040204" pitchFamily="34" charset="0"/>
              </a:rPr>
              <a:t>除了</a:t>
            </a:r>
            <a:r>
              <a:rPr lang="zh-CN" altLang="en-US" sz="2400">
                <a:solidFill>
                  <a:srgbClr val="FF0000"/>
                </a:solidFill>
                <a:latin typeface="Tahoma" panose="020B0604030504040204" pitchFamily="34" charset="0"/>
              </a:rPr>
              <a:t>“中断自动结束”方式</a:t>
            </a:r>
            <a:r>
              <a:rPr lang="zh-CN" altLang="en-US" sz="2400">
                <a:latin typeface="Tahoma" panose="020B0604030504040204" pitchFamily="34" charset="0"/>
              </a:rPr>
              <a:t>外</a:t>
            </a:r>
            <a:r>
              <a:rPr lang="en-US" altLang="zh-CN" sz="2400">
                <a:latin typeface="Tahoma" panose="020B0604030504040204" pitchFamily="34" charset="0"/>
              </a:rPr>
              <a:t>)</a:t>
            </a:r>
            <a:r>
              <a:rPr lang="zh-CN" altLang="en-US" sz="2400">
                <a:latin typeface="Tahoma" panose="020B0604030504040204" pitchFamily="34" charset="0"/>
              </a:rPr>
              <a:t>，在</a:t>
            </a:r>
            <a:r>
              <a:rPr lang="en-US" altLang="zh-CN" sz="2400">
                <a:latin typeface="Tahoma" panose="020B0604030504040204" pitchFamily="34" charset="0"/>
              </a:rPr>
              <a:t>CPU</a:t>
            </a:r>
            <a:r>
              <a:rPr lang="zh-CN" altLang="en-US" sz="2400">
                <a:latin typeface="Tahoma" panose="020B0604030504040204" pitchFamily="34" charset="0"/>
              </a:rPr>
              <a:t>发出中断结束命令</a:t>
            </a:r>
            <a:r>
              <a:rPr lang="en-US" altLang="zh-CN" sz="2400">
                <a:latin typeface="Tahoma" panose="020B0604030504040204" pitchFamily="34" charset="0"/>
              </a:rPr>
              <a:t>(</a:t>
            </a:r>
            <a:r>
              <a:rPr lang="en-US" altLang="zh-CN" sz="2400">
                <a:solidFill>
                  <a:srgbClr val="FF0000"/>
                </a:solidFill>
                <a:latin typeface="Tahoma" panose="020B0604030504040204" pitchFamily="34" charset="0"/>
              </a:rPr>
              <a:t>EOI</a:t>
            </a:r>
            <a:r>
              <a:rPr lang="en-US" altLang="zh-CN" sz="2400">
                <a:latin typeface="Tahoma" panose="020B0604030504040204" pitchFamily="34" charset="0"/>
              </a:rPr>
              <a:t>)</a:t>
            </a:r>
            <a:r>
              <a:rPr lang="zh-CN" altLang="en-US" sz="2400">
                <a:latin typeface="Tahoma" panose="020B0604030504040204" pitchFamily="34" charset="0"/>
              </a:rPr>
              <a:t>前，此对应位一直保持为“</a:t>
            </a:r>
            <a:r>
              <a:rPr lang="en-US" altLang="zh-CN" sz="2400">
                <a:latin typeface="Tahoma" panose="020B0604030504040204" pitchFamily="34" charset="0"/>
              </a:rPr>
              <a:t>1”</a:t>
            </a:r>
            <a:r>
              <a:rPr lang="zh-CN" altLang="en-US" sz="2400">
                <a:latin typeface="Tahoma" panose="020B0604030504040204" pitchFamily="34" charset="0"/>
              </a:rPr>
              <a:t>－封锁同级或低级的中断响应，但并不禁止比本级优先级高的中断响应</a:t>
            </a:r>
            <a:r>
              <a:rPr lang="zh-CN" altLang="en-US" sz="2400">
                <a:solidFill>
                  <a:srgbClr val="FF0000"/>
                </a:solidFill>
                <a:latin typeface="Tahoma" panose="020B0604030504040204" pitchFamily="34" charset="0"/>
              </a:rPr>
              <a:t>－实现中断“嵌套”。</a:t>
            </a:r>
            <a:endParaRPr lang="zh-CN" altLang="en-US" sz="2400">
              <a:solidFill>
                <a:srgbClr val="FF0000"/>
              </a:solidFill>
              <a:latin typeface="Times New Roman" panose="02020603050405020304" pitchFamily="18" charset="0"/>
            </a:endParaRPr>
          </a:p>
        </p:txBody>
      </p:sp>
      <p:sp>
        <p:nvSpPr>
          <p:cNvPr id="23555" name="灯片编号占位符 1">
            <a:extLst>
              <a:ext uri="{FF2B5EF4-FFF2-40B4-BE49-F238E27FC236}">
                <a16:creationId xmlns:a16="http://schemas.microsoft.com/office/drawing/2014/main" id="{35012C50-C115-4EB9-B8DB-9C5E67EC12F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53FCEFE5-1C7E-40C2-8441-1848C9A1A7C7}" type="slidenum">
              <a:rPr lang="zh-CN" altLang="en-US" smtClean="0"/>
              <a:pPr eaLnBrk="0" hangingPunct="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框 24577">
            <a:extLst>
              <a:ext uri="{FF2B5EF4-FFF2-40B4-BE49-F238E27FC236}">
                <a16:creationId xmlns:a16="http://schemas.microsoft.com/office/drawing/2014/main" id="{0F2733C3-38E8-4A18-B7AF-F04A14AA83EE}"/>
              </a:ext>
            </a:extLst>
          </p:cNvPr>
          <p:cNvSpPr txBox="1">
            <a:spLocks noChangeArrowheads="1"/>
          </p:cNvSpPr>
          <p:nvPr/>
        </p:nvSpPr>
        <p:spPr bwMode="auto">
          <a:xfrm>
            <a:off x="381000" y="917575"/>
            <a:ext cx="85344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Font typeface="Arial" panose="020B0604020202020204" pitchFamily="34" charset="0"/>
              <a:buChar char="•"/>
            </a:pPr>
            <a:r>
              <a:rPr lang="en-US" altLang="zh-CN" sz="2400" b="1">
                <a:solidFill>
                  <a:srgbClr val="FF0000"/>
                </a:solidFill>
                <a:latin typeface="Tahoma" panose="020B0604030504040204" pitchFamily="34" charset="0"/>
              </a:rPr>
              <a:t>B</a:t>
            </a:r>
            <a:r>
              <a:rPr lang="zh-CN" altLang="en-US" sz="2400" b="1">
                <a:solidFill>
                  <a:srgbClr val="FF0000"/>
                </a:solidFill>
                <a:latin typeface="Tahoma" panose="020B0604030504040204" pitchFamily="34" charset="0"/>
              </a:rPr>
              <a:t>、特殊全嵌套方式</a:t>
            </a:r>
            <a:r>
              <a:rPr lang="en-US" altLang="zh-CN" sz="2400" b="1">
                <a:solidFill>
                  <a:srgbClr val="FF0000"/>
                </a:solidFill>
                <a:latin typeface="Tahoma" panose="020B0604030504040204" pitchFamily="34" charset="0"/>
              </a:rPr>
              <a:t>(SPECIAL FULLY NESTED MODE</a:t>
            </a:r>
            <a:r>
              <a:rPr lang="zh-CN" altLang="en-US" sz="2400" b="1">
                <a:solidFill>
                  <a:srgbClr val="FF0000"/>
                </a:solidFill>
                <a:latin typeface="Tahoma" panose="020B0604030504040204" pitchFamily="34" charset="0"/>
              </a:rPr>
              <a:t>－</a:t>
            </a:r>
            <a:r>
              <a:rPr lang="en-US" altLang="zh-CN" sz="2400" b="1">
                <a:solidFill>
                  <a:srgbClr val="FF0000"/>
                </a:solidFill>
                <a:latin typeface="Tahoma" panose="020B0604030504040204" pitchFamily="34" charset="0"/>
              </a:rPr>
              <a:t>SFNM)</a:t>
            </a:r>
          </a:p>
          <a:p>
            <a:pPr lvl="1">
              <a:spcBef>
                <a:spcPct val="20000"/>
              </a:spcBef>
              <a:buClr>
                <a:schemeClr val="hlink"/>
              </a:buClr>
              <a:buSzPct val="55000"/>
              <a:buFont typeface="Wingdings" panose="05000000000000000000" pitchFamily="2" charset="2"/>
              <a:buChar char="n"/>
            </a:pPr>
            <a:r>
              <a:rPr lang="zh-CN" altLang="en-US" sz="2400">
                <a:latin typeface="Tahoma" panose="020B0604030504040204" pitchFamily="34" charset="0"/>
              </a:rPr>
              <a:t>在处理某一级中断时，不但允许优先级更高的中断请求进入，</a:t>
            </a:r>
            <a:r>
              <a:rPr lang="zh-CN" altLang="en-US" sz="2400" b="1">
                <a:solidFill>
                  <a:schemeClr val="hlink"/>
                </a:solidFill>
                <a:latin typeface="Tahoma" panose="020B0604030504040204" pitchFamily="34" charset="0"/>
              </a:rPr>
              <a:t>也允许同级的中断请求进入</a:t>
            </a:r>
            <a:r>
              <a:rPr lang="zh-CN" altLang="en-US" sz="2400">
                <a:latin typeface="Tahoma" panose="020B0604030504040204" pitchFamily="34" charset="0"/>
              </a:rPr>
              <a:t>。</a:t>
            </a:r>
          </a:p>
          <a:p>
            <a:pPr lvl="1">
              <a:spcBef>
                <a:spcPct val="20000"/>
              </a:spcBef>
              <a:buClr>
                <a:schemeClr val="hlink"/>
              </a:buClr>
              <a:buSzPct val="55000"/>
              <a:buFont typeface="Wingdings" panose="05000000000000000000" pitchFamily="2" charset="2"/>
              <a:buChar char="n"/>
            </a:pPr>
            <a:r>
              <a:rPr lang="zh-CN" altLang="en-US" sz="2400">
                <a:latin typeface="Tahoma" panose="020B0604030504040204" pitchFamily="34" charset="0"/>
              </a:rPr>
              <a:t>用于主从结构的</a:t>
            </a:r>
            <a:r>
              <a:rPr lang="en-US" altLang="zh-CN" sz="2400">
                <a:latin typeface="Tahoma" panose="020B0604030504040204" pitchFamily="34" charset="0"/>
              </a:rPr>
              <a:t>8259</a:t>
            </a:r>
            <a:r>
              <a:rPr lang="zh-CN" altLang="en-US" sz="2400">
                <a:latin typeface="Tahoma" panose="020B0604030504040204" pitchFamily="34" charset="0"/>
              </a:rPr>
              <a:t>系统中，将主片设置为</a:t>
            </a:r>
            <a:r>
              <a:rPr lang="zh-CN" altLang="en-US" sz="2400">
                <a:solidFill>
                  <a:srgbClr val="FF0000"/>
                </a:solidFill>
              </a:rPr>
              <a:t>“</a:t>
            </a:r>
            <a:r>
              <a:rPr lang="zh-CN" altLang="en-US" sz="2400">
                <a:solidFill>
                  <a:srgbClr val="FF0000"/>
                </a:solidFill>
                <a:latin typeface="Tahoma" panose="020B0604030504040204" pitchFamily="34" charset="0"/>
              </a:rPr>
              <a:t>特殊全嵌套方式</a:t>
            </a:r>
            <a:r>
              <a:rPr lang="zh-CN" altLang="en-US" sz="2400">
                <a:solidFill>
                  <a:srgbClr val="FF0000"/>
                </a:solidFill>
              </a:rPr>
              <a:t>”</a:t>
            </a:r>
            <a:r>
              <a:rPr lang="zh-CN" altLang="en-US" sz="2400">
                <a:solidFill>
                  <a:srgbClr val="FF0000"/>
                </a:solidFill>
                <a:latin typeface="Tahoma" panose="020B0604030504040204" pitchFamily="34" charset="0"/>
              </a:rPr>
              <a:t>，</a:t>
            </a:r>
            <a:r>
              <a:rPr lang="zh-CN" altLang="en-US" sz="2400" b="1">
                <a:solidFill>
                  <a:srgbClr val="FF0000"/>
                </a:solidFill>
                <a:latin typeface="Tahoma" panose="020B0604030504040204" pitchFamily="34" charset="0"/>
              </a:rPr>
              <a:t>当从片上有优先级更高的中断产生时，对主片来讲是同级中断。</a:t>
            </a:r>
          </a:p>
          <a:p>
            <a:pPr lvl="1">
              <a:spcBef>
                <a:spcPct val="20000"/>
              </a:spcBef>
              <a:buClr>
                <a:schemeClr val="hlink"/>
              </a:buClr>
              <a:buSzPct val="55000"/>
              <a:buFont typeface="Wingdings" panose="05000000000000000000" pitchFamily="2" charset="2"/>
              <a:buChar char="n"/>
            </a:pPr>
            <a:r>
              <a:rPr lang="zh-CN" altLang="en-US" sz="2400">
                <a:latin typeface="Tahoma" panose="020B0604030504040204" pitchFamily="34" charset="0"/>
              </a:rPr>
              <a:t>通过</a:t>
            </a:r>
            <a:r>
              <a:rPr lang="en-US" altLang="zh-CN" sz="2400">
                <a:latin typeface="Tahoma" panose="020B0604030504040204" pitchFamily="34" charset="0"/>
              </a:rPr>
              <a:t>ICW</a:t>
            </a:r>
            <a:r>
              <a:rPr lang="en-US" altLang="zh-CN" sz="2400" baseline="-25000">
                <a:latin typeface="Tahoma" panose="020B0604030504040204" pitchFamily="34" charset="0"/>
              </a:rPr>
              <a:t>4</a:t>
            </a:r>
            <a:r>
              <a:rPr lang="zh-CN" altLang="en-US" sz="2400">
                <a:latin typeface="Tahoma" panose="020B0604030504040204" pitchFamily="34" charset="0"/>
              </a:rPr>
              <a:t>的“</a:t>
            </a:r>
            <a:r>
              <a:rPr lang="en-US" altLang="zh-CN" sz="2400">
                <a:solidFill>
                  <a:srgbClr val="FF0000"/>
                </a:solidFill>
                <a:latin typeface="Tahoma" panose="020B0604030504040204" pitchFamily="34" charset="0"/>
              </a:rPr>
              <a:t>SFNM</a:t>
            </a:r>
            <a:r>
              <a:rPr lang="en-US" altLang="zh-CN" sz="2400">
                <a:latin typeface="Tahoma" panose="020B0604030504040204" pitchFamily="34" charset="0"/>
              </a:rPr>
              <a:t>”</a:t>
            </a:r>
            <a:r>
              <a:rPr lang="zh-CN" altLang="en-US" sz="2400">
                <a:latin typeface="Tahoma" panose="020B0604030504040204" pitchFamily="34" charset="0"/>
              </a:rPr>
              <a:t>位可以设置此种方式。</a:t>
            </a:r>
          </a:p>
        </p:txBody>
      </p:sp>
      <p:grpSp>
        <p:nvGrpSpPr>
          <p:cNvPr id="24578" name="组合 24578">
            <a:extLst>
              <a:ext uri="{FF2B5EF4-FFF2-40B4-BE49-F238E27FC236}">
                <a16:creationId xmlns:a16="http://schemas.microsoft.com/office/drawing/2014/main" id="{CC805CA0-9A37-4CB7-8C22-6626BB89F7C9}"/>
              </a:ext>
            </a:extLst>
          </p:cNvPr>
          <p:cNvGrpSpPr>
            <a:grpSpLocks/>
          </p:cNvGrpSpPr>
          <p:nvPr/>
        </p:nvGrpSpPr>
        <p:grpSpPr bwMode="auto">
          <a:xfrm>
            <a:off x="1447800" y="4146550"/>
            <a:ext cx="6192838" cy="2162175"/>
            <a:chOff x="0" y="0"/>
            <a:chExt cx="3901" cy="1362"/>
          </a:xfrm>
        </p:grpSpPr>
        <p:sp>
          <p:nvSpPr>
            <p:cNvPr id="24579" name="矩形 24579">
              <a:extLst>
                <a:ext uri="{FF2B5EF4-FFF2-40B4-BE49-F238E27FC236}">
                  <a16:creationId xmlns:a16="http://schemas.microsoft.com/office/drawing/2014/main" id="{6D099890-57F6-4E63-B007-A173B53FB724}"/>
                </a:ext>
              </a:extLst>
            </p:cNvPr>
            <p:cNvSpPr>
              <a:spLocks noChangeArrowheads="1"/>
            </p:cNvSpPr>
            <p:nvPr/>
          </p:nvSpPr>
          <p:spPr bwMode="auto">
            <a:xfrm>
              <a:off x="0" y="272"/>
              <a:ext cx="680" cy="1089"/>
            </a:xfrm>
            <a:prstGeom prst="rect">
              <a:avLst/>
            </a:prstGeom>
            <a:solidFill>
              <a:schemeClr val="bg1"/>
            </a:solidFill>
            <a:ln w="9525">
              <a:solidFill>
                <a:schemeClr val="tx1"/>
              </a:solidFill>
              <a:miter lim="800000"/>
              <a:headEnd/>
              <a:tailEnd/>
            </a:ln>
          </p:spPr>
          <p:txBody>
            <a:bodyPr wrap="none" anchor="ctr"/>
            <a:lstStyle/>
            <a:p>
              <a:pPr algn="ctr"/>
              <a:r>
                <a:rPr lang="en-US" altLang="zh-CN">
                  <a:latin typeface="Tahoma" panose="020B0604030504040204" pitchFamily="34" charset="0"/>
                </a:rPr>
                <a:t>CPU</a:t>
              </a:r>
            </a:p>
          </p:txBody>
        </p:sp>
        <p:grpSp>
          <p:nvGrpSpPr>
            <p:cNvPr id="24580" name="组合 24580">
              <a:extLst>
                <a:ext uri="{FF2B5EF4-FFF2-40B4-BE49-F238E27FC236}">
                  <a16:creationId xmlns:a16="http://schemas.microsoft.com/office/drawing/2014/main" id="{C830E4DB-B3C4-4D1E-9297-CCD11A2CEA97}"/>
                </a:ext>
              </a:extLst>
            </p:cNvPr>
            <p:cNvGrpSpPr>
              <a:grpSpLocks/>
            </p:cNvGrpSpPr>
            <p:nvPr/>
          </p:nvGrpSpPr>
          <p:grpSpPr bwMode="auto">
            <a:xfrm>
              <a:off x="1180" y="268"/>
              <a:ext cx="1496" cy="1094"/>
              <a:chOff x="0" y="0"/>
              <a:chExt cx="1496" cy="1094"/>
            </a:xfrm>
          </p:grpSpPr>
          <p:grpSp>
            <p:nvGrpSpPr>
              <p:cNvPr id="24581" name="组合 24581">
                <a:extLst>
                  <a:ext uri="{FF2B5EF4-FFF2-40B4-BE49-F238E27FC236}">
                    <a16:creationId xmlns:a16="http://schemas.microsoft.com/office/drawing/2014/main" id="{8754D2AE-106E-4A2B-B426-CFDEFD6ED191}"/>
                  </a:ext>
                </a:extLst>
              </p:cNvPr>
              <p:cNvGrpSpPr>
                <a:grpSpLocks/>
              </p:cNvGrpSpPr>
              <p:nvPr/>
            </p:nvGrpSpPr>
            <p:grpSpPr bwMode="auto">
              <a:xfrm>
                <a:off x="0" y="0"/>
                <a:ext cx="907" cy="1094"/>
                <a:chOff x="0" y="0"/>
                <a:chExt cx="907" cy="1094"/>
              </a:xfrm>
            </p:grpSpPr>
            <p:sp>
              <p:nvSpPr>
                <p:cNvPr id="24582" name="矩形 24582">
                  <a:extLst>
                    <a:ext uri="{FF2B5EF4-FFF2-40B4-BE49-F238E27FC236}">
                      <a16:creationId xmlns:a16="http://schemas.microsoft.com/office/drawing/2014/main" id="{96BD0AA7-667C-4731-AA37-E645A59E8E46}"/>
                    </a:ext>
                  </a:extLst>
                </p:cNvPr>
                <p:cNvSpPr>
                  <a:spLocks noChangeArrowheads="1"/>
                </p:cNvSpPr>
                <p:nvPr/>
              </p:nvSpPr>
              <p:spPr bwMode="auto">
                <a:xfrm>
                  <a:off x="0" y="5"/>
                  <a:ext cx="816" cy="1089"/>
                </a:xfrm>
                <a:prstGeom prst="rect">
                  <a:avLst/>
                </a:prstGeom>
                <a:solidFill>
                  <a:schemeClr val="bg1"/>
                </a:solidFill>
                <a:ln w="9525">
                  <a:solidFill>
                    <a:schemeClr val="tx1"/>
                  </a:solidFill>
                  <a:miter lim="800000"/>
                  <a:headEnd/>
                  <a:tailEnd/>
                </a:ln>
              </p:spPr>
              <p:txBody>
                <a:bodyPr wrap="none" anchor="ctr"/>
                <a:lstStyle/>
                <a:p>
                  <a:pPr algn="ctr"/>
                  <a:endParaRPr lang="zh-CN" altLang="en-US">
                    <a:latin typeface="Tahoma" panose="020B0604030504040204" pitchFamily="34" charset="0"/>
                  </a:endParaRPr>
                </a:p>
              </p:txBody>
            </p:sp>
            <p:sp>
              <p:nvSpPr>
                <p:cNvPr id="24583" name="文本框 24583">
                  <a:extLst>
                    <a:ext uri="{FF2B5EF4-FFF2-40B4-BE49-F238E27FC236}">
                      <a16:creationId xmlns:a16="http://schemas.microsoft.com/office/drawing/2014/main" id="{CA36463E-CA5C-4513-B23C-9F4897CA7CAB}"/>
                    </a:ext>
                  </a:extLst>
                </p:cNvPr>
                <p:cNvSpPr txBox="1">
                  <a:spLocks noChangeArrowheads="1"/>
                </p:cNvSpPr>
                <p:nvPr/>
              </p:nvSpPr>
              <p:spPr bwMode="auto">
                <a:xfrm>
                  <a:off x="544" y="0"/>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IR</a:t>
                  </a:r>
                  <a:r>
                    <a:rPr lang="en-US" altLang="zh-CN" baseline="-25000">
                      <a:latin typeface="Tahoma" panose="020B0604030504040204" pitchFamily="34" charset="0"/>
                    </a:rPr>
                    <a:t>0</a:t>
                  </a:r>
                  <a:endParaRPr lang="en-US" altLang="zh-CN">
                    <a:latin typeface="Tahoma" panose="020B0604030504040204" pitchFamily="34" charset="0"/>
                  </a:endParaRPr>
                </a:p>
              </p:txBody>
            </p:sp>
            <p:sp>
              <p:nvSpPr>
                <p:cNvPr id="24584" name="文本框 24584">
                  <a:extLst>
                    <a:ext uri="{FF2B5EF4-FFF2-40B4-BE49-F238E27FC236}">
                      <a16:creationId xmlns:a16="http://schemas.microsoft.com/office/drawing/2014/main" id="{A1622F6F-271D-494A-85D5-5564A19678DD}"/>
                    </a:ext>
                  </a:extLst>
                </p:cNvPr>
                <p:cNvSpPr txBox="1">
                  <a:spLocks noChangeArrowheads="1"/>
                </p:cNvSpPr>
                <p:nvPr/>
              </p:nvSpPr>
              <p:spPr bwMode="auto">
                <a:xfrm>
                  <a:off x="544" y="182"/>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IR</a:t>
                  </a:r>
                  <a:r>
                    <a:rPr lang="en-US" altLang="zh-CN" baseline="-25000">
                      <a:latin typeface="Tahoma" panose="020B0604030504040204" pitchFamily="34" charset="0"/>
                    </a:rPr>
                    <a:t>1</a:t>
                  </a:r>
                  <a:endParaRPr lang="en-US" altLang="zh-CN">
                    <a:latin typeface="Tahoma" panose="020B0604030504040204" pitchFamily="34" charset="0"/>
                  </a:endParaRPr>
                </a:p>
              </p:txBody>
            </p:sp>
            <p:sp>
              <p:nvSpPr>
                <p:cNvPr id="24585" name="文本框 24585">
                  <a:extLst>
                    <a:ext uri="{FF2B5EF4-FFF2-40B4-BE49-F238E27FC236}">
                      <a16:creationId xmlns:a16="http://schemas.microsoft.com/office/drawing/2014/main" id="{1C5D6460-B6E5-4A16-ABF3-451B9B550238}"/>
                    </a:ext>
                  </a:extLst>
                </p:cNvPr>
                <p:cNvSpPr txBox="1">
                  <a:spLocks noChangeArrowheads="1"/>
                </p:cNvSpPr>
                <p:nvPr/>
              </p:nvSpPr>
              <p:spPr bwMode="auto">
                <a:xfrm>
                  <a:off x="544" y="817"/>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IR</a:t>
                  </a:r>
                  <a:r>
                    <a:rPr lang="en-US" altLang="zh-CN" baseline="-25000">
                      <a:latin typeface="Tahoma" panose="020B0604030504040204" pitchFamily="34" charset="0"/>
                    </a:rPr>
                    <a:t>7</a:t>
                  </a:r>
                  <a:endParaRPr lang="en-US" altLang="zh-CN">
                    <a:latin typeface="Tahoma" panose="020B0604030504040204" pitchFamily="34" charset="0"/>
                  </a:endParaRPr>
                </a:p>
              </p:txBody>
            </p:sp>
          </p:grpSp>
          <p:sp>
            <p:nvSpPr>
              <p:cNvPr id="24586" name="直接连接符 24586">
                <a:extLst>
                  <a:ext uri="{FF2B5EF4-FFF2-40B4-BE49-F238E27FC236}">
                    <a16:creationId xmlns:a16="http://schemas.microsoft.com/office/drawing/2014/main" id="{DAA5948A-264B-4D37-A053-D37EB9378059}"/>
                  </a:ext>
                </a:extLst>
              </p:cNvPr>
              <p:cNvSpPr>
                <a:spLocks noChangeShapeType="1"/>
              </p:cNvSpPr>
              <p:nvPr/>
            </p:nvSpPr>
            <p:spPr bwMode="auto">
              <a:xfrm flipH="1">
                <a:off x="816" y="95"/>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7" name="直接连接符 24587">
                <a:extLst>
                  <a:ext uri="{FF2B5EF4-FFF2-40B4-BE49-F238E27FC236}">
                    <a16:creationId xmlns:a16="http://schemas.microsoft.com/office/drawing/2014/main" id="{DC814C37-850F-4A0B-BA0C-323AB0503CE5}"/>
                  </a:ext>
                </a:extLst>
              </p:cNvPr>
              <p:cNvSpPr>
                <a:spLocks noChangeShapeType="1"/>
              </p:cNvSpPr>
              <p:nvPr/>
            </p:nvSpPr>
            <p:spPr bwMode="auto">
              <a:xfrm flipH="1">
                <a:off x="816" y="277"/>
                <a:ext cx="6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8" name="直接连接符 24588">
                <a:extLst>
                  <a:ext uri="{FF2B5EF4-FFF2-40B4-BE49-F238E27FC236}">
                    <a16:creationId xmlns:a16="http://schemas.microsoft.com/office/drawing/2014/main" id="{D3520AEC-7DD5-4157-98D1-38BCBAE16C49}"/>
                  </a:ext>
                </a:extLst>
              </p:cNvPr>
              <p:cNvSpPr>
                <a:spLocks noChangeShapeType="1"/>
              </p:cNvSpPr>
              <p:nvPr/>
            </p:nvSpPr>
            <p:spPr bwMode="auto">
              <a:xfrm flipH="1">
                <a:off x="816" y="957"/>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9" name="文本框 24589">
                <a:extLst>
                  <a:ext uri="{FF2B5EF4-FFF2-40B4-BE49-F238E27FC236}">
                    <a16:creationId xmlns:a16="http://schemas.microsoft.com/office/drawing/2014/main" id="{E84B180D-E75F-48A6-88EE-E9632B691520}"/>
                  </a:ext>
                </a:extLst>
              </p:cNvPr>
              <p:cNvSpPr txBox="1">
                <a:spLocks noChangeArrowheads="1"/>
              </p:cNvSpPr>
              <p:nvPr/>
            </p:nvSpPr>
            <p:spPr bwMode="auto">
              <a:xfrm>
                <a:off x="907" y="504"/>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a:t>
                </a:r>
                <a:endParaRPr lang="en-US" altLang="zh-CN">
                  <a:latin typeface="Tahoma" panose="020B0604030504040204" pitchFamily="34" charset="0"/>
                </a:endParaRPr>
              </a:p>
            </p:txBody>
          </p:sp>
        </p:grpSp>
        <p:grpSp>
          <p:nvGrpSpPr>
            <p:cNvPr id="24590" name="组合 24590">
              <a:extLst>
                <a:ext uri="{FF2B5EF4-FFF2-40B4-BE49-F238E27FC236}">
                  <a16:creationId xmlns:a16="http://schemas.microsoft.com/office/drawing/2014/main" id="{30E800B3-74D8-4774-92BF-550B9B6EA55D}"/>
                </a:ext>
              </a:extLst>
            </p:cNvPr>
            <p:cNvGrpSpPr>
              <a:grpSpLocks/>
            </p:cNvGrpSpPr>
            <p:nvPr/>
          </p:nvGrpSpPr>
          <p:grpSpPr bwMode="auto">
            <a:xfrm>
              <a:off x="2677" y="267"/>
              <a:ext cx="1224" cy="1094"/>
              <a:chOff x="0" y="0"/>
              <a:chExt cx="1224" cy="1094"/>
            </a:xfrm>
          </p:grpSpPr>
          <p:grpSp>
            <p:nvGrpSpPr>
              <p:cNvPr id="24591" name="组合 24591">
                <a:extLst>
                  <a:ext uri="{FF2B5EF4-FFF2-40B4-BE49-F238E27FC236}">
                    <a16:creationId xmlns:a16="http://schemas.microsoft.com/office/drawing/2014/main" id="{3509DABC-2FAF-4460-A189-A87695033E6E}"/>
                  </a:ext>
                </a:extLst>
              </p:cNvPr>
              <p:cNvGrpSpPr>
                <a:grpSpLocks/>
              </p:cNvGrpSpPr>
              <p:nvPr/>
            </p:nvGrpSpPr>
            <p:grpSpPr bwMode="auto">
              <a:xfrm>
                <a:off x="0" y="0"/>
                <a:ext cx="907" cy="1094"/>
                <a:chOff x="0" y="0"/>
                <a:chExt cx="907" cy="1094"/>
              </a:xfrm>
            </p:grpSpPr>
            <p:sp>
              <p:nvSpPr>
                <p:cNvPr id="24592" name="矩形 24592">
                  <a:extLst>
                    <a:ext uri="{FF2B5EF4-FFF2-40B4-BE49-F238E27FC236}">
                      <a16:creationId xmlns:a16="http://schemas.microsoft.com/office/drawing/2014/main" id="{930172FC-2F25-47EE-B428-1ADEBC1B4753}"/>
                    </a:ext>
                  </a:extLst>
                </p:cNvPr>
                <p:cNvSpPr>
                  <a:spLocks noChangeArrowheads="1"/>
                </p:cNvSpPr>
                <p:nvPr/>
              </p:nvSpPr>
              <p:spPr bwMode="auto">
                <a:xfrm>
                  <a:off x="0" y="5"/>
                  <a:ext cx="816" cy="1089"/>
                </a:xfrm>
                <a:prstGeom prst="rect">
                  <a:avLst/>
                </a:prstGeom>
                <a:solidFill>
                  <a:schemeClr val="bg1"/>
                </a:solidFill>
                <a:ln w="9525">
                  <a:solidFill>
                    <a:schemeClr val="tx1"/>
                  </a:solidFill>
                  <a:miter lim="800000"/>
                  <a:headEnd/>
                  <a:tailEnd/>
                </a:ln>
              </p:spPr>
              <p:txBody>
                <a:bodyPr wrap="none" anchor="ctr"/>
                <a:lstStyle/>
                <a:p>
                  <a:pPr algn="ctr"/>
                  <a:endParaRPr lang="zh-CN" altLang="en-US">
                    <a:latin typeface="Tahoma" panose="020B0604030504040204" pitchFamily="34" charset="0"/>
                  </a:endParaRPr>
                </a:p>
              </p:txBody>
            </p:sp>
            <p:sp>
              <p:nvSpPr>
                <p:cNvPr id="24593" name="文本框 24593">
                  <a:extLst>
                    <a:ext uri="{FF2B5EF4-FFF2-40B4-BE49-F238E27FC236}">
                      <a16:creationId xmlns:a16="http://schemas.microsoft.com/office/drawing/2014/main" id="{790DEE2F-558A-42F1-8F05-50E41CD89ECA}"/>
                    </a:ext>
                  </a:extLst>
                </p:cNvPr>
                <p:cNvSpPr txBox="1">
                  <a:spLocks noChangeArrowheads="1"/>
                </p:cNvSpPr>
                <p:nvPr/>
              </p:nvSpPr>
              <p:spPr bwMode="auto">
                <a:xfrm>
                  <a:off x="544" y="0"/>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IR</a:t>
                  </a:r>
                  <a:r>
                    <a:rPr lang="en-US" altLang="zh-CN" baseline="-25000">
                      <a:latin typeface="Tahoma" panose="020B0604030504040204" pitchFamily="34" charset="0"/>
                    </a:rPr>
                    <a:t>0</a:t>
                  </a:r>
                  <a:endParaRPr lang="en-US" altLang="zh-CN">
                    <a:latin typeface="Tahoma" panose="020B0604030504040204" pitchFamily="34" charset="0"/>
                  </a:endParaRPr>
                </a:p>
              </p:txBody>
            </p:sp>
            <p:sp>
              <p:nvSpPr>
                <p:cNvPr id="24594" name="文本框 24594">
                  <a:extLst>
                    <a:ext uri="{FF2B5EF4-FFF2-40B4-BE49-F238E27FC236}">
                      <a16:creationId xmlns:a16="http://schemas.microsoft.com/office/drawing/2014/main" id="{14679820-7BD8-45C8-9BDE-DC909ED19816}"/>
                    </a:ext>
                  </a:extLst>
                </p:cNvPr>
                <p:cNvSpPr txBox="1">
                  <a:spLocks noChangeArrowheads="1"/>
                </p:cNvSpPr>
                <p:nvPr/>
              </p:nvSpPr>
              <p:spPr bwMode="auto">
                <a:xfrm>
                  <a:off x="544" y="182"/>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IR</a:t>
                  </a:r>
                  <a:r>
                    <a:rPr lang="en-US" altLang="zh-CN" baseline="-25000">
                      <a:latin typeface="Tahoma" panose="020B0604030504040204" pitchFamily="34" charset="0"/>
                    </a:rPr>
                    <a:t>1</a:t>
                  </a:r>
                  <a:endParaRPr lang="en-US" altLang="zh-CN">
                    <a:latin typeface="Tahoma" panose="020B0604030504040204" pitchFamily="34" charset="0"/>
                  </a:endParaRPr>
                </a:p>
              </p:txBody>
            </p:sp>
            <p:sp>
              <p:nvSpPr>
                <p:cNvPr id="24595" name="文本框 24595">
                  <a:extLst>
                    <a:ext uri="{FF2B5EF4-FFF2-40B4-BE49-F238E27FC236}">
                      <a16:creationId xmlns:a16="http://schemas.microsoft.com/office/drawing/2014/main" id="{8D1759F5-D448-4095-B117-80938B05AEAA}"/>
                    </a:ext>
                  </a:extLst>
                </p:cNvPr>
                <p:cNvSpPr txBox="1">
                  <a:spLocks noChangeArrowheads="1"/>
                </p:cNvSpPr>
                <p:nvPr/>
              </p:nvSpPr>
              <p:spPr bwMode="auto">
                <a:xfrm>
                  <a:off x="544" y="817"/>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IR</a:t>
                  </a:r>
                  <a:r>
                    <a:rPr lang="en-US" altLang="zh-CN" baseline="-25000">
                      <a:latin typeface="Tahoma" panose="020B0604030504040204" pitchFamily="34" charset="0"/>
                    </a:rPr>
                    <a:t>7</a:t>
                  </a:r>
                  <a:endParaRPr lang="en-US" altLang="zh-CN">
                    <a:latin typeface="Tahoma" panose="020B0604030504040204" pitchFamily="34" charset="0"/>
                  </a:endParaRPr>
                </a:p>
              </p:txBody>
            </p:sp>
          </p:grpSp>
          <p:sp>
            <p:nvSpPr>
              <p:cNvPr id="24596" name="直接连接符 24596">
                <a:extLst>
                  <a:ext uri="{FF2B5EF4-FFF2-40B4-BE49-F238E27FC236}">
                    <a16:creationId xmlns:a16="http://schemas.microsoft.com/office/drawing/2014/main" id="{9C16B437-E67F-4706-AD6D-80DA16FC7B6C}"/>
                  </a:ext>
                </a:extLst>
              </p:cNvPr>
              <p:cNvSpPr>
                <a:spLocks noChangeShapeType="1"/>
              </p:cNvSpPr>
              <p:nvPr/>
            </p:nvSpPr>
            <p:spPr bwMode="auto">
              <a:xfrm flipH="1">
                <a:off x="816" y="96"/>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7" name="直接连接符 24597">
                <a:extLst>
                  <a:ext uri="{FF2B5EF4-FFF2-40B4-BE49-F238E27FC236}">
                    <a16:creationId xmlns:a16="http://schemas.microsoft.com/office/drawing/2014/main" id="{4B11807E-5246-4586-BF05-DE72CA62AC0B}"/>
                  </a:ext>
                </a:extLst>
              </p:cNvPr>
              <p:cNvSpPr>
                <a:spLocks noChangeShapeType="1"/>
              </p:cNvSpPr>
              <p:nvPr/>
            </p:nvSpPr>
            <p:spPr bwMode="auto">
              <a:xfrm flipH="1">
                <a:off x="816" y="323"/>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8" name="直接连接符 24598">
                <a:extLst>
                  <a:ext uri="{FF2B5EF4-FFF2-40B4-BE49-F238E27FC236}">
                    <a16:creationId xmlns:a16="http://schemas.microsoft.com/office/drawing/2014/main" id="{391E7D64-446C-43FE-9EE2-29750FE72AB5}"/>
                  </a:ext>
                </a:extLst>
              </p:cNvPr>
              <p:cNvSpPr>
                <a:spLocks noChangeShapeType="1"/>
              </p:cNvSpPr>
              <p:nvPr/>
            </p:nvSpPr>
            <p:spPr bwMode="auto">
              <a:xfrm flipH="1">
                <a:off x="816" y="95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9" name="文本框 24599">
                <a:extLst>
                  <a:ext uri="{FF2B5EF4-FFF2-40B4-BE49-F238E27FC236}">
                    <a16:creationId xmlns:a16="http://schemas.microsoft.com/office/drawing/2014/main" id="{D0E0471F-634A-4FFF-8B72-D4882C880B06}"/>
                  </a:ext>
                </a:extLst>
              </p:cNvPr>
              <p:cNvSpPr txBox="1">
                <a:spLocks noChangeArrowheads="1"/>
              </p:cNvSpPr>
              <p:nvPr/>
            </p:nvSpPr>
            <p:spPr bwMode="auto">
              <a:xfrm>
                <a:off x="816" y="505"/>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t>…</a:t>
                </a:r>
                <a:endParaRPr lang="en-US" altLang="zh-CN">
                  <a:latin typeface="Tahoma" panose="020B0604030504040204" pitchFamily="34" charset="0"/>
                </a:endParaRPr>
              </a:p>
            </p:txBody>
          </p:sp>
        </p:grpSp>
        <p:sp>
          <p:nvSpPr>
            <p:cNvPr id="24600" name="直接连接符 24600">
              <a:extLst>
                <a:ext uri="{FF2B5EF4-FFF2-40B4-BE49-F238E27FC236}">
                  <a16:creationId xmlns:a16="http://schemas.microsoft.com/office/drawing/2014/main" id="{9085ACD5-B71A-4DC8-BC3A-C637240905F8}"/>
                </a:ext>
              </a:extLst>
            </p:cNvPr>
            <p:cNvSpPr>
              <a:spLocks noChangeShapeType="1"/>
            </p:cNvSpPr>
            <p:nvPr/>
          </p:nvSpPr>
          <p:spPr bwMode="auto">
            <a:xfrm flipH="1">
              <a:off x="681" y="726"/>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1" name="直接连接符 24601">
              <a:extLst>
                <a:ext uri="{FF2B5EF4-FFF2-40B4-BE49-F238E27FC236}">
                  <a16:creationId xmlns:a16="http://schemas.microsoft.com/office/drawing/2014/main" id="{41B17084-E666-4108-8E4F-29B09E8195A6}"/>
                </a:ext>
              </a:extLst>
            </p:cNvPr>
            <p:cNvSpPr>
              <a:spLocks noChangeShapeType="1"/>
            </p:cNvSpPr>
            <p:nvPr/>
          </p:nvSpPr>
          <p:spPr bwMode="auto">
            <a:xfrm>
              <a:off x="681" y="953"/>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2" name="文本框 24602">
              <a:extLst>
                <a:ext uri="{FF2B5EF4-FFF2-40B4-BE49-F238E27FC236}">
                  <a16:creationId xmlns:a16="http://schemas.microsoft.com/office/drawing/2014/main" id="{44F9E63C-23AC-4098-AA25-A383CE3EF674}"/>
                </a:ext>
              </a:extLst>
            </p:cNvPr>
            <p:cNvSpPr txBox="1">
              <a:spLocks noChangeArrowheads="1"/>
            </p:cNvSpPr>
            <p:nvPr/>
          </p:nvSpPr>
          <p:spPr bwMode="auto">
            <a:xfrm>
              <a:off x="1180" y="0"/>
              <a:ext cx="10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8259(</a:t>
              </a:r>
              <a:r>
                <a:rPr lang="zh-CN" altLang="en-US">
                  <a:latin typeface="Tahoma" panose="020B0604030504040204" pitchFamily="34" charset="0"/>
                </a:rPr>
                <a:t>主片</a:t>
              </a:r>
              <a:r>
                <a:rPr lang="en-US" altLang="zh-CN">
                  <a:latin typeface="Tahoma" panose="020B0604030504040204" pitchFamily="34" charset="0"/>
                </a:rPr>
                <a:t>)</a:t>
              </a:r>
            </a:p>
          </p:txBody>
        </p:sp>
        <p:sp>
          <p:nvSpPr>
            <p:cNvPr id="24603" name="文本框 24603">
              <a:extLst>
                <a:ext uri="{FF2B5EF4-FFF2-40B4-BE49-F238E27FC236}">
                  <a16:creationId xmlns:a16="http://schemas.microsoft.com/office/drawing/2014/main" id="{5401D749-F7D4-47E2-A2DF-224DF729A34F}"/>
                </a:ext>
              </a:extLst>
            </p:cNvPr>
            <p:cNvSpPr txBox="1">
              <a:spLocks noChangeArrowheads="1"/>
            </p:cNvSpPr>
            <p:nvPr/>
          </p:nvSpPr>
          <p:spPr bwMode="auto">
            <a:xfrm>
              <a:off x="2676" y="0"/>
              <a:ext cx="9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latin typeface="Tahoma" panose="020B0604030504040204" pitchFamily="34" charset="0"/>
                </a:rPr>
                <a:t>8259(</a:t>
              </a:r>
              <a:r>
                <a:rPr lang="zh-CN" altLang="en-US">
                  <a:latin typeface="Tahoma" panose="020B0604030504040204" pitchFamily="34" charset="0"/>
                </a:rPr>
                <a:t>从片</a:t>
              </a:r>
              <a:r>
                <a:rPr lang="en-US" altLang="zh-CN">
                  <a:latin typeface="Tahoma" panose="020B0604030504040204" pitchFamily="34" charset="0"/>
                </a:rPr>
                <a:t>)</a:t>
              </a:r>
            </a:p>
          </p:txBody>
        </p:sp>
      </p:grpSp>
      <p:sp>
        <p:nvSpPr>
          <p:cNvPr id="24604" name="灯片编号占位符 1">
            <a:extLst>
              <a:ext uri="{FF2B5EF4-FFF2-40B4-BE49-F238E27FC236}">
                <a16:creationId xmlns:a16="http://schemas.microsoft.com/office/drawing/2014/main" id="{3DA2CBC7-BF79-4EDB-B5DA-FB28B0A6FCA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881FB565-B8FB-40BE-BC53-03B8B8C0C22D}" type="slidenum">
              <a:rPr lang="zh-CN" altLang="en-US" smtClean="0"/>
              <a:pPr eaLnBrk="0" hangingPunct="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25601">
            <a:extLst>
              <a:ext uri="{FF2B5EF4-FFF2-40B4-BE49-F238E27FC236}">
                <a16:creationId xmlns:a16="http://schemas.microsoft.com/office/drawing/2014/main" id="{EABDDBAB-DE17-45E4-A3A2-2E528E145A74}"/>
              </a:ext>
            </a:extLst>
          </p:cNvPr>
          <p:cNvSpPr>
            <a:spLocks noChangeArrowheads="1"/>
          </p:cNvSpPr>
          <p:nvPr/>
        </p:nvSpPr>
        <p:spPr bwMode="auto">
          <a:xfrm>
            <a:off x="0" y="333375"/>
            <a:ext cx="88392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folHlink"/>
              </a:buClr>
              <a:buSzPct val="60000"/>
              <a:buFont typeface="Wingdings" panose="05000000000000000000" pitchFamily="2" charset="2"/>
              <a:buNone/>
            </a:pPr>
            <a:r>
              <a:rPr lang="en-US" altLang="zh-CN" sz="2400" b="1">
                <a:solidFill>
                  <a:srgbClr val="FFFF00"/>
                </a:solidFill>
                <a:latin typeface="Tahoma" panose="020B0604030504040204" pitchFamily="34" charset="0"/>
              </a:rPr>
              <a:t>       C</a:t>
            </a:r>
            <a:r>
              <a:rPr lang="zh-CN" altLang="en-US" sz="2400" b="1">
                <a:solidFill>
                  <a:srgbClr val="FFFF00"/>
                </a:solidFill>
                <a:latin typeface="Tahoma" panose="020B0604030504040204" pitchFamily="34" charset="0"/>
              </a:rPr>
              <a:t>、自动循环方式</a:t>
            </a:r>
            <a:r>
              <a:rPr lang="en-US" altLang="zh-CN" sz="2400" b="1">
                <a:solidFill>
                  <a:srgbClr val="FFFF00"/>
                </a:solidFill>
                <a:latin typeface="Tahoma" panose="020B0604030504040204" pitchFamily="34" charset="0"/>
              </a:rPr>
              <a:t>(AUTOMATIC ROTATION)</a:t>
            </a:r>
          </a:p>
          <a:p>
            <a:pPr>
              <a:spcBef>
                <a:spcPct val="50000"/>
              </a:spcBef>
              <a:buClr>
                <a:schemeClr val="folHlink"/>
              </a:buClr>
              <a:buSzPct val="60000"/>
              <a:buFont typeface="Wingdings" panose="05000000000000000000" pitchFamily="2" charset="2"/>
              <a:buNone/>
            </a:pPr>
            <a:endParaRPr lang="en-US" altLang="zh-CN" sz="2000">
              <a:solidFill>
                <a:srgbClr val="FFFF00"/>
              </a:solidFill>
              <a:latin typeface="Tahoma" panose="020B0604030504040204" pitchFamily="34" charset="0"/>
            </a:endParaRPr>
          </a:p>
          <a:p>
            <a:pPr>
              <a:spcBef>
                <a:spcPct val="50000"/>
              </a:spcBef>
              <a:buClr>
                <a:schemeClr val="folHlink"/>
              </a:buClr>
              <a:buSzPct val="60000"/>
              <a:buFont typeface="Wingdings" panose="05000000000000000000" pitchFamily="2" charset="2"/>
              <a:buNone/>
            </a:pPr>
            <a:r>
              <a:rPr lang="zh-CN" altLang="en-US" sz="2000">
                <a:latin typeface="Tahoma" panose="020B0604030504040204" pitchFamily="34" charset="0"/>
              </a:rPr>
              <a:t>优先级是循环变化的</a:t>
            </a:r>
            <a:r>
              <a:rPr lang="en-US" altLang="zh-CN" sz="2000">
                <a:latin typeface="Tahoma" panose="020B0604030504040204" pitchFamily="34" charset="0"/>
              </a:rPr>
              <a:t>(</a:t>
            </a:r>
            <a:r>
              <a:rPr lang="zh-CN" altLang="en-US" sz="2000">
                <a:latin typeface="Tahoma" panose="020B0604030504040204" pitchFamily="34" charset="0"/>
              </a:rPr>
              <a:t>不希望有固定的优先级差别</a:t>
            </a:r>
            <a:r>
              <a:rPr lang="en-US" altLang="zh-CN" sz="2000">
                <a:latin typeface="Tahoma" panose="020B0604030504040204" pitchFamily="34" charset="0"/>
              </a:rPr>
              <a:t>)</a:t>
            </a:r>
            <a:r>
              <a:rPr lang="zh-CN" altLang="en-US" sz="2000">
                <a:latin typeface="Tahoma" panose="020B0604030504040204" pitchFamily="34" charset="0"/>
              </a:rPr>
              <a:t>－一个设备的中断服务完成后，其优先级自动降为最低，而将最高优先级赋给原来比它低一级的中断请求。</a:t>
            </a:r>
          </a:p>
          <a:p>
            <a:pPr lvl="1">
              <a:spcBef>
                <a:spcPct val="50000"/>
              </a:spcBef>
              <a:buClr>
                <a:schemeClr val="hlink"/>
              </a:buClr>
              <a:buSzPct val="55000"/>
              <a:buFont typeface="Wingdings" panose="05000000000000000000" pitchFamily="2" charset="2"/>
              <a:buChar char="n"/>
            </a:pPr>
            <a:r>
              <a:rPr lang="zh-CN" altLang="en-US" sz="2000">
                <a:latin typeface="Tahoma" panose="020B0604030504040204" pitchFamily="34" charset="0"/>
              </a:rPr>
              <a:t>开始时，优先级队列还是：</a:t>
            </a:r>
            <a:r>
              <a:rPr lang="en-US" altLang="zh-CN" sz="2000">
                <a:latin typeface="Tahoma" panose="020B0604030504040204" pitchFamily="34" charset="0"/>
              </a:rPr>
              <a:t>IR</a:t>
            </a:r>
            <a:r>
              <a:rPr lang="en-US" altLang="zh-CN" sz="2000" baseline="-25000">
                <a:latin typeface="Tahoma" panose="020B0604030504040204" pitchFamily="34" charset="0"/>
              </a:rPr>
              <a:t>0</a:t>
            </a:r>
            <a:r>
              <a:rPr lang="en-US" altLang="zh-CN" sz="2000">
                <a:latin typeface="Tahoma" panose="020B0604030504040204" pitchFamily="34" charset="0"/>
              </a:rPr>
              <a:t>-&gt;IR</a:t>
            </a:r>
            <a:r>
              <a:rPr lang="en-US" altLang="zh-CN" sz="2000" baseline="-25000">
                <a:latin typeface="Tahoma" panose="020B0604030504040204" pitchFamily="34" charset="0"/>
              </a:rPr>
              <a:t>7</a:t>
            </a:r>
            <a:r>
              <a:rPr lang="zh-CN" altLang="en-US" sz="2000">
                <a:latin typeface="Tahoma" panose="020B0604030504040204" pitchFamily="34" charset="0"/>
              </a:rPr>
              <a:t>，若此时出现了</a:t>
            </a:r>
            <a:r>
              <a:rPr lang="en-US" altLang="zh-CN" sz="2000">
                <a:latin typeface="Tahoma" panose="020B0604030504040204" pitchFamily="34" charset="0"/>
              </a:rPr>
              <a:t>IR</a:t>
            </a:r>
            <a:r>
              <a:rPr lang="en-US" altLang="zh-CN" sz="2000" baseline="-25000">
                <a:latin typeface="Tahoma" panose="020B0604030504040204" pitchFamily="34" charset="0"/>
              </a:rPr>
              <a:t>0</a:t>
            </a:r>
            <a:r>
              <a:rPr lang="zh-CN" altLang="en-US" sz="2000">
                <a:latin typeface="Tahoma" panose="020B0604030504040204" pitchFamily="34" charset="0"/>
              </a:rPr>
              <a:t>请求，响应</a:t>
            </a:r>
            <a:r>
              <a:rPr lang="en-US" altLang="zh-CN" sz="2000">
                <a:latin typeface="Tahoma" panose="020B0604030504040204" pitchFamily="34" charset="0"/>
              </a:rPr>
              <a:t>IR</a:t>
            </a:r>
            <a:r>
              <a:rPr lang="en-US" altLang="zh-CN" sz="2000" baseline="-25000">
                <a:latin typeface="Tahoma" panose="020B0604030504040204" pitchFamily="34" charset="0"/>
              </a:rPr>
              <a:t>0</a:t>
            </a:r>
            <a:r>
              <a:rPr lang="zh-CN" altLang="en-US" sz="2000">
                <a:latin typeface="Tahoma" panose="020B0604030504040204" pitchFamily="34" charset="0"/>
              </a:rPr>
              <a:t>并处理完成后，队列变为：</a:t>
            </a:r>
          </a:p>
          <a:p>
            <a:pPr lvl="2">
              <a:spcBef>
                <a:spcPct val="50000"/>
              </a:spcBef>
              <a:buClr>
                <a:schemeClr val="folHlink"/>
              </a:buClr>
              <a:buSzPct val="50000"/>
            </a:pPr>
            <a:r>
              <a:rPr lang="en-US" altLang="zh-CN" sz="2000">
                <a:latin typeface="Tahoma" panose="020B0604030504040204" pitchFamily="34" charset="0"/>
              </a:rPr>
              <a:t>IR</a:t>
            </a:r>
            <a:r>
              <a:rPr lang="en-US" altLang="zh-CN" sz="2000" baseline="-25000">
                <a:latin typeface="Tahoma" panose="020B0604030504040204" pitchFamily="34" charset="0"/>
              </a:rPr>
              <a:t>1</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2</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3</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4</a:t>
            </a:r>
            <a:r>
              <a:rPr lang="en-US" altLang="zh-CN" sz="2000">
                <a:latin typeface="Tahoma" panose="020B0604030504040204" pitchFamily="34" charset="0"/>
              </a:rPr>
              <a:t> </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5</a:t>
            </a:r>
            <a:r>
              <a:rPr lang="en-US" altLang="zh-CN" sz="2000">
                <a:latin typeface="Tahoma" panose="020B0604030504040204" pitchFamily="34" charset="0"/>
              </a:rPr>
              <a:t> </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6</a:t>
            </a:r>
            <a:r>
              <a:rPr lang="en-US" altLang="zh-CN" sz="2000">
                <a:latin typeface="Tahoma" panose="020B0604030504040204" pitchFamily="34" charset="0"/>
              </a:rPr>
              <a:t> </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7</a:t>
            </a:r>
            <a:r>
              <a:rPr lang="zh-CN" altLang="en-US" sz="2000">
                <a:latin typeface="Tahoma" panose="020B0604030504040204" pitchFamily="34" charset="0"/>
              </a:rPr>
              <a:t>，</a:t>
            </a:r>
            <a:r>
              <a:rPr lang="en-US" altLang="zh-CN" sz="2000">
                <a:latin typeface="Tahoma" panose="020B0604030504040204" pitchFamily="34" charset="0"/>
              </a:rPr>
              <a:t>IR</a:t>
            </a:r>
            <a:r>
              <a:rPr lang="en-US" altLang="zh-CN" sz="2000" baseline="-25000">
                <a:latin typeface="Tahoma" panose="020B0604030504040204" pitchFamily="34" charset="0"/>
              </a:rPr>
              <a:t>0</a:t>
            </a:r>
            <a:endParaRPr lang="en-US" altLang="zh-CN" sz="2000">
              <a:latin typeface="Tahoma" panose="020B0604030504040204" pitchFamily="34" charset="0"/>
            </a:endParaRPr>
          </a:p>
          <a:p>
            <a:pPr lvl="2">
              <a:spcBef>
                <a:spcPct val="50000"/>
              </a:spcBef>
              <a:buClr>
                <a:schemeClr val="folHlink"/>
              </a:buClr>
              <a:buSzPct val="50000"/>
            </a:pPr>
            <a:r>
              <a:rPr lang="zh-CN" altLang="en-US" sz="2000">
                <a:latin typeface="Tahoma" panose="020B0604030504040204" pitchFamily="34" charset="0"/>
              </a:rPr>
              <a:t>若又出现了</a:t>
            </a:r>
            <a:r>
              <a:rPr lang="en-US" altLang="zh-CN" sz="2000">
                <a:latin typeface="Tahoma" panose="020B0604030504040204" pitchFamily="34" charset="0"/>
              </a:rPr>
              <a:t>IR</a:t>
            </a:r>
            <a:r>
              <a:rPr lang="en-US" altLang="zh-CN" sz="2000" baseline="-25000">
                <a:latin typeface="Tahoma" panose="020B0604030504040204" pitchFamily="34" charset="0"/>
              </a:rPr>
              <a:t>4</a:t>
            </a:r>
            <a:r>
              <a:rPr lang="zh-CN" altLang="en-US" sz="2000">
                <a:latin typeface="Tahoma" panose="020B0604030504040204" pitchFamily="34" charset="0"/>
              </a:rPr>
              <a:t>请求，处理完</a:t>
            </a:r>
            <a:r>
              <a:rPr lang="en-US" altLang="zh-CN" sz="2000">
                <a:latin typeface="Tahoma" panose="020B0604030504040204" pitchFamily="34" charset="0"/>
              </a:rPr>
              <a:t>IR</a:t>
            </a:r>
            <a:r>
              <a:rPr lang="en-US" altLang="zh-CN" sz="2000" baseline="-25000">
                <a:latin typeface="Tahoma" panose="020B0604030504040204" pitchFamily="34" charset="0"/>
              </a:rPr>
              <a:t>4</a:t>
            </a:r>
            <a:r>
              <a:rPr lang="zh-CN" altLang="en-US" sz="2000">
                <a:latin typeface="Tahoma" panose="020B0604030504040204" pitchFamily="34" charset="0"/>
              </a:rPr>
              <a:t>后，队列变为：</a:t>
            </a:r>
          </a:p>
          <a:p>
            <a:pPr lvl="2">
              <a:spcBef>
                <a:spcPct val="50000"/>
              </a:spcBef>
              <a:buClr>
                <a:schemeClr val="folHlink"/>
              </a:buClr>
              <a:buSzPct val="50000"/>
            </a:pPr>
            <a:r>
              <a:rPr lang="en-US" altLang="zh-CN" sz="2000">
                <a:latin typeface="Tahoma" panose="020B0604030504040204" pitchFamily="34" charset="0"/>
              </a:rPr>
              <a:t>IR5 </a:t>
            </a:r>
            <a:r>
              <a:rPr lang="zh-CN" altLang="en-US" sz="2000">
                <a:latin typeface="Tahoma" panose="020B0604030504040204" pitchFamily="34" charset="0"/>
              </a:rPr>
              <a:t>，</a:t>
            </a:r>
            <a:r>
              <a:rPr lang="en-US" altLang="zh-CN" sz="2000">
                <a:latin typeface="Tahoma" panose="020B0604030504040204" pitchFamily="34" charset="0"/>
              </a:rPr>
              <a:t>IR6 </a:t>
            </a:r>
            <a:r>
              <a:rPr lang="zh-CN" altLang="en-US" sz="2000">
                <a:latin typeface="Tahoma" panose="020B0604030504040204" pitchFamily="34" charset="0"/>
              </a:rPr>
              <a:t>，</a:t>
            </a:r>
            <a:r>
              <a:rPr lang="en-US" altLang="zh-CN" sz="2000">
                <a:latin typeface="Tahoma" panose="020B0604030504040204" pitchFamily="34" charset="0"/>
              </a:rPr>
              <a:t>IR7</a:t>
            </a:r>
            <a:r>
              <a:rPr lang="zh-CN" altLang="en-US" sz="2000">
                <a:latin typeface="Tahoma" panose="020B0604030504040204" pitchFamily="34" charset="0"/>
              </a:rPr>
              <a:t>，</a:t>
            </a:r>
            <a:r>
              <a:rPr lang="en-US" altLang="zh-CN" sz="2000">
                <a:latin typeface="Tahoma" panose="020B0604030504040204" pitchFamily="34" charset="0"/>
              </a:rPr>
              <a:t>IR0</a:t>
            </a:r>
            <a:r>
              <a:rPr lang="zh-CN" altLang="en-US" sz="2000">
                <a:latin typeface="Tahoma" panose="020B0604030504040204" pitchFamily="34" charset="0"/>
              </a:rPr>
              <a:t>， </a:t>
            </a:r>
            <a:r>
              <a:rPr lang="en-US" altLang="zh-CN" sz="2000">
                <a:latin typeface="Tahoma" panose="020B0604030504040204" pitchFamily="34" charset="0"/>
              </a:rPr>
              <a:t>IR1</a:t>
            </a:r>
            <a:r>
              <a:rPr lang="zh-CN" altLang="en-US" sz="2000">
                <a:latin typeface="Tahoma" panose="020B0604030504040204" pitchFamily="34" charset="0"/>
              </a:rPr>
              <a:t>，</a:t>
            </a:r>
            <a:r>
              <a:rPr lang="en-US" altLang="zh-CN" sz="2000">
                <a:latin typeface="Tahoma" panose="020B0604030504040204" pitchFamily="34" charset="0"/>
              </a:rPr>
              <a:t>IR2</a:t>
            </a:r>
            <a:r>
              <a:rPr lang="zh-CN" altLang="en-US" sz="2000">
                <a:latin typeface="Tahoma" panose="020B0604030504040204" pitchFamily="34" charset="0"/>
              </a:rPr>
              <a:t>，</a:t>
            </a:r>
            <a:r>
              <a:rPr lang="en-US" altLang="zh-CN" sz="2000">
                <a:latin typeface="Tahoma" panose="020B0604030504040204" pitchFamily="34" charset="0"/>
              </a:rPr>
              <a:t>IR3</a:t>
            </a:r>
            <a:r>
              <a:rPr lang="zh-CN" altLang="en-US" sz="2000">
                <a:latin typeface="Tahoma" panose="020B0604030504040204" pitchFamily="34" charset="0"/>
              </a:rPr>
              <a:t>，</a:t>
            </a:r>
            <a:r>
              <a:rPr lang="en-US" altLang="zh-CN" sz="2000">
                <a:latin typeface="Tahoma" panose="020B0604030504040204" pitchFamily="34" charset="0"/>
              </a:rPr>
              <a:t>IR4</a:t>
            </a:r>
            <a:r>
              <a:rPr lang="en-US" altLang="zh-CN">
                <a:latin typeface="Times New Roman" panose="02020603050405020304" pitchFamily="18" charset="0"/>
              </a:rPr>
              <a:t> </a:t>
            </a:r>
            <a:endParaRPr lang="en-US" altLang="zh-CN" sz="2000">
              <a:latin typeface="Tahoma" panose="020B0604030504040204" pitchFamily="34" charset="0"/>
            </a:endParaRPr>
          </a:p>
          <a:p>
            <a:pPr lvl="1">
              <a:spcBef>
                <a:spcPct val="50000"/>
              </a:spcBef>
              <a:buClr>
                <a:schemeClr val="hlink"/>
              </a:buClr>
              <a:buSzPct val="55000"/>
              <a:buFont typeface="Wingdings" panose="05000000000000000000" pitchFamily="2" charset="2"/>
              <a:buChar char="n"/>
            </a:pPr>
            <a:r>
              <a:rPr lang="zh-CN" altLang="en-US" sz="2000">
                <a:latin typeface="Tahoma" panose="020B0604030504040204" pitchFamily="34" charset="0"/>
              </a:rPr>
              <a:t>系统中是否采用“自动循环优先级”，</a:t>
            </a:r>
          </a:p>
          <a:p>
            <a:pPr lvl="1">
              <a:spcBef>
                <a:spcPct val="50000"/>
              </a:spcBef>
              <a:buClr>
                <a:schemeClr val="hlink"/>
              </a:buClr>
              <a:buSzPct val="55000"/>
            </a:pPr>
            <a:r>
              <a:rPr lang="zh-CN" altLang="en-US" sz="2000">
                <a:latin typeface="Tahoma" panose="020B0604030504040204" pitchFamily="34" charset="0"/>
              </a:rPr>
              <a:t>    由操作命令字</a:t>
            </a:r>
            <a:r>
              <a:rPr lang="en-US" altLang="zh-CN" sz="2000">
                <a:latin typeface="Tahoma" panose="020B0604030504040204" pitchFamily="34" charset="0"/>
              </a:rPr>
              <a:t>OCW</a:t>
            </a:r>
            <a:r>
              <a:rPr lang="en-US" altLang="zh-CN" sz="2000" baseline="-25000">
                <a:latin typeface="Tahoma" panose="020B0604030504040204" pitchFamily="34" charset="0"/>
              </a:rPr>
              <a:t>2</a:t>
            </a:r>
            <a:r>
              <a:rPr lang="zh-CN" altLang="en-US" sz="2000">
                <a:latin typeface="Tahoma" panose="020B0604030504040204" pitchFamily="34" charset="0"/>
              </a:rPr>
              <a:t>来设定。</a:t>
            </a:r>
          </a:p>
          <a:p>
            <a:pPr lvl="1">
              <a:spcBef>
                <a:spcPct val="50000"/>
              </a:spcBef>
              <a:buClr>
                <a:schemeClr val="hlink"/>
              </a:buClr>
              <a:buSzPct val="55000"/>
              <a:buFont typeface="Wingdings" panose="05000000000000000000" pitchFamily="2" charset="2"/>
              <a:buChar char="n"/>
            </a:pPr>
            <a:endParaRPr lang="zh-CN" altLang="en-US" sz="2000">
              <a:latin typeface="Tahoma" panose="020B0604030504040204" pitchFamily="34" charset="0"/>
            </a:endParaRPr>
          </a:p>
          <a:p>
            <a:pPr lvl="1">
              <a:spcBef>
                <a:spcPct val="50000"/>
              </a:spcBef>
              <a:buClr>
                <a:schemeClr val="hlink"/>
              </a:buClr>
              <a:buSzPct val="55000"/>
              <a:buFont typeface="Wingdings" panose="05000000000000000000" pitchFamily="2" charset="2"/>
              <a:buChar char="n"/>
            </a:pPr>
            <a:endParaRPr lang="zh-CN" altLang="en-US" sz="2000">
              <a:latin typeface="Tahoma" panose="020B0604030504040204" pitchFamily="34" charset="0"/>
            </a:endParaRPr>
          </a:p>
          <a:p>
            <a:pPr lvl="1">
              <a:spcBef>
                <a:spcPct val="50000"/>
              </a:spcBef>
              <a:buClr>
                <a:schemeClr val="hlink"/>
              </a:buClr>
              <a:buSzPct val="55000"/>
              <a:buFont typeface="Wingdings" panose="05000000000000000000" pitchFamily="2" charset="2"/>
              <a:buChar char="n"/>
            </a:pPr>
            <a:endParaRPr lang="zh-CN" altLang="en-US" sz="2000">
              <a:latin typeface="Tahoma" panose="020B0604030504040204" pitchFamily="34" charset="0"/>
            </a:endParaRPr>
          </a:p>
        </p:txBody>
      </p:sp>
      <p:grpSp>
        <p:nvGrpSpPr>
          <p:cNvPr id="25602" name="组合 25602">
            <a:extLst>
              <a:ext uri="{FF2B5EF4-FFF2-40B4-BE49-F238E27FC236}">
                <a16:creationId xmlns:a16="http://schemas.microsoft.com/office/drawing/2014/main" id="{B7B90EF3-712F-4732-885E-A927109A6EA2}"/>
              </a:ext>
            </a:extLst>
          </p:cNvPr>
          <p:cNvGrpSpPr>
            <a:grpSpLocks/>
          </p:cNvGrpSpPr>
          <p:nvPr/>
        </p:nvGrpSpPr>
        <p:grpSpPr bwMode="auto">
          <a:xfrm>
            <a:off x="6227763" y="2997200"/>
            <a:ext cx="2519362" cy="3024188"/>
            <a:chOff x="0" y="0"/>
            <a:chExt cx="1587" cy="1905"/>
          </a:xfrm>
        </p:grpSpPr>
        <p:sp>
          <p:nvSpPr>
            <p:cNvPr id="25603" name="矩形 25603">
              <a:extLst>
                <a:ext uri="{FF2B5EF4-FFF2-40B4-BE49-F238E27FC236}">
                  <a16:creationId xmlns:a16="http://schemas.microsoft.com/office/drawing/2014/main" id="{922B2006-C539-4117-B227-633C3FA36232}"/>
                </a:ext>
              </a:extLst>
            </p:cNvPr>
            <p:cNvSpPr>
              <a:spLocks noChangeArrowheads="1"/>
            </p:cNvSpPr>
            <p:nvPr/>
          </p:nvSpPr>
          <p:spPr bwMode="auto">
            <a:xfrm>
              <a:off x="0" y="0"/>
              <a:ext cx="1587" cy="1905"/>
            </a:xfrm>
            <a:prstGeom prst="rect">
              <a:avLst/>
            </a:prstGeom>
            <a:solidFill>
              <a:schemeClr val="bg1"/>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5604" name="组合 25604">
              <a:extLst>
                <a:ext uri="{FF2B5EF4-FFF2-40B4-BE49-F238E27FC236}">
                  <a16:creationId xmlns:a16="http://schemas.microsoft.com/office/drawing/2014/main" id="{D377A78C-4F47-4D37-9678-317802077308}"/>
                </a:ext>
              </a:extLst>
            </p:cNvPr>
            <p:cNvGrpSpPr>
              <a:grpSpLocks/>
            </p:cNvGrpSpPr>
            <p:nvPr/>
          </p:nvGrpSpPr>
          <p:grpSpPr bwMode="auto">
            <a:xfrm>
              <a:off x="317" y="238"/>
              <a:ext cx="986" cy="1527"/>
              <a:chOff x="0" y="0"/>
              <a:chExt cx="986" cy="1527"/>
            </a:xfrm>
          </p:grpSpPr>
          <p:sp>
            <p:nvSpPr>
              <p:cNvPr id="25605" name="矩形 25605">
                <a:extLst>
                  <a:ext uri="{FF2B5EF4-FFF2-40B4-BE49-F238E27FC236}">
                    <a16:creationId xmlns:a16="http://schemas.microsoft.com/office/drawing/2014/main" id="{30793D6B-9F30-4430-9EDF-40DD83CECEC9}"/>
                  </a:ext>
                </a:extLst>
              </p:cNvPr>
              <p:cNvSpPr>
                <a:spLocks noChangeArrowheads="1"/>
              </p:cNvSpPr>
              <p:nvPr/>
            </p:nvSpPr>
            <p:spPr bwMode="auto">
              <a:xfrm>
                <a:off x="449" y="0"/>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06" name="矩形 25606">
                <a:extLst>
                  <a:ext uri="{FF2B5EF4-FFF2-40B4-BE49-F238E27FC236}">
                    <a16:creationId xmlns:a16="http://schemas.microsoft.com/office/drawing/2014/main" id="{483D32D3-46C0-4F95-B6DE-DC26DB109B3F}"/>
                  </a:ext>
                </a:extLst>
              </p:cNvPr>
              <p:cNvSpPr>
                <a:spLocks noChangeArrowheads="1"/>
              </p:cNvSpPr>
              <p:nvPr/>
            </p:nvSpPr>
            <p:spPr bwMode="auto">
              <a:xfrm>
                <a:off x="588" y="82"/>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0</a:t>
                </a:r>
                <a:endParaRPr lang="en-US" altLang="zh-CN">
                  <a:latin typeface="Garamond" panose="02020404030301010803" pitchFamily="18" charset="0"/>
                </a:endParaRPr>
              </a:p>
            </p:txBody>
          </p:sp>
          <p:sp>
            <p:nvSpPr>
              <p:cNvPr id="25607" name="矩形 25607">
                <a:extLst>
                  <a:ext uri="{FF2B5EF4-FFF2-40B4-BE49-F238E27FC236}">
                    <a16:creationId xmlns:a16="http://schemas.microsoft.com/office/drawing/2014/main" id="{D5543B58-14FC-4E64-AF49-36E31556B334}"/>
                  </a:ext>
                </a:extLst>
              </p:cNvPr>
              <p:cNvSpPr>
                <a:spLocks noChangeArrowheads="1"/>
              </p:cNvSpPr>
              <p:nvPr/>
            </p:nvSpPr>
            <p:spPr bwMode="auto">
              <a:xfrm>
                <a:off x="788" y="261"/>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08" name="矩形 25608">
                <a:extLst>
                  <a:ext uri="{FF2B5EF4-FFF2-40B4-BE49-F238E27FC236}">
                    <a16:creationId xmlns:a16="http://schemas.microsoft.com/office/drawing/2014/main" id="{762F655F-0ABF-4B79-9630-E0185F6FC6FF}"/>
                  </a:ext>
                </a:extLst>
              </p:cNvPr>
              <p:cNvSpPr>
                <a:spLocks noChangeArrowheads="1"/>
              </p:cNvSpPr>
              <p:nvPr/>
            </p:nvSpPr>
            <p:spPr bwMode="auto">
              <a:xfrm>
                <a:off x="942" y="343"/>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1</a:t>
                </a:r>
                <a:endParaRPr lang="en-US" altLang="zh-CN">
                  <a:latin typeface="Garamond" panose="02020404030301010803" pitchFamily="18" charset="0"/>
                </a:endParaRPr>
              </a:p>
            </p:txBody>
          </p:sp>
          <p:sp>
            <p:nvSpPr>
              <p:cNvPr id="25609" name="未知">
                <a:extLst>
                  <a:ext uri="{FF2B5EF4-FFF2-40B4-BE49-F238E27FC236}">
                    <a16:creationId xmlns:a16="http://schemas.microsoft.com/office/drawing/2014/main" id="{4D28445F-4EAF-4AF4-8A2E-0EF195F41687}"/>
                  </a:ext>
                </a:extLst>
              </p:cNvPr>
              <p:cNvSpPr>
                <a:spLocks noChangeArrowheads="1"/>
              </p:cNvSpPr>
              <p:nvPr/>
            </p:nvSpPr>
            <p:spPr bwMode="auto">
              <a:xfrm>
                <a:off x="640" y="91"/>
                <a:ext cx="210" cy="147"/>
              </a:xfrm>
              <a:custGeom>
                <a:avLst/>
                <a:gdLst>
                  <a:gd name="T0" fmla="*/ 0 w 210"/>
                  <a:gd name="T1" fmla="*/ 15 h 147"/>
                  <a:gd name="T2" fmla="*/ 210 w 210"/>
                  <a:gd name="T3" fmla="*/ 147 h 147"/>
                </a:gdLst>
                <a:ahLst/>
                <a:cxnLst>
                  <a:cxn ang="0">
                    <a:pos x="T0" y="T1"/>
                  </a:cxn>
                  <a:cxn ang="0">
                    <a:pos x="T2" y="T3"/>
                  </a:cxn>
                </a:cxnLst>
                <a:rect l="0" t="0" r="r" b="b"/>
                <a:pathLst>
                  <a:path w="210" h="147">
                    <a:moveTo>
                      <a:pt x="0" y="15"/>
                    </a:moveTo>
                    <a:cubicBezTo>
                      <a:pt x="99" y="0"/>
                      <a:pt x="192" y="60"/>
                      <a:pt x="210" y="147"/>
                    </a:cubicBezTo>
                  </a:path>
                </a:pathLst>
              </a:custGeom>
              <a:solidFill>
                <a:schemeClr val="bg1"/>
              </a:solidFill>
              <a:ln w="6350" cap="rnd">
                <a:solidFill>
                  <a:srgbClr val="000000"/>
                </a:solidFill>
                <a:round/>
                <a:headEnd/>
                <a:tailEnd/>
              </a:ln>
            </p:spPr>
            <p:txBody>
              <a:bodyPr/>
              <a:lstStyle/>
              <a:p>
                <a:endParaRPr lang="zh-CN" altLang="en-US"/>
              </a:p>
            </p:txBody>
          </p:sp>
          <p:sp>
            <p:nvSpPr>
              <p:cNvPr id="25610" name="未知">
                <a:extLst>
                  <a:ext uri="{FF2B5EF4-FFF2-40B4-BE49-F238E27FC236}">
                    <a16:creationId xmlns:a16="http://schemas.microsoft.com/office/drawing/2014/main" id="{415645BB-68CE-4097-9DCF-10ADC7C8BA40}"/>
                  </a:ext>
                </a:extLst>
              </p:cNvPr>
              <p:cNvSpPr>
                <a:spLocks noChangeArrowheads="1"/>
              </p:cNvSpPr>
              <p:nvPr/>
            </p:nvSpPr>
            <p:spPr bwMode="auto">
              <a:xfrm>
                <a:off x="815" y="230"/>
                <a:ext cx="71" cy="64"/>
              </a:xfrm>
              <a:custGeom>
                <a:avLst/>
                <a:gdLst>
                  <a:gd name="T0" fmla="*/ 71 w 71"/>
                  <a:gd name="T1" fmla="*/ 0 h 64"/>
                  <a:gd name="T2" fmla="*/ 36 w 71"/>
                  <a:gd name="T3" fmla="*/ 64 h 64"/>
                  <a:gd name="T4" fmla="*/ 0 w 71"/>
                  <a:gd name="T5" fmla="*/ 0 h 64"/>
                  <a:gd name="T6" fmla="*/ 71 w 71"/>
                  <a:gd name="T7" fmla="*/ 0 h 64"/>
                </a:gdLst>
                <a:ahLst/>
                <a:cxnLst>
                  <a:cxn ang="0">
                    <a:pos x="T0" y="T1"/>
                  </a:cxn>
                  <a:cxn ang="0">
                    <a:pos x="T2" y="T3"/>
                  </a:cxn>
                  <a:cxn ang="0">
                    <a:pos x="T4" y="T5"/>
                  </a:cxn>
                  <a:cxn ang="0">
                    <a:pos x="T6" y="T7"/>
                  </a:cxn>
                </a:cxnLst>
                <a:rect l="0" t="0" r="r" b="b"/>
                <a:pathLst>
                  <a:path w="71" h="64">
                    <a:moveTo>
                      <a:pt x="71" y="0"/>
                    </a:moveTo>
                    <a:lnTo>
                      <a:pt x="36" y="64"/>
                    </a:lnTo>
                    <a:lnTo>
                      <a:pt x="0" y="0"/>
                    </a:lnTo>
                    <a:lnTo>
                      <a:pt x="7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11" name="矩形 25611">
                <a:extLst>
                  <a:ext uri="{FF2B5EF4-FFF2-40B4-BE49-F238E27FC236}">
                    <a16:creationId xmlns:a16="http://schemas.microsoft.com/office/drawing/2014/main" id="{C0967116-A083-466B-BF1B-FFC5DC5CB43B}"/>
                  </a:ext>
                </a:extLst>
              </p:cNvPr>
              <p:cNvSpPr>
                <a:spLocks noChangeArrowheads="1"/>
              </p:cNvSpPr>
              <p:nvPr/>
            </p:nvSpPr>
            <p:spPr bwMode="auto">
              <a:xfrm>
                <a:off x="788" y="564"/>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12" name="矩形 25612">
                <a:extLst>
                  <a:ext uri="{FF2B5EF4-FFF2-40B4-BE49-F238E27FC236}">
                    <a16:creationId xmlns:a16="http://schemas.microsoft.com/office/drawing/2014/main" id="{25E09267-DB8C-4303-AB63-AE6300F2B2A1}"/>
                  </a:ext>
                </a:extLst>
              </p:cNvPr>
              <p:cNvSpPr>
                <a:spLocks noChangeArrowheads="1"/>
              </p:cNvSpPr>
              <p:nvPr/>
            </p:nvSpPr>
            <p:spPr bwMode="auto">
              <a:xfrm>
                <a:off x="942" y="646"/>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2</a:t>
                </a:r>
                <a:endParaRPr lang="en-US" altLang="zh-CN">
                  <a:latin typeface="Garamond" panose="02020404030301010803" pitchFamily="18" charset="0"/>
                </a:endParaRPr>
              </a:p>
            </p:txBody>
          </p:sp>
          <p:sp>
            <p:nvSpPr>
              <p:cNvPr id="25613" name="未知">
                <a:extLst>
                  <a:ext uri="{FF2B5EF4-FFF2-40B4-BE49-F238E27FC236}">
                    <a16:creationId xmlns:a16="http://schemas.microsoft.com/office/drawing/2014/main" id="{948AAABF-3268-45BB-ADCA-DF47FA29C069}"/>
                  </a:ext>
                </a:extLst>
              </p:cNvPr>
              <p:cNvSpPr>
                <a:spLocks noChangeArrowheads="1"/>
              </p:cNvSpPr>
              <p:nvPr/>
            </p:nvSpPr>
            <p:spPr bwMode="auto">
              <a:xfrm>
                <a:off x="863" y="355"/>
                <a:ext cx="97" cy="186"/>
              </a:xfrm>
              <a:custGeom>
                <a:avLst/>
                <a:gdLst>
                  <a:gd name="T0" fmla="*/ 0 w 97"/>
                  <a:gd name="T1" fmla="*/ 0 h 186"/>
                  <a:gd name="T2" fmla="*/ 62 w 97"/>
                  <a:gd name="T3" fmla="*/ 167 h 186"/>
                  <a:gd name="T4" fmla="*/ 48 w 97"/>
                  <a:gd name="T5" fmla="*/ 186 h 186"/>
                </a:gdLst>
                <a:ahLst/>
                <a:cxnLst>
                  <a:cxn ang="0">
                    <a:pos x="T0" y="T1"/>
                  </a:cxn>
                  <a:cxn ang="0">
                    <a:pos x="T2" y="T3"/>
                  </a:cxn>
                  <a:cxn ang="0">
                    <a:pos x="T4" y="T5"/>
                  </a:cxn>
                </a:cxnLst>
                <a:rect l="0" t="0" r="r" b="b"/>
                <a:pathLst>
                  <a:path w="97" h="186">
                    <a:moveTo>
                      <a:pt x="0" y="0"/>
                    </a:moveTo>
                    <a:cubicBezTo>
                      <a:pt x="69" y="30"/>
                      <a:pt x="97" y="105"/>
                      <a:pt x="62" y="167"/>
                    </a:cubicBezTo>
                    <a:cubicBezTo>
                      <a:pt x="58" y="173"/>
                      <a:pt x="54" y="180"/>
                      <a:pt x="48" y="186"/>
                    </a:cubicBezTo>
                  </a:path>
                </a:pathLst>
              </a:custGeom>
              <a:solidFill>
                <a:schemeClr val="bg1"/>
              </a:solidFill>
              <a:ln w="6350" cap="rnd">
                <a:solidFill>
                  <a:srgbClr val="000000"/>
                </a:solidFill>
                <a:round/>
                <a:headEnd/>
                <a:tailEnd/>
              </a:ln>
            </p:spPr>
            <p:txBody>
              <a:bodyPr/>
              <a:lstStyle/>
              <a:p>
                <a:endParaRPr lang="zh-CN" altLang="en-US"/>
              </a:p>
            </p:txBody>
          </p:sp>
          <p:sp>
            <p:nvSpPr>
              <p:cNvPr id="25614" name="未知">
                <a:extLst>
                  <a:ext uri="{FF2B5EF4-FFF2-40B4-BE49-F238E27FC236}">
                    <a16:creationId xmlns:a16="http://schemas.microsoft.com/office/drawing/2014/main" id="{0CB06151-3F26-4E3B-AD70-AF9AD3980233}"/>
                  </a:ext>
                </a:extLst>
              </p:cNvPr>
              <p:cNvSpPr>
                <a:spLocks noChangeArrowheads="1"/>
              </p:cNvSpPr>
              <p:nvPr/>
            </p:nvSpPr>
            <p:spPr bwMode="auto">
              <a:xfrm>
                <a:off x="863" y="512"/>
                <a:ext cx="78" cy="65"/>
              </a:xfrm>
              <a:custGeom>
                <a:avLst/>
                <a:gdLst>
                  <a:gd name="T0" fmla="*/ 78 w 78"/>
                  <a:gd name="T1" fmla="*/ 49 h 65"/>
                  <a:gd name="T2" fmla="*/ 0 w 78"/>
                  <a:gd name="T3" fmla="*/ 65 h 65"/>
                  <a:gd name="T4" fmla="*/ 32 w 78"/>
                  <a:gd name="T5" fmla="*/ 0 h 65"/>
                  <a:gd name="T6" fmla="*/ 78 w 78"/>
                  <a:gd name="T7" fmla="*/ 49 h 65"/>
                </a:gdLst>
                <a:ahLst/>
                <a:cxnLst>
                  <a:cxn ang="0">
                    <a:pos x="T0" y="T1"/>
                  </a:cxn>
                  <a:cxn ang="0">
                    <a:pos x="T2" y="T3"/>
                  </a:cxn>
                  <a:cxn ang="0">
                    <a:pos x="T4" y="T5"/>
                  </a:cxn>
                  <a:cxn ang="0">
                    <a:pos x="T6" y="T7"/>
                  </a:cxn>
                </a:cxnLst>
                <a:rect l="0" t="0" r="r" b="b"/>
                <a:pathLst>
                  <a:path w="78" h="65">
                    <a:moveTo>
                      <a:pt x="78" y="49"/>
                    </a:moveTo>
                    <a:lnTo>
                      <a:pt x="0" y="65"/>
                    </a:lnTo>
                    <a:lnTo>
                      <a:pt x="32" y="0"/>
                    </a:lnTo>
                    <a:lnTo>
                      <a:pt x="78" y="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15" name="矩形 25615">
                <a:extLst>
                  <a:ext uri="{FF2B5EF4-FFF2-40B4-BE49-F238E27FC236}">
                    <a16:creationId xmlns:a16="http://schemas.microsoft.com/office/drawing/2014/main" id="{A24DAE8D-C7FC-4534-BB14-65D2EB2C637F}"/>
                  </a:ext>
                </a:extLst>
              </p:cNvPr>
              <p:cNvSpPr>
                <a:spLocks noChangeArrowheads="1"/>
              </p:cNvSpPr>
              <p:nvPr/>
            </p:nvSpPr>
            <p:spPr bwMode="auto">
              <a:xfrm>
                <a:off x="788" y="921"/>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16" name="矩形 25616">
                <a:extLst>
                  <a:ext uri="{FF2B5EF4-FFF2-40B4-BE49-F238E27FC236}">
                    <a16:creationId xmlns:a16="http://schemas.microsoft.com/office/drawing/2014/main" id="{315CE6F3-B512-4FC5-9637-8E214A55E521}"/>
                  </a:ext>
                </a:extLst>
              </p:cNvPr>
              <p:cNvSpPr>
                <a:spLocks noChangeArrowheads="1"/>
              </p:cNvSpPr>
              <p:nvPr/>
            </p:nvSpPr>
            <p:spPr bwMode="auto">
              <a:xfrm>
                <a:off x="942" y="1003"/>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3</a:t>
                </a:r>
                <a:endParaRPr lang="en-US" altLang="zh-CN">
                  <a:latin typeface="Garamond" panose="02020404030301010803" pitchFamily="18" charset="0"/>
                </a:endParaRPr>
              </a:p>
            </p:txBody>
          </p:sp>
          <p:sp>
            <p:nvSpPr>
              <p:cNvPr id="25617" name="未知">
                <a:extLst>
                  <a:ext uri="{FF2B5EF4-FFF2-40B4-BE49-F238E27FC236}">
                    <a16:creationId xmlns:a16="http://schemas.microsoft.com/office/drawing/2014/main" id="{6C49F0D2-0348-4273-9163-B831A5C41A92}"/>
                  </a:ext>
                </a:extLst>
              </p:cNvPr>
              <p:cNvSpPr>
                <a:spLocks noChangeArrowheads="1"/>
              </p:cNvSpPr>
              <p:nvPr/>
            </p:nvSpPr>
            <p:spPr bwMode="auto">
              <a:xfrm>
                <a:off x="863" y="706"/>
                <a:ext cx="97" cy="187"/>
              </a:xfrm>
              <a:custGeom>
                <a:avLst/>
                <a:gdLst>
                  <a:gd name="T0" fmla="*/ 0 w 97"/>
                  <a:gd name="T1" fmla="*/ 0 h 187"/>
                  <a:gd name="T2" fmla="*/ 62 w 97"/>
                  <a:gd name="T3" fmla="*/ 167 h 187"/>
                  <a:gd name="T4" fmla="*/ 48 w 97"/>
                  <a:gd name="T5" fmla="*/ 187 h 187"/>
                </a:gdLst>
                <a:ahLst/>
                <a:cxnLst>
                  <a:cxn ang="0">
                    <a:pos x="T0" y="T1"/>
                  </a:cxn>
                  <a:cxn ang="0">
                    <a:pos x="T2" y="T3"/>
                  </a:cxn>
                  <a:cxn ang="0">
                    <a:pos x="T4" y="T5"/>
                  </a:cxn>
                </a:cxnLst>
                <a:rect l="0" t="0" r="r" b="b"/>
                <a:pathLst>
                  <a:path w="97" h="187">
                    <a:moveTo>
                      <a:pt x="0" y="0"/>
                    </a:moveTo>
                    <a:cubicBezTo>
                      <a:pt x="69" y="31"/>
                      <a:pt x="97" y="106"/>
                      <a:pt x="62" y="167"/>
                    </a:cubicBezTo>
                    <a:cubicBezTo>
                      <a:pt x="58" y="174"/>
                      <a:pt x="54" y="181"/>
                      <a:pt x="48" y="187"/>
                    </a:cubicBezTo>
                  </a:path>
                </a:pathLst>
              </a:custGeom>
              <a:solidFill>
                <a:schemeClr val="bg1"/>
              </a:solidFill>
              <a:ln w="6350" cap="rnd">
                <a:solidFill>
                  <a:srgbClr val="000000"/>
                </a:solidFill>
                <a:round/>
                <a:headEnd/>
                <a:tailEnd/>
              </a:ln>
            </p:spPr>
            <p:txBody>
              <a:bodyPr/>
              <a:lstStyle/>
              <a:p>
                <a:endParaRPr lang="zh-CN" altLang="en-US"/>
              </a:p>
            </p:txBody>
          </p:sp>
          <p:sp>
            <p:nvSpPr>
              <p:cNvPr id="25618" name="未知">
                <a:extLst>
                  <a:ext uri="{FF2B5EF4-FFF2-40B4-BE49-F238E27FC236}">
                    <a16:creationId xmlns:a16="http://schemas.microsoft.com/office/drawing/2014/main" id="{56E81398-87F1-4341-BB52-A55F99596B28}"/>
                  </a:ext>
                </a:extLst>
              </p:cNvPr>
              <p:cNvSpPr>
                <a:spLocks noChangeArrowheads="1"/>
              </p:cNvSpPr>
              <p:nvPr/>
            </p:nvSpPr>
            <p:spPr bwMode="auto">
              <a:xfrm>
                <a:off x="863" y="863"/>
                <a:ext cx="78" cy="66"/>
              </a:xfrm>
              <a:custGeom>
                <a:avLst/>
                <a:gdLst>
                  <a:gd name="T0" fmla="*/ 78 w 78"/>
                  <a:gd name="T1" fmla="*/ 49 h 66"/>
                  <a:gd name="T2" fmla="*/ 0 w 78"/>
                  <a:gd name="T3" fmla="*/ 66 h 66"/>
                  <a:gd name="T4" fmla="*/ 32 w 78"/>
                  <a:gd name="T5" fmla="*/ 0 h 66"/>
                  <a:gd name="T6" fmla="*/ 78 w 78"/>
                  <a:gd name="T7" fmla="*/ 49 h 66"/>
                </a:gdLst>
                <a:ahLst/>
                <a:cxnLst>
                  <a:cxn ang="0">
                    <a:pos x="T0" y="T1"/>
                  </a:cxn>
                  <a:cxn ang="0">
                    <a:pos x="T2" y="T3"/>
                  </a:cxn>
                  <a:cxn ang="0">
                    <a:pos x="T4" y="T5"/>
                  </a:cxn>
                  <a:cxn ang="0">
                    <a:pos x="T6" y="T7"/>
                  </a:cxn>
                </a:cxnLst>
                <a:rect l="0" t="0" r="r" b="b"/>
                <a:pathLst>
                  <a:path w="78" h="66">
                    <a:moveTo>
                      <a:pt x="78" y="49"/>
                    </a:moveTo>
                    <a:lnTo>
                      <a:pt x="0" y="66"/>
                    </a:lnTo>
                    <a:lnTo>
                      <a:pt x="32" y="0"/>
                    </a:lnTo>
                    <a:lnTo>
                      <a:pt x="78" y="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19" name="矩形 25619">
                <a:extLst>
                  <a:ext uri="{FF2B5EF4-FFF2-40B4-BE49-F238E27FC236}">
                    <a16:creationId xmlns:a16="http://schemas.microsoft.com/office/drawing/2014/main" id="{D172B5F7-02CF-47CA-B1D0-05AE910CE9BC}"/>
                  </a:ext>
                </a:extLst>
              </p:cNvPr>
              <p:cNvSpPr>
                <a:spLocks noChangeArrowheads="1"/>
              </p:cNvSpPr>
              <p:nvPr/>
            </p:nvSpPr>
            <p:spPr bwMode="auto">
              <a:xfrm>
                <a:off x="480" y="1141"/>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20" name="矩形 25620">
                <a:extLst>
                  <a:ext uri="{FF2B5EF4-FFF2-40B4-BE49-F238E27FC236}">
                    <a16:creationId xmlns:a16="http://schemas.microsoft.com/office/drawing/2014/main" id="{65722E4A-6C20-4283-9017-57A722D7C5EE}"/>
                  </a:ext>
                </a:extLst>
              </p:cNvPr>
              <p:cNvSpPr>
                <a:spLocks noChangeArrowheads="1"/>
              </p:cNvSpPr>
              <p:nvPr/>
            </p:nvSpPr>
            <p:spPr bwMode="auto">
              <a:xfrm>
                <a:off x="618" y="1223"/>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4</a:t>
                </a:r>
                <a:endParaRPr lang="en-US" altLang="zh-CN">
                  <a:latin typeface="Garamond" panose="02020404030301010803" pitchFamily="18" charset="0"/>
                </a:endParaRPr>
              </a:p>
            </p:txBody>
          </p:sp>
          <p:sp>
            <p:nvSpPr>
              <p:cNvPr id="25621" name="未知">
                <a:extLst>
                  <a:ext uri="{FF2B5EF4-FFF2-40B4-BE49-F238E27FC236}">
                    <a16:creationId xmlns:a16="http://schemas.microsoft.com/office/drawing/2014/main" id="{5D434F29-C6E2-4013-87E3-1B4B46676B04}"/>
                  </a:ext>
                </a:extLst>
              </p:cNvPr>
              <p:cNvSpPr>
                <a:spLocks noChangeArrowheads="1"/>
              </p:cNvSpPr>
              <p:nvPr/>
            </p:nvSpPr>
            <p:spPr bwMode="auto">
              <a:xfrm>
                <a:off x="702" y="990"/>
                <a:ext cx="165" cy="187"/>
              </a:xfrm>
              <a:custGeom>
                <a:avLst/>
                <a:gdLst>
                  <a:gd name="T0" fmla="*/ 149 w 165"/>
                  <a:gd name="T1" fmla="*/ 0 h 187"/>
                  <a:gd name="T2" fmla="*/ 0 w 165"/>
                  <a:gd name="T3" fmla="*/ 187 h 187"/>
                </a:gdLst>
                <a:ahLst/>
                <a:cxnLst>
                  <a:cxn ang="0">
                    <a:pos x="T0" y="T1"/>
                  </a:cxn>
                  <a:cxn ang="0">
                    <a:pos x="T2" y="T3"/>
                  </a:cxn>
                </a:cxnLst>
                <a:rect l="0" t="0" r="r" b="b"/>
                <a:pathLst>
                  <a:path w="165" h="187">
                    <a:moveTo>
                      <a:pt x="149" y="0"/>
                    </a:moveTo>
                    <a:cubicBezTo>
                      <a:pt x="165" y="88"/>
                      <a:pt x="98" y="171"/>
                      <a:pt x="0" y="187"/>
                    </a:cubicBezTo>
                  </a:path>
                </a:pathLst>
              </a:custGeom>
              <a:solidFill>
                <a:schemeClr val="bg1"/>
              </a:solidFill>
              <a:ln w="6350" cap="rnd">
                <a:solidFill>
                  <a:srgbClr val="000000"/>
                </a:solidFill>
                <a:round/>
                <a:headEnd/>
                <a:tailEnd/>
              </a:ln>
            </p:spPr>
            <p:txBody>
              <a:bodyPr/>
              <a:lstStyle/>
              <a:p>
                <a:endParaRPr lang="zh-CN" altLang="en-US"/>
              </a:p>
            </p:txBody>
          </p:sp>
          <p:sp>
            <p:nvSpPr>
              <p:cNvPr id="25622" name="未知">
                <a:extLst>
                  <a:ext uri="{FF2B5EF4-FFF2-40B4-BE49-F238E27FC236}">
                    <a16:creationId xmlns:a16="http://schemas.microsoft.com/office/drawing/2014/main" id="{FA6A0CD4-1929-4E55-9749-3EFDFBE3BB31}"/>
                  </a:ext>
                </a:extLst>
              </p:cNvPr>
              <p:cNvSpPr>
                <a:spLocks noChangeArrowheads="1"/>
              </p:cNvSpPr>
              <p:nvPr/>
            </p:nvSpPr>
            <p:spPr bwMode="auto">
              <a:xfrm>
                <a:off x="640" y="1145"/>
                <a:ext cx="72" cy="64"/>
              </a:xfrm>
              <a:custGeom>
                <a:avLst/>
                <a:gdLst>
                  <a:gd name="T0" fmla="*/ 72 w 72"/>
                  <a:gd name="T1" fmla="*/ 64 h 64"/>
                  <a:gd name="T2" fmla="*/ 0 w 72"/>
                  <a:gd name="T3" fmla="*/ 33 h 64"/>
                  <a:gd name="T4" fmla="*/ 71 w 72"/>
                  <a:gd name="T5" fmla="*/ 0 h 64"/>
                  <a:gd name="T6" fmla="*/ 72 w 72"/>
                  <a:gd name="T7" fmla="*/ 64 h 64"/>
                </a:gdLst>
                <a:ahLst/>
                <a:cxnLst>
                  <a:cxn ang="0">
                    <a:pos x="T0" y="T1"/>
                  </a:cxn>
                  <a:cxn ang="0">
                    <a:pos x="T2" y="T3"/>
                  </a:cxn>
                  <a:cxn ang="0">
                    <a:pos x="T4" y="T5"/>
                  </a:cxn>
                  <a:cxn ang="0">
                    <a:pos x="T6" y="T7"/>
                  </a:cxn>
                </a:cxnLst>
                <a:rect l="0" t="0" r="r" b="b"/>
                <a:pathLst>
                  <a:path w="72" h="64">
                    <a:moveTo>
                      <a:pt x="72" y="64"/>
                    </a:moveTo>
                    <a:lnTo>
                      <a:pt x="0" y="33"/>
                    </a:lnTo>
                    <a:lnTo>
                      <a:pt x="71" y="0"/>
                    </a:lnTo>
                    <a:lnTo>
                      <a:pt x="72" y="6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23" name="矩形 25623">
                <a:extLst>
                  <a:ext uri="{FF2B5EF4-FFF2-40B4-BE49-F238E27FC236}">
                    <a16:creationId xmlns:a16="http://schemas.microsoft.com/office/drawing/2014/main" id="{44373A59-725A-43DB-8A2D-49E413274B16}"/>
                  </a:ext>
                </a:extLst>
              </p:cNvPr>
              <p:cNvSpPr>
                <a:spLocks noChangeArrowheads="1"/>
              </p:cNvSpPr>
              <p:nvPr/>
            </p:nvSpPr>
            <p:spPr bwMode="auto">
              <a:xfrm>
                <a:off x="79" y="921"/>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24" name="矩形 25624">
                <a:extLst>
                  <a:ext uri="{FF2B5EF4-FFF2-40B4-BE49-F238E27FC236}">
                    <a16:creationId xmlns:a16="http://schemas.microsoft.com/office/drawing/2014/main" id="{EAB2383B-4A2A-40DA-B67F-7BF1789EB0F8}"/>
                  </a:ext>
                </a:extLst>
              </p:cNvPr>
              <p:cNvSpPr>
                <a:spLocks noChangeArrowheads="1"/>
              </p:cNvSpPr>
              <p:nvPr/>
            </p:nvSpPr>
            <p:spPr bwMode="auto">
              <a:xfrm>
                <a:off x="203" y="1003"/>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5</a:t>
                </a:r>
                <a:endParaRPr lang="en-US" altLang="zh-CN">
                  <a:latin typeface="Garamond" panose="02020404030301010803" pitchFamily="18" charset="0"/>
                </a:endParaRPr>
              </a:p>
            </p:txBody>
          </p:sp>
          <p:sp>
            <p:nvSpPr>
              <p:cNvPr id="25625" name="矩形 25625">
                <a:extLst>
                  <a:ext uri="{FF2B5EF4-FFF2-40B4-BE49-F238E27FC236}">
                    <a16:creationId xmlns:a16="http://schemas.microsoft.com/office/drawing/2014/main" id="{4BE31BAA-C2BC-48C4-BE09-AE7E1913E2FC}"/>
                  </a:ext>
                </a:extLst>
              </p:cNvPr>
              <p:cNvSpPr>
                <a:spLocks noChangeArrowheads="1"/>
              </p:cNvSpPr>
              <p:nvPr/>
            </p:nvSpPr>
            <p:spPr bwMode="auto">
              <a:xfrm>
                <a:off x="2" y="564"/>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26" name="矩形 25626">
                <a:extLst>
                  <a:ext uri="{FF2B5EF4-FFF2-40B4-BE49-F238E27FC236}">
                    <a16:creationId xmlns:a16="http://schemas.microsoft.com/office/drawing/2014/main" id="{8178DC2C-F456-4518-83A1-D11F483D468C}"/>
                  </a:ext>
                </a:extLst>
              </p:cNvPr>
              <p:cNvSpPr>
                <a:spLocks noChangeArrowheads="1"/>
              </p:cNvSpPr>
              <p:nvPr/>
            </p:nvSpPr>
            <p:spPr bwMode="auto">
              <a:xfrm>
                <a:off x="141" y="646"/>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6</a:t>
                </a:r>
                <a:endParaRPr lang="en-US" altLang="zh-CN">
                  <a:latin typeface="Garamond" panose="02020404030301010803" pitchFamily="18" charset="0"/>
                </a:endParaRPr>
              </a:p>
            </p:txBody>
          </p:sp>
          <p:sp>
            <p:nvSpPr>
              <p:cNvPr id="25627" name="矩形 25627">
                <a:extLst>
                  <a:ext uri="{FF2B5EF4-FFF2-40B4-BE49-F238E27FC236}">
                    <a16:creationId xmlns:a16="http://schemas.microsoft.com/office/drawing/2014/main" id="{A3BAC095-D5F5-4C14-BC57-7A59EE50C9DF}"/>
                  </a:ext>
                </a:extLst>
              </p:cNvPr>
              <p:cNvSpPr>
                <a:spLocks noChangeArrowheads="1"/>
              </p:cNvSpPr>
              <p:nvPr/>
            </p:nvSpPr>
            <p:spPr bwMode="auto">
              <a:xfrm>
                <a:off x="110" y="220"/>
                <a:ext cx="128"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IR</a:t>
                </a:r>
                <a:endParaRPr lang="en-US" altLang="zh-CN">
                  <a:latin typeface="Garamond" panose="02020404030301010803" pitchFamily="18" charset="0"/>
                </a:endParaRPr>
              </a:p>
            </p:txBody>
          </p:sp>
          <p:sp>
            <p:nvSpPr>
              <p:cNvPr id="25628" name="矩形 25628">
                <a:extLst>
                  <a:ext uri="{FF2B5EF4-FFF2-40B4-BE49-F238E27FC236}">
                    <a16:creationId xmlns:a16="http://schemas.microsoft.com/office/drawing/2014/main" id="{1B8F9D91-E821-4E93-9E69-262B98475750}"/>
                  </a:ext>
                </a:extLst>
              </p:cNvPr>
              <p:cNvSpPr>
                <a:spLocks noChangeArrowheads="1"/>
              </p:cNvSpPr>
              <p:nvPr/>
            </p:nvSpPr>
            <p:spPr bwMode="auto">
              <a:xfrm>
                <a:off x="249" y="302"/>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rPr>
                  <a:t>7</a:t>
                </a:r>
                <a:endParaRPr lang="en-US" altLang="zh-CN">
                  <a:latin typeface="Garamond" panose="02020404030301010803" pitchFamily="18" charset="0"/>
                </a:endParaRPr>
              </a:p>
            </p:txBody>
          </p:sp>
          <p:sp>
            <p:nvSpPr>
              <p:cNvPr id="25629" name="未知">
                <a:extLst>
                  <a:ext uri="{FF2B5EF4-FFF2-40B4-BE49-F238E27FC236}">
                    <a16:creationId xmlns:a16="http://schemas.microsoft.com/office/drawing/2014/main" id="{466C7EB9-2558-4D24-A25D-EA58157D0B3D}"/>
                  </a:ext>
                </a:extLst>
              </p:cNvPr>
              <p:cNvSpPr>
                <a:spLocks noChangeArrowheads="1"/>
              </p:cNvSpPr>
              <p:nvPr/>
            </p:nvSpPr>
            <p:spPr bwMode="auto">
              <a:xfrm>
                <a:off x="154" y="1128"/>
                <a:ext cx="310" cy="128"/>
              </a:xfrm>
              <a:custGeom>
                <a:avLst/>
                <a:gdLst>
                  <a:gd name="T0" fmla="*/ 246 w 246"/>
                  <a:gd name="T1" fmla="*/ 107 h 166"/>
                  <a:gd name="T2" fmla="*/ 58 w 246"/>
                  <a:gd name="T3" fmla="*/ 125 h 166"/>
                  <a:gd name="T4" fmla="*/ 14 w 246"/>
                  <a:gd name="T5" fmla="*/ 0 h 166"/>
                </a:gdLst>
                <a:ahLst/>
                <a:cxnLst>
                  <a:cxn ang="0">
                    <a:pos x="T0" y="T1"/>
                  </a:cxn>
                  <a:cxn ang="0">
                    <a:pos x="T2" y="T3"/>
                  </a:cxn>
                  <a:cxn ang="0">
                    <a:pos x="T4" y="T5"/>
                  </a:cxn>
                </a:cxnLst>
                <a:rect l="0" t="0" r="r" b="b"/>
                <a:pathLst>
                  <a:path w="246" h="166">
                    <a:moveTo>
                      <a:pt x="246" y="107"/>
                    </a:moveTo>
                    <a:cubicBezTo>
                      <a:pt x="200" y="157"/>
                      <a:pt x="116" y="166"/>
                      <a:pt x="58" y="125"/>
                    </a:cubicBezTo>
                    <a:cubicBezTo>
                      <a:pt x="17" y="95"/>
                      <a:pt x="0" y="46"/>
                      <a:pt x="14" y="0"/>
                    </a:cubicBezTo>
                  </a:path>
                </a:pathLst>
              </a:custGeom>
              <a:solidFill>
                <a:schemeClr val="bg1"/>
              </a:solidFill>
              <a:ln w="6350" cap="rnd">
                <a:solidFill>
                  <a:srgbClr val="000000"/>
                </a:solidFill>
                <a:round/>
                <a:headEnd/>
                <a:tailEnd/>
              </a:ln>
            </p:spPr>
            <p:txBody>
              <a:bodyPr/>
              <a:lstStyle/>
              <a:p>
                <a:endParaRPr lang="zh-CN" altLang="en-US"/>
              </a:p>
            </p:txBody>
          </p:sp>
          <p:sp>
            <p:nvSpPr>
              <p:cNvPr id="25630" name="未知">
                <a:extLst>
                  <a:ext uri="{FF2B5EF4-FFF2-40B4-BE49-F238E27FC236}">
                    <a16:creationId xmlns:a16="http://schemas.microsoft.com/office/drawing/2014/main" id="{49B7AAB0-CB2D-4B4E-9F66-01CA21FD8461}"/>
                  </a:ext>
                </a:extLst>
              </p:cNvPr>
              <p:cNvSpPr>
                <a:spLocks noChangeArrowheads="1"/>
              </p:cNvSpPr>
              <p:nvPr/>
            </p:nvSpPr>
            <p:spPr bwMode="auto">
              <a:xfrm>
                <a:off x="136" y="1077"/>
                <a:ext cx="65" cy="71"/>
              </a:xfrm>
              <a:custGeom>
                <a:avLst/>
                <a:gdLst>
                  <a:gd name="T0" fmla="*/ 0 w 65"/>
                  <a:gd name="T1" fmla="*/ 41 h 71"/>
                  <a:gd name="T2" fmla="*/ 65 w 65"/>
                  <a:gd name="T3" fmla="*/ 0 h 71"/>
                  <a:gd name="T4" fmla="*/ 61 w 65"/>
                  <a:gd name="T5" fmla="*/ 71 h 71"/>
                  <a:gd name="T6" fmla="*/ 0 w 65"/>
                  <a:gd name="T7" fmla="*/ 41 h 71"/>
                </a:gdLst>
                <a:ahLst/>
                <a:cxnLst>
                  <a:cxn ang="0">
                    <a:pos x="T0" y="T1"/>
                  </a:cxn>
                  <a:cxn ang="0">
                    <a:pos x="T2" y="T3"/>
                  </a:cxn>
                  <a:cxn ang="0">
                    <a:pos x="T4" y="T5"/>
                  </a:cxn>
                  <a:cxn ang="0">
                    <a:pos x="T6" y="T7"/>
                  </a:cxn>
                </a:cxnLst>
                <a:rect l="0" t="0" r="r" b="b"/>
                <a:pathLst>
                  <a:path w="65" h="71">
                    <a:moveTo>
                      <a:pt x="0" y="41"/>
                    </a:moveTo>
                    <a:lnTo>
                      <a:pt x="65" y="0"/>
                    </a:lnTo>
                    <a:lnTo>
                      <a:pt x="61" y="71"/>
                    </a:lnTo>
                    <a:lnTo>
                      <a:pt x="0" y="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1" name="未知">
                <a:extLst>
                  <a:ext uri="{FF2B5EF4-FFF2-40B4-BE49-F238E27FC236}">
                    <a16:creationId xmlns:a16="http://schemas.microsoft.com/office/drawing/2014/main" id="{02D9567D-C5B1-4E15-A89D-36938008BFE8}"/>
                  </a:ext>
                </a:extLst>
              </p:cNvPr>
              <p:cNvSpPr>
                <a:spLocks noChangeArrowheads="1"/>
              </p:cNvSpPr>
              <p:nvPr/>
            </p:nvSpPr>
            <p:spPr bwMode="auto">
              <a:xfrm>
                <a:off x="225" y="62"/>
                <a:ext cx="164" cy="187"/>
              </a:xfrm>
              <a:custGeom>
                <a:avLst/>
                <a:gdLst>
                  <a:gd name="T0" fmla="*/ 16 w 164"/>
                  <a:gd name="T1" fmla="*/ 187 h 187"/>
                  <a:gd name="T2" fmla="*/ 164 w 164"/>
                  <a:gd name="T3" fmla="*/ 0 h 187"/>
                </a:gdLst>
                <a:ahLst/>
                <a:cxnLst>
                  <a:cxn ang="0">
                    <a:pos x="T0" y="T1"/>
                  </a:cxn>
                  <a:cxn ang="0">
                    <a:pos x="T2" y="T3"/>
                  </a:cxn>
                </a:cxnLst>
                <a:rect l="0" t="0" r="r" b="b"/>
                <a:pathLst>
                  <a:path w="164" h="187">
                    <a:moveTo>
                      <a:pt x="16" y="187"/>
                    </a:moveTo>
                    <a:cubicBezTo>
                      <a:pt x="0" y="100"/>
                      <a:pt x="66" y="16"/>
                      <a:pt x="164" y="0"/>
                    </a:cubicBezTo>
                  </a:path>
                </a:pathLst>
              </a:custGeom>
              <a:solidFill>
                <a:schemeClr val="bg1"/>
              </a:solidFill>
              <a:ln w="6350" cap="rnd">
                <a:solidFill>
                  <a:srgbClr val="000000"/>
                </a:solidFill>
                <a:round/>
                <a:headEnd/>
                <a:tailEnd/>
              </a:ln>
            </p:spPr>
            <p:txBody>
              <a:bodyPr/>
              <a:lstStyle/>
              <a:p>
                <a:endParaRPr lang="zh-CN" altLang="en-US"/>
              </a:p>
            </p:txBody>
          </p:sp>
          <p:sp>
            <p:nvSpPr>
              <p:cNvPr id="25632" name="未知">
                <a:extLst>
                  <a:ext uri="{FF2B5EF4-FFF2-40B4-BE49-F238E27FC236}">
                    <a16:creationId xmlns:a16="http://schemas.microsoft.com/office/drawing/2014/main" id="{BF3B2C4F-01D4-4C5A-BD32-D9A96F32E5E8}"/>
                  </a:ext>
                </a:extLst>
              </p:cNvPr>
              <p:cNvSpPr>
                <a:spLocks noChangeArrowheads="1"/>
              </p:cNvSpPr>
              <p:nvPr/>
            </p:nvSpPr>
            <p:spPr bwMode="auto">
              <a:xfrm>
                <a:off x="380" y="30"/>
                <a:ext cx="72" cy="64"/>
              </a:xfrm>
              <a:custGeom>
                <a:avLst/>
                <a:gdLst>
                  <a:gd name="T0" fmla="*/ 0 w 72"/>
                  <a:gd name="T1" fmla="*/ 0 h 64"/>
                  <a:gd name="T2" fmla="*/ 72 w 72"/>
                  <a:gd name="T3" fmla="*/ 31 h 64"/>
                  <a:gd name="T4" fmla="*/ 1 w 72"/>
                  <a:gd name="T5" fmla="*/ 64 h 64"/>
                  <a:gd name="T6" fmla="*/ 0 w 72"/>
                  <a:gd name="T7" fmla="*/ 0 h 64"/>
                </a:gdLst>
                <a:ahLst/>
                <a:cxnLst>
                  <a:cxn ang="0">
                    <a:pos x="T0" y="T1"/>
                  </a:cxn>
                  <a:cxn ang="0">
                    <a:pos x="T2" y="T3"/>
                  </a:cxn>
                  <a:cxn ang="0">
                    <a:pos x="T4" y="T5"/>
                  </a:cxn>
                  <a:cxn ang="0">
                    <a:pos x="T6" y="T7"/>
                  </a:cxn>
                </a:cxnLst>
                <a:rect l="0" t="0" r="r" b="b"/>
                <a:pathLst>
                  <a:path w="72" h="64">
                    <a:moveTo>
                      <a:pt x="0" y="0"/>
                    </a:moveTo>
                    <a:lnTo>
                      <a:pt x="72" y="31"/>
                    </a:lnTo>
                    <a:lnTo>
                      <a:pt x="1" y="64"/>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3" name="未知">
                <a:extLst>
                  <a:ext uri="{FF2B5EF4-FFF2-40B4-BE49-F238E27FC236}">
                    <a16:creationId xmlns:a16="http://schemas.microsoft.com/office/drawing/2014/main" id="{61F0F7C3-FC3E-4191-B365-35156E7DDD03}"/>
                  </a:ext>
                </a:extLst>
              </p:cNvPr>
              <p:cNvSpPr>
                <a:spLocks noChangeArrowheads="1"/>
              </p:cNvSpPr>
              <p:nvPr/>
            </p:nvSpPr>
            <p:spPr bwMode="auto">
              <a:xfrm>
                <a:off x="0" y="382"/>
                <a:ext cx="124" cy="170"/>
              </a:xfrm>
              <a:custGeom>
                <a:avLst/>
                <a:gdLst>
                  <a:gd name="T0" fmla="*/ 32 w 124"/>
                  <a:gd name="T1" fmla="*/ 170 h 170"/>
                  <a:gd name="T2" fmla="*/ 97 w 124"/>
                  <a:gd name="T3" fmla="*/ 9 h 170"/>
                  <a:gd name="T4" fmla="*/ 124 w 124"/>
                  <a:gd name="T5" fmla="*/ 0 h 170"/>
                </a:gdLst>
                <a:ahLst/>
                <a:cxnLst>
                  <a:cxn ang="0">
                    <a:pos x="T0" y="T1"/>
                  </a:cxn>
                  <a:cxn ang="0">
                    <a:pos x="T2" y="T3"/>
                  </a:cxn>
                  <a:cxn ang="0">
                    <a:pos x="T4" y="T5"/>
                  </a:cxn>
                </a:cxnLst>
                <a:rect l="0" t="0" r="r" b="b"/>
                <a:pathLst>
                  <a:path w="124" h="170">
                    <a:moveTo>
                      <a:pt x="32" y="170"/>
                    </a:moveTo>
                    <a:cubicBezTo>
                      <a:pt x="0" y="110"/>
                      <a:pt x="29" y="37"/>
                      <a:pt x="97" y="9"/>
                    </a:cubicBezTo>
                    <a:cubicBezTo>
                      <a:pt x="105" y="6"/>
                      <a:pt x="115" y="2"/>
                      <a:pt x="124" y="0"/>
                    </a:cubicBezTo>
                  </a:path>
                </a:pathLst>
              </a:custGeom>
              <a:solidFill>
                <a:schemeClr val="bg1"/>
              </a:solidFill>
              <a:ln w="6350" cap="rnd">
                <a:solidFill>
                  <a:srgbClr val="000000"/>
                </a:solidFill>
                <a:round/>
                <a:headEnd/>
                <a:tailEnd/>
              </a:ln>
            </p:spPr>
            <p:txBody>
              <a:bodyPr/>
              <a:lstStyle/>
              <a:p>
                <a:endParaRPr lang="zh-CN" altLang="en-US"/>
              </a:p>
            </p:txBody>
          </p:sp>
          <p:sp>
            <p:nvSpPr>
              <p:cNvPr id="25634" name="未知">
                <a:extLst>
                  <a:ext uri="{FF2B5EF4-FFF2-40B4-BE49-F238E27FC236}">
                    <a16:creationId xmlns:a16="http://schemas.microsoft.com/office/drawing/2014/main" id="{58619686-B13C-4250-87CC-6A669332560F}"/>
                  </a:ext>
                </a:extLst>
              </p:cNvPr>
              <p:cNvSpPr>
                <a:spLocks noChangeArrowheads="1"/>
              </p:cNvSpPr>
              <p:nvPr/>
            </p:nvSpPr>
            <p:spPr bwMode="auto">
              <a:xfrm>
                <a:off x="115" y="351"/>
                <a:ext cx="71" cy="63"/>
              </a:xfrm>
              <a:custGeom>
                <a:avLst/>
                <a:gdLst>
                  <a:gd name="T0" fmla="*/ 0 w 71"/>
                  <a:gd name="T1" fmla="*/ 0 h 63"/>
                  <a:gd name="T2" fmla="*/ 71 w 71"/>
                  <a:gd name="T3" fmla="*/ 31 h 63"/>
                  <a:gd name="T4" fmla="*/ 0 w 71"/>
                  <a:gd name="T5" fmla="*/ 63 h 63"/>
                  <a:gd name="T6" fmla="*/ 0 w 71"/>
                  <a:gd name="T7" fmla="*/ 0 h 63"/>
                </a:gdLst>
                <a:ahLst/>
                <a:cxnLst>
                  <a:cxn ang="0">
                    <a:pos x="T0" y="T1"/>
                  </a:cxn>
                  <a:cxn ang="0">
                    <a:pos x="T2" y="T3"/>
                  </a:cxn>
                  <a:cxn ang="0">
                    <a:pos x="T4" y="T5"/>
                  </a:cxn>
                  <a:cxn ang="0">
                    <a:pos x="T6" y="T7"/>
                  </a:cxn>
                </a:cxnLst>
                <a:rect l="0" t="0" r="r" b="b"/>
                <a:pathLst>
                  <a:path w="71" h="63">
                    <a:moveTo>
                      <a:pt x="0" y="0"/>
                    </a:moveTo>
                    <a:lnTo>
                      <a:pt x="71" y="31"/>
                    </a:lnTo>
                    <a:lnTo>
                      <a:pt x="0" y="63"/>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5" name="未知">
                <a:extLst>
                  <a:ext uri="{FF2B5EF4-FFF2-40B4-BE49-F238E27FC236}">
                    <a16:creationId xmlns:a16="http://schemas.microsoft.com/office/drawing/2014/main" id="{CB340BEE-BB79-4E83-8026-5D87E459BFAF}"/>
                  </a:ext>
                </a:extLst>
              </p:cNvPr>
              <p:cNvSpPr>
                <a:spLocks noChangeArrowheads="1"/>
              </p:cNvSpPr>
              <p:nvPr/>
            </p:nvSpPr>
            <p:spPr bwMode="auto">
              <a:xfrm>
                <a:off x="51" y="752"/>
                <a:ext cx="57" cy="219"/>
              </a:xfrm>
              <a:custGeom>
                <a:avLst/>
                <a:gdLst>
                  <a:gd name="T0" fmla="*/ 0 w 57"/>
                  <a:gd name="T1" fmla="*/ 219 h 219"/>
                  <a:gd name="T2" fmla="*/ 57 w 57"/>
                  <a:gd name="T3" fmla="*/ 0 h 219"/>
                </a:gdLst>
                <a:ahLst/>
                <a:cxnLst>
                  <a:cxn ang="0">
                    <a:pos x="T0" y="T1"/>
                  </a:cxn>
                  <a:cxn ang="0">
                    <a:pos x="T2" y="T3"/>
                  </a:cxn>
                </a:cxnLst>
                <a:rect l="0" t="0" r="r" b="b"/>
                <a:pathLst>
                  <a:path w="57" h="219">
                    <a:moveTo>
                      <a:pt x="0" y="219"/>
                    </a:moveTo>
                    <a:cubicBezTo>
                      <a:pt x="0" y="143"/>
                      <a:pt x="20" y="68"/>
                      <a:pt x="57" y="0"/>
                    </a:cubicBezTo>
                  </a:path>
                </a:pathLst>
              </a:custGeom>
              <a:solidFill>
                <a:schemeClr val="bg1"/>
              </a:solidFill>
              <a:ln w="6350" cap="rnd">
                <a:solidFill>
                  <a:srgbClr val="000000"/>
                </a:solidFill>
                <a:round/>
                <a:headEnd/>
                <a:tailEnd/>
              </a:ln>
            </p:spPr>
            <p:txBody>
              <a:bodyPr/>
              <a:lstStyle/>
              <a:p>
                <a:endParaRPr lang="zh-CN" altLang="en-US"/>
              </a:p>
            </p:txBody>
          </p:sp>
          <p:sp>
            <p:nvSpPr>
              <p:cNvPr id="25636" name="未知">
                <a:extLst>
                  <a:ext uri="{FF2B5EF4-FFF2-40B4-BE49-F238E27FC236}">
                    <a16:creationId xmlns:a16="http://schemas.microsoft.com/office/drawing/2014/main" id="{C83E4C30-36D5-4E55-86EC-2D24EA5C74BB}"/>
                  </a:ext>
                </a:extLst>
              </p:cNvPr>
              <p:cNvSpPr>
                <a:spLocks noChangeArrowheads="1"/>
              </p:cNvSpPr>
              <p:nvPr/>
            </p:nvSpPr>
            <p:spPr bwMode="auto">
              <a:xfrm>
                <a:off x="73" y="703"/>
                <a:ext cx="65" cy="71"/>
              </a:xfrm>
              <a:custGeom>
                <a:avLst/>
                <a:gdLst>
                  <a:gd name="T0" fmla="*/ 0 w 65"/>
                  <a:gd name="T1" fmla="*/ 40 h 71"/>
                  <a:gd name="T2" fmla="*/ 65 w 65"/>
                  <a:gd name="T3" fmla="*/ 0 h 71"/>
                  <a:gd name="T4" fmla="*/ 62 w 65"/>
                  <a:gd name="T5" fmla="*/ 71 h 71"/>
                  <a:gd name="T6" fmla="*/ 0 w 65"/>
                  <a:gd name="T7" fmla="*/ 40 h 71"/>
                </a:gdLst>
                <a:ahLst/>
                <a:cxnLst>
                  <a:cxn ang="0">
                    <a:pos x="T0" y="T1"/>
                  </a:cxn>
                  <a:cxn ang="0">
                    <a:pos x="T2" y="T3"/>
                  </a:cxn>
                  <a:cxn ang="0">
                    <a:pos x="T4" y="T5"/>
                  </a:cxn>
                  <a:cxn ang="0">
                    <a:pos x="T6" y="T7"/>
                  </a:cxn>
                </a:cxnLst>
                <a:rect l="0" t="0" r="r" b="b"/>
                <a:pathLst>
                  <a:path w="65" h="71">
                    <a:moveTo>
                      <a:pt x="0" y="40"/>
                    </a:moveTo>
                    <a:lnTo>
                      <a:pt x="65" y="0"/>
                    </a:lnTo>
                    <a:lnTo>
                      <a:pt x="62" y="71"/>
                    </a:lnTo>
                    <a:lnTo>
                      <a:pt x="0" y="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7" name="未知">
                <a:extLst>
                  <a:ext uri="{FF2B5EF4-FFF2-40B4-BE49-F238E27FC236}">
                    <a16:creationId xmlns:a16="http://schemas.microsoft.com/office/drawing/2014/main" id="{3DF7D3BF-99B7-4039-8377-1CFC2BEE9847}"/>
                  </a:ext>
                </a:extLst>
              </p:cNvPr>
              <p:cNvSpPr>
                <a:spLocks noChangeArrowheads="1"/>
              </p:cNvSpPr>
              <p:nvPr/>
            </p:nvSpPr>
            <p:spPr bwMode="auto">
              <a:xfrm>
                <a:off x="476" y="1307"/>
                <a:ext cx="58" cy="220"/>
              </a:xfrm>
              <a:custGeom>
                <a:avLst/>
                <a:gdLst>
                  <a:gd name="T0" fmla="*/ 0 w 58"/>
                  <a:gd name="T1" fmla="*/ 220 h 220"/>
                  <a:gd name="T2" fmla="*/ 58 w 58"/>
                  <a:gd name="T3" fmla="*/ 0 h 220"/>
                </a:gdLst>
                <a:ahLst/>
                <a:cxnLst>
                  <a:cxn ang="0">
                    <a:pos x="T0" y="T1"/>
                  </a:cxn>
                  <a:cxn ang="0">
                    <a:pos x="T2" y="T3"/>
                  </a:cxn>
                </a:cxnLst>
                <a:rect l="0" t="0" r="r" b="b"/>
                <a:pathLst>
                  <a:path w="58" h="220">
                    <a:moveTo>
                      <a:pt x="0" y="220"/>
                    </a:moveTo>
                    <a:cubicBezTo>
                      <a:pt x="1" y="144"/>
                      <a:pt x="20" y="69"/>
                      <a:pt x="58" y="0"/>
                    </a:cubicBezTo>
                  </a:path>
                </a:pathLst>
              </a:custGeom>
              <a:solidFill>
                <a:schemeClr val="bg1"/>
              </a:solidFill>
              <a:ln w="6350" cap="rnd">
                <a:solidFill>
                  <a:srgbClr val="000000"/>
                </a:solidFill>
                <a:round/>
                <a:headEnd/>
                <a:tailEnd/>
              </a:ln>
            </p:spPr>
            <p:txBody>
              <a:bodyPr/>
              <a:lstStyle/>
              <a:p>
                <a:endParaRPr lang="zh-CN" altLang="en-US"/>
              </a:p>
            </p:txBody>
          </p:sp>
          <p:sp>
            <p:nvSpPr>
              <p:cNvPr id="25638" name="未知">
                <a:extLst>
                  <a:ext uri="{FF2B5EF4-FFF2-40B4-BE49-F238E27FC236}">
                    <a16:creationId xmlns:a16="http://schemas.microsoft.com/office/drawing/2014/main" id="{CE9A24F9-D145-4C94-8831-207678554534}"/>
                  </a:ext>
                </a:extLst>
              </p:cNvPr>
              <p:cNvSpPr>
                <a:spLocks noChangeArrowheads="1"/>
              </p:cNvSpPr>
              <p:nvPr/>
            </p:nvSpPr>
            <p:spPr bwMode="auto">
              <a:xfrm>
                <a:off x="498" y="1259"/>
                <a:ext cx="65" cy="71"/>
              </a:xfrm>
              <a:custGeom>
                <a:avLst/>
                <a:gdLst>
                  <a:gd name="T0" fmla="*/ 0 w 65"/>
                  <a:gd name="T1" fmla="*/ 41 h 71"/>
                  <a:gd name="T2" fmla="*/ 65 w 65"/>
                  <a:gd name="T3" fmla="*/ 0 h 71"/>
                  <a:gd name="T4" fmla="*/ 62 w 65"/>
                  <a:gd name="T5" fmla="*/ 71 h 71"/>
                  <a:gd name="T6" fmla="*/ 0 w 65"/>
                  <a:gd name="T7" fmla="*/ 41 h 71"/>
                </a:gdLst>
                <a:ahLst/>
                <a:cxnLst>
                  <a:cxn ang="0">
                    <a:pos x="T0" y="T1"/>
                  </a:cxn>
                  <a:cxn ang="0">
                    <a:pos x="T2" y="T3"/>
                  </a:cxn>
                  <a:cxn ang="0">
                    <a:pos x="T4" y="T5"/>
                  </a:cxn>
                  <a:cxn ang="0">
                    <a:pos x="T6" y="T7"/>
                  </a:cxn>
                </a:cxnLst>
                <a:rect l="0" t="0" r="r" b="b"/>
                <a:pathLst>
                  <a:path w="65" h="71">
                    <a:moveTo>
                      <a:pt x="0" y="41"/>
                    </a:moveTo>
                    <a:lnTo>
                      <a:pt x="65" y="0"/>
                    </a:lnTo>
                    <a:lnTo>
                      <a:pt x="62" y="71"/>
                    </a:lnTo>
                    <a:lnTo>
                      <a:pt x="0" y="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639" name="灯片编号占位符 1">
            <a:extLst>
              <a:ext uri="{FF2B5EF4-FFF2-40B4-BE49-F238E27FC236}">
                <a16:creationId xmlns:a16="http://schemas.microsoft.com/office/drawing/2014/main" id="{10D1D994-1F61-4B4E-A44B-AE368D679D8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4B00DD36-6757-4BE4-9509-B0B3A6FCEBD9}" type="slidenum">
              <a:rPr lang="zh-CN" altLang="en-US" smtClean="0"/>
              <a:pPr eaLnBrk="0" hangingPunct="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框 26625">
            <a:extLst>
              <a:ext uri="{FF2B5EF4-FFF2-40B4-BE49-F238E27FC236}">
                <a16:creationId xmlns:a16="http://schemas.microsoft.com/office/drawing/2014/main" id="{3450142F-3743-482E-8388-705ACD7F10CD}"/>
              </a:ext>
            </a:extLst>
          </p:cNvPr>
          <p:cNvSpPr txBox="1">
            <a:spLocks noChangeArrowheads="1"/>
          </p:cNvSpPr>
          <p:nvPr/>
        </p:nvSpPr>
        <p:spPr bwMode="auto">
          <a:xfrm>
            <a:off x="228600" y="228600"/>
            <a:ext cx="8610600"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Clr>
                <a:schemeClr val="folHlink"/>
              </a:buClr>
              <a:buSzPct val="60000"/>
              <a:buFont typeface="Wingdings" panose="05000000000000000000" pitchFamily="2" charset="2"/>
              <a:buNone/>
            </a:pPr>
            <a:r>
              <a:rPr lang="en-US" altLang="zh-CN" sz="2800">
                <a:solidFill>
                  <a:srgbClr val="FF0000"/>
                </a:solidFill>
                <a:latin typeface="Tahoma" panose="020B0604030504040204" pitchFamily="34" charset="0"/>
              </a:rPr>
              <a:t>     </a:t>
            </a:r>
            <a:r>
              <a:rPr lang="en-US" altLang="zh-CN" sz="2800">
                <a:solidFill>
                  <a:srgbClr val="FFFF00"/>
                </a:solidFill>
                <a:latin typeface="Tahoma" panose="020B0604030504040204" pitchFamily="34" charset="0"/>
              </a:rPr>
              <a:t>D</a:t>
            </a:r>
            <a:r>
              <a:rPr lang="zh-CN" altLang="en-US" sz="2800">
                <a:solidFill>
                  <a:srgbClr val="FFFF00"/>
                </a:solidFill>
                <a:latin typeface="Tahoma" panose="020B0604030504040204" pitchFamily="34" charset="0"/>
              </a:rPr>
              <a:t>、优先级特殊循环方式</a:t>
            </a:r>
          </a:p>
          <a:p>
            <a:pPr>
              <a:spcBef>
                <a:spcPct val="20000"/>
              </a:spcBef>
              <a:buClr>
                <a:schemeClr val="folHlink"/>
              </a:buClr>
              <a:buSzPct val="60000"/>
              <a:buFont typeface="Wingdings" panose="05000000000000000000" pitchFamily="2" charset="2"/>
              <a:buNone/>
            </a:pPr>
            <a:endParaRPr lang="zh-CN" altLang="en-US" sz="2800">
              <a:solidFill>
                <a:srgbClr val="FFFF00"/>
              </a:solidFill>
              <a:latin typeface="Tahoma" panose="020B0604030504040204" pitchFamily="34" charset="0"/>
            </a:endParaRPr>
          </a:p>
          <a:p>
            <a:pPr lvl="1">
              <a:spcBef>
                <a:spcPct val="20000"/>
              </a:spcBef>
              <a:buClr>
                <a:schemeClr val="hlink"/>
              </a:buClr>
              <a:buSzPct val="55000"/>
            </a:pPr>
            <a:r>
              <a:rPr lang="zh-CN" altLang="en-US" sz="2800">
                <a:latin typeface="Tahoma" panose="020B0604030504040204" pitchFamily="34" charset="0"/>
              </a:rPr>
              <a:t>与</a:t>
            </a:r>
            <a:r>
              <a:rPr lang="zh-CN" altLang="en-US" sz="2800">
                <a:solidFill>
                  <a:schemeClr val="hlink"/>
                </a:solidFill>
                <a:latin typeface="Tahoma" panose="020B0604030504040204" pitchFamily="34" charset="0"/>
              </a:rPr>
              <a:t>自动循环方式</a:t>
            </a:r>
            <a:r>
              <a:rPr lang="zh-CN" altLang="en-US" sz="2800">
                <a:latin typeface="Tahoma" panose="020B0604030504040204" pitchFamily="34" charset="0"/>
              </a:rPr>
              <a:t>类似</a:t>
            </a:r>
          </a:p>
          <a:p>
            <a:pPr lvl="1">
              <a:spcBef>
                <a:spcPct val="20000"/>
              </a:spcBef>
              <a:buClr>
                <a:schemeClr val="hlink"/>
              </a:buClr>
              <a:buSzPct val="55000"/>
            </a:pPr>
            <a:endParaRPr lang="zh-CN" altLang="en-US" sz="2800">
              <a:latin typeface="Tahoma" panose="020B0604030504040204" pitchFamily="34" charset="0"/>
            </a:endParaRPr>
          </a:p>
          <a:p>
            <a:pPr lvl="1">
              <a:spcBef>
                <a:spcPct val="20000"/>
              </a:spcBef>
              <a:buClr>
                <a:schemeClr val="hlink"/>
              </a:buClr>
              <a:buSzPct val="55000"/>
            </a:pPr>
            <a:r>
              <a:rPr lang="zh-CN" altLang="en-US" sz="2800">
                <a:solidFill>
                  <a:schemeClr val="hlink"/>
                </a:solidFill>
                <a:latin typeface="Tahoma" panose="020B0604030504040204" pitchFamily="34" charset="0"/>
              </a:rPr>
              <a:t>区别在于：</a:t>
            </a:r>
            <a:r>
              <a:rPr lang="zh-CN" altLang="en-US" sz="2800">
                <a:latin typeface="Tahoma" panose="020B0604030504040204" pitchFamily="34" charset="0"/>
              </a:rPr>
              <a:t>自动循环方式初始的优先级是确定的，而特殊循环方式的</a:t>
            </a:r>
            <a:r>
              <a:rPr lang="zh-CN" altLang="en-US" sz="2800">
                <a:solidFill>
                  <a:schemeClr val="hlink"/>
                </a:solidFill>
                <a:latin typeface="Tahoma" panose="020B0604030504040204" pitchFamily="34" charset="0"/>
              </a:rPr>
              <a:t>初始最低优先级</a:t>
            </a:r>
            <a:r>
              <a:rPr lang="zh-CN" altLang="en-US" sz="2800">
                <a:latin typeface="Tahoma" panose="020B0604030504040204" pitchFamily="34" charset="0"/>
              </a:rPr>
              <a:t>由程序决定（其他优先级也决定了）。</a:t>
            </a:r>
          </a:p>
          <a:p>
            <a:pPr lvl="1">
              <a:spcBef>
                <a:spcPct val="20000"/>
              </a:spcBef>
              <a:buClr>
                <a:schemeClr val="hlink"/>
              </a:buClr>
              <a:buSzPct val="55000"/>
            </a:pPr>
            <a:endParaRPr lang="zh-CN" altLang="en-US" sz="2800">
              <a:latin typeface="Tahoma" panose="020B0604030504040204" pitchFamily="34" charset="0"/>
            </a:endParaRPr>
          </a:p>
          <a:p>
            <a:pPr lvl="1">
              <a:spcBef>
                <a:spcPct val="20000"/>
              </a:spcBef>
              <a:buClr>
                <a:schemeClr val="hlink"/>
              </a:buClr>
              <a:buSzPct val="55000"/>
            </a:pPr>
            <a:r>
              <a:rPr lang="zh-CN" altLang="en-US" sz="2800">
                <a:solidFill>
                  <a:schemeClr val="hlink"/>
                </a:solidFill>
                <a:latin typeface="Tahoma" panose="020B0604030504040204" pitchFamily="34" charset="0"/>
              </a:rPr>
              <a:t>优先级循环过程二者相同</a:t>
            </a:r>
          </a:p>
        </p:txBody>
      </p:sp>
      <p:sp>
        <p:nvSpPr>
          <p:cNvPr id="26627" name="Rectangle 141">
            <a:extLst>
              <a:ext uri="{FF2B5EF4-FFF2-40B4-BE49-F238E27FC236}">
                <a16:creationId xmlns:a16="http://schemas.microsoft.com/office/drawing/2014/main" id="{AB79AB5A-400B-455E-81C3-50A699BDB74B}"/>
              </a:ext>
            </a:extLst>
          </p:cNvPr>
          <p:cNvSpPr>
            <a:spLocks noChangeArrowheads="1"/>
          </p:cNvSpPr>
          <p:nvPr/>
        </p:nvSpPr>
        <p:spPr bwMode="auto">
          <a:xfrm>
            <a:off x="468313" y="5229225"/>
            <a:ext cx="6624637" cy="647700"/>
          </a:xfrm>
          <a:prstGeom prst="rect">
            <a:avLst/>
          </a:prstGeom>
          <a:solidFill>
            <a:schemeClr val="accent1"/>
          </a:solidFill>
          <a:ln w="38100">
            <a:solidFill>
              <a:schemeClr val="tx1"/>
            </a:solidFill>
            <a:miter lim="800000"/>
            <a:headEnd/>
            <a:tailEnd/>
          </a:ln>
        </p:spPr>
        <p:txBody>
          <a:bodyPr wrap="none" anchor="ctr"/>
          <a:lstStyle/>
          <a:p>
            <a:r>
              <a:rPr lang="zh-CN" altLang="en-US" sz="2000" b="1">
                <a:latin typeface="楷体_GB2312" pitchFamily="1" charset="-122"/>
                <a:ea typeface="楷体_GB2312" pitchFamily="1" charset="-122"/>
              </a:rPr>
              <a:t>*中断优先级管理还存在另一种方法：利用中断屏蔽功能</a:t>
            </a:r>
          </a:p>
        </p:txBody>
      </p:sp>
      <p:sp>
        <p:nvSpPr>
          <p:cNvPr id="2" name="灯片编号占位符 1">
            <a:extLst>
              <a:ext uri="{FF2B5EF4-FFF2-40B4-BE49-F238E27FC236}">
                <a16:creationId xmlns:a16="http://schemas.microsoft.com/office/drawing/2014/main" id="{3FB06C70-7B2C-4A44-BBF2-D077CE8A1E9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C1ED950D-9E92-4A0F-8C40-B73FF3940282}" type="slidenum">
              <a:rPr lang="zh-CN" altLang="en-US" smtClean="0"/>
              <a:pPr eaLnBrk="0" hangingPunct="0"/>
              <a:t>23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ox(in)">
                                      <p:cBhvr>
                                        <p:cTn id="7" dur="500"/>
                                        <p:tgtEl>
                                          <p:spTgt spid="26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1" nodeType="clickEffect">
                                  <p:stCondLst>
                                    <p:cond delay="0"/>
                                  </p:stCondLst>
                                  <p:childTnLst>
                                    <p:set>
                                      <p:cBhvr>
                                        <p:cTn id="11" dur="1" fill="hold">
                                          <p:stCondLst>
                                            <p:cond delay="0"/>
                                          </p:stCondLst>
                                        </p:cTn>
                                        <p:tgtEl>
                                          <p:spTgt spid="26627"/>
                                        </p:tgtEl>
                                        <p:attrNameLst>
                                          <p:attrName>style.visibility</p:attrName>
                                        </p:attrNameLst>
                                      </p:cBhvr>
                                      <p:to>
                                        <p:strVal val="visible"/>
                                      </p:to>
                                    </p:set>
                                    <p:anim calcmode="lin" valueType="num">
                                      <p:cBhvr additive="base">
                                        <p:cTn id="12" dur="500" fill="hold"/>
                                        <p:tgtEl>
                                          <p:spTgt spid="26627"/>
                                        </p:tgtEl>
                                        <p:attrNameLst>
                                          <p:attrName>ppt_x</p:attrName>
                                        </p:attrNameLst>
                                      </p:cBhvr>
                                      <p:tavLst>
                                        <p:tav tm="0">
                                          <p:val>
                                            <p:strVal val="#ppt_x"/>
                                          </p:val>
                                        </p:tav>
                                        <p:tav tm="100000">
                                          <p:val>
                                            <p:strVal val="#ppt_x"/>
                                          </p:val>
                                        </p:tav>
                                      </p:tavLst>
                                    </p:anim>
                                    <p:anim calcmode="lin" valueType="num">
                                      <p:cBhvr additive="base">
                                        <p:cTn id="13" dur="500" fill="hold"/>
                                        <p:tgtEl>
                                          <p:spTgt spid="266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p:bldP spid="26627"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占位符 27649">
            <a:extLst>
              <a:ext uri="{FF2B5EF4-FFF2-40B4-BE49-F238E27FC236}">
                <a16:creationId xmlns:a16="http://schemas.microsoft.com/office/drawing/2014/main" id="{633C5A14-BDA1-423E-B70A-E0F37F1C4D56}"/>
              </a:ext>
            </a:extLst>
          </p:cNvPr>
          <p:cNvSpPr>
            <a:spLocks noGrp="1" noChangeArrowheads="1"/>
          </p:cNvSpPr>
          <p:nvPr>
            <p:ph idx="1"/>
          </p:nvPr>
        </p:nvSpPr>
        <p:spPr>
          <a:xfrm>
            <a:off x="381000" y="333375"/>
            <a:ext cx="7772400" cy="4114800"/>
          </a:xfrm>
        </p:spPr>
        <p:txBody>
          <a:bodyPr/>
          <a:lstStyle/>
          <a:p>
            <a:pPr>
              <a:lnSpc>
                <a:spcPct val="90000"/>
              </a:lnSpc>
              <a:buFont typeface="Wingdings" panose="05000000000000000000" pitchFamily="2" charset="2"/>
              <a:buNone/>
            </a:pPr>
            <a:r>
              <a:rPr lang="zh-CN" altLang="en-US">
                <a:solidFill>
                  <a:srgbClr val="FF0000"/>
                </a:solidFill>
                <a:ea typeface="宋体" panose="02010600030101010101" pitchFamily="2" charset="-122"/>
              </a:rPr>
              <a:t>   </a:t>
            </a:r>
            <a:r>
              <a:rPr lang="zh-CN" altLang="en-US">
                <a:solidFill>
                  <a:srgbClr val="FFFF00"/>
                </a:solidFill>
                <a:ea typeface="宋体" panose="02010600030101010101" pitchFamily="2" charset="-122"/>
              </a:rPr>
              <a:t>2) 屏蔽中断源的方式(中断屏蔽方式)</a:t>
            </a:r>
          </a:p>
          <a:p>
            <a:pPr>
              <a:lnSpc>
                <a:spcPct val="90000"/>
              </a:lnSpc>
              <a:buFont typeface="Wingdings" panose="05000000000000000000" pitchFamily="2" charset="2"/>
              <a:buNone/>
            </a:pPr>
            <a:endParaRPr lang="zh-CN" altLang="en-US">
              <a:solidFill>
                <a:srgbClr val="FFFF00"/>
              </a:solidFill>
              <a:ea typeface="宋体" panose="02010600030101010101" pitchFamily="2" charset="-122"/>
            </a:endParaRPr>
          </a:p>
          <a:p>
            <a:pPr lvl="1">
              <a:lnSpc>
                <a:spcPct val="90000"/>
              </a:lnSpc>
            </a:pPr>
            <a:r>
              <a:rPr lang="zh-CN" altLang="en-US">
                <a:solidFill>
                  <a:srgbClr val="FF0000"/>
                </a:solidFill>
                <a:ea typeface="宋体" panose="02010600030101010101" pitchFamily="2" charset="-122"/>
              </a:rPr>
              <a:t>普通屏蔽方式</a:t>
            </a:r>
          </a:p>
          <a:p>
            <a:pPr lvl="2">
              <a:lnSpc>
                <a:spcPct val="90000"/>
              </a:lnSpc>
            </a:pPr>
            <a:r>
              <a:rPr lang="zh-CN" altLang="en-US">
                <a:ea typeface="宋体" panose="02010600030101010101" pitchFamily="2" charset="-122"/>
              </a:rPr>
              <a:t>通过对中断屏蔽寄存器(IMR)的设定，实现对相应位为</a:t>
            </a:r>
            <a:r>
              <a:rPr lang="zh-CN" altLang="en-US">
                <a:latin typeface="Arial" panose="020B0604020202020204" pitchFamily="34" charset="0"/>
                <a:ea typeface="宋体" panose="02010600030101010101" pitchFamily="2" charset="-122"/>
              </a:rPr>
              <a:t>“</a:t>
            </a:r>
            <a:r>
              <a:rPr lang="zh-CN" altLang="en-US">
                <a:ea typeface="宋体" panose="02010600030101010101" pitchFamily="2" charset="-122"/>
              </a:rPr>
              <a:t>1</a:t>
            </a:r>
            <a:r>
              <a:rPr lang="zh-CN" altLang="en-US">
                <a:latin typeface="Arial" panose="020B0604020202020204" pitchFamily="34" charset="0"/>
                <a:ea typeface="宋体" panose="02010600030101010101" pitchFamily="2" charset="-122"/>
              </a:rPr>
              <a:t>”</a:t>
            </a:r>
            <a:r>
              <a:rPr lang="zh-CN" altLang="en-US">
                <a:ea typeface="宋体" panose="02010600030101010101" pitchFamily="2" charset="-122"/>
              </a:rPr>
              <a:t>的中断请求的屏蔽。</a:t>
            </a:r>
          </a:p>
          <a:p>
            <a:pPr lvl="2">
              <a:lnSpc>
                <a:spcPct val="90000"/>
              </a:lnSpc>
            </a:pPr>
            <a:r>
              <a:rPr lang="zh-CN" altLang="en-US">
                <a:ea typeface="宋体" panose="02010600030101010101" pitchFamily="2" charset="-122"/>
              </a:rPr>
              <a:t>可通过</a:t>
            </a:r>
            <a:r>
              <a:rPr lang="zh-CN" altLang="en-US">
                <a:solidFill>
                  <a:schemeClr val="hlink"/>
                </a:solidFill>
                <a:ea typeface="宋体" panose="02010600030101010101" pitchFamily="2" charset="-122"/>
              </a:rPr>
              <a:t>OCW</a:t>
            </a:r>
            <a:r>
              <a:rPr lang="zh-CN" altLang="en-US" baseline="-25000">
                <a:solidFill>
                  <a:schemeClr val="hlink"/>
                </a:solidFill>
                <a:ea typeface="宋体" panose="02010600030101010101" pitchFamily="2" charset="-122"/>
              </a:rPr>
              <a:t>1</a:t>
            </a:r>
            <a:r>
              <a:rPr lang="zh-CN" altLang="en-US">
                <a:ea typeface="宋体" panose="02010600030101010101" pitchFamily="2" charset="-122"/>
              </a:rPr>
              <a:t>使</a:t>
            </a:r>
            <a:r>
              <a:rPr lang="zh-CN" altLang="en-US">
                <a:solidFill>
                  <a:schemeClr val="hlink"/>
                </a:solidFill>
                <a:ea typeface="宋体" panose="02010600030101010101" pitchFamily="2" charset="-122"/>
              </a:rPr>
              <a:t>IMR</a:t>
            </a:r>
            <a:r>
              <a:rPr lang="zh-CN" altLang="en-US">
                <a:ea typeface="宋体" panose="02010600030101010101" pitchFamily="2" charset="-122"/>
              </a:rPr>
              <a:t>的一位或几位置</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1</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a:t>
            </a:r>
          </a:p>
          <a:p>
            <a:pPr lvl="2">
              <a:lnSpc>
                <a:spcPct val="90000"/>
              </a:lnSpc>
            </a:pPr>
            <a:r>
              <a:rPr lang="zh-CN" altLang="en-US">
                <a:ea typeface="宋体" panose="02010600030101010101" pitchFamily="2" charset="-122"/>
              </a:rPr>
              <a:t>可以在主程序和中断服务程序中设置</a:t>
            </a:r>
          </a:p>
          <a:p>
            <a:pPr lvl="1">
              <a:lnSpc>
                <a:spcPct val="90000"/>
              </a:lnSpc>
            </a:pPr>
            <a:r>
              <a:rPr lang="zh-CN" altLang="en-US">
                <a:solidFill>
                  <a:srgbClr val="FF0000"/>
                </a:solidFill>
                <a:ea typeface="宋体" panose="02010600030101010101" pitchFamily="2" charset="-122"/>
              </a:rPr>
              <a:t>*特殊屏蔽方式(SPECIAL MASK MODE)</a:t>
            </a:r>
          </a:p>
          <a:p>
            <a:pPr lvl="2">
              <a:lnSpc>
                <a:spcPct val="90000"/>
              </a:lnSpc>
            </a:pPr>
            <a:r>
              <a:rPr lang="zh-CN" altLang="en-US">
                <a:ea typeface="宋体" panose="02010600030101010101" pitchFamily="2" charset="-122"/>
              </a:rPr>
              <a:t>可使低优先级的的中断进入正在服务的高优先级中断中</a:t>
            </a:r>
          </a:p>
          <a:p>
            <a:pPr lvl="2">
              <a:lnSpc>
                <a:spcPct val="90000"/>
              </a:lnSpc>
            </a:pPr>
            <a:r>
              <a:rPr lang="zh-CN" altLang="en-US">
                <a:ea typeface="宋体" panose="02010600030101010101" pitchFamily="2" charset="-122"/>
              </a:rPr>
              <a:t>实现：</a:t>
            </a:r>
          </a:p>
        </p:txBody>
      </p:sp>
      <p:sp>
        <p:nvSpPr>
          <p:cNvPr id="27650" name="文本框 27650">
            <a:extLst>
              <a:ext uri="{FF2B5EF4-FFF2-40B4-BE49-F238E27FC236}">
                <a16:creationId xmlns:a16="http://schemas.microsoft.com/office/drawing/2014/main" id="{5DD74E3C-23C5-4B60-A7D1-8A523BE8A51D}"/>
              </a:ext>
            </a:extLst>
          </p:cNvPr>
          <p:cNvSpPr txBox="1">
            <a:spLocks noChangeArrowheads="1"/>
          </p:cNvSpPr>
          <p:nvPr/>
        </p:nvSpPr>
        <p:spPr bwMode="auto">
          <a:xfrm>
            <a:off x="2916238" y="4060825"/>
            <a:ext cx="5256212"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3</a:t>
            </a:r>
            <a:r>
              <a:rPr lang="en-US" altLang="zh-CN" sz="1600">
                <a:latin typeface="Tahoma" panose="020B0604030504040204" pitchFamily="34" charset="0"/>
              </a:rPr>
              <a:t>(ESMM=1,SMM=1)</a:t>
            </a:r>
          </a:p>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1</a:t>
            </a:r>
            <a:r>
              <a:rPr lang="en-US" altLang="zh-CN" sz="1600">
                <a:latin typeface="Tahoma" panose="020B0604030504040204" pitchFamily="34" charset="0"/>
              </a:rPr>
              <a:t>(</a:t>
            </a:r>
            <a:r>
              <a:rPr lang="zh-CN" altLang="en-US" sz="1600">
                <a:latin typeface="Tahoma" panose="020B0604030504040204" pitchFamily="34" charset="0"/>
              </a:rPr>
              <a:t>使</a:t>
            </a:r>
            <a:r>
              <a:rPr lang="en-US" altLang="zh-CN" sz="1600">
                <a:latin typeface="Tahoma" panose="020B0604030504040204" pitchFamily="34" charset="0"/>
              </a:rPr>
              <a:t>IMR</a:t>
            </a:r>
            <a:r>
              <a:rPr lang="zh-CN" altLang="en-US" sz="1600">
                <a:latin typeface="Tahoma" panose="020B0604030504040204" pitchFamily="34" charset="0"/>
              </a:rPr>
              <a:t>对应于本级的位为“</a:t>
            </a:r>
            <a:r>
              <a:rPr lang="en-US" altLang="zh-CN" sz="1600">
                <a:latin typeface="Tahoma" panose="020B0604030504040204" pitchFamily="34" charset="0"/>
              </a:rPr>
              <a:t>1”)</a:t>
            </a:r>
          </a:p>
          <a:p>
            <a:pPr>
              <a:spcBef>
                <a:spcPct val="50000"/>
              </a:spcBef>
            </a:pPr>
            <a:r>
              <a:rPr lang="en-US" altLang="zh-CN" sz="1600">
                <a:latin typeface="Tahoma" panose="020B0604030504040204" pitchFamily="34" charset="0"/>
              </a:rPr>
              <a:t>……</a:t>
            </a:r>
          </a:p>
          <a:p>
            <a:pPr>
              <a:spcBef>
                <a:spcPct val="50000"/>
              </a:spcBef>
            </a:pPr>
            <a:r>
              <a:rPr lang="en-US" altLang="zh-CN" sz="1600">
                <a:latin typeface="Tahoma" panose="020B0604030504040204" pitchFamily="34" charset="0"/>
              </a:rPr>
              <a:t>……</a:t>
            </a:r>
          </a:p>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1</a:t>
            </a:r>
            <a:r>
              <a:rPr lang="en-US" altLang="zh-CN" sz="1600">
                <a:latin typeface="Tahoma" panose="020B0604030504040204" pitchFamily="34" charset="0"/>
              </a:rPr>
              <a:t>(</a:t>
            </a:r>
            <a:r>
              <a:rPr lang="zh-CN" altLang="en-US" sz="1600">
                <a:latin typeface="Tahoma" panose="020B0604030504040204" pitchFamily="34" charset="0"/>
              </a:rPr>
              <a:t>使</a:t>
            </a:r>
            <a:r>
              <a:rPr lang="en-US" altLang="zh-CN" sz="1600">
                <a:latin typeface="Tahoma" panose="020B0604030504040204" pitchFamily="34" charset="0"/>
              </a:rPr>
              <a:t>IMR</a:t>
            </a:r>
            <a:r>
              <a:rPr lang="zh-CN" altLang="en-US" sz="1600">
                <a:latin typeface="Tahoma" panose="020B0604030504040204" pitchFamily="34" charset="0"/>
              </a:rPr>
              <a:t>对应于本级的位为“</a:t>
            </a:r>
            <a:r>
              <a:rPr lang="en-US" altLang="zh-CN" sz="1600">
                <a:latin typeface="Tahoma" panose="020B0604030504040204" pitchFamily="34" charset="0"/>
              </a:rPr>
              <a:t>0”)</a:t>
            </a:r>
          </a:p>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3</a:t>
            </a:r>
            <a:r>
              <a:rPr lang="en-US" altLang="zh-CN" sz="1600">
                <a:latin typeface="Tahoma" panose="020B0604030504040204" pitchFamily="34" charset="0"/>
              </a:rPr>
              <a:t>(ESMM=1</a:t>
            </a:r>
            <a:r>
              <a:rPr lang="zh-CN" altLang="en-US" sz="1600">
                <a:latin typeface="Tahoma" panose="020B0604030504040204" pitchFamily="34" charset="0"/>
              </a:rPr>
              <a:t>，</a:t>
            </a:r>
            <a:r>
              <a:rPr lang="en-US" altLang="zh-CN" sz="1600">
                <a:latin typeface="Tahoma" panose="020B0604030504040204" pitchFamily="34" charset="0"/>
              </a:rPr>
              <a:t>SMM=0)</a:t>
            </a:r>
          </a:p>
          <a:p>
            <a:pPr>
              <a:spcBef>
                <a:spcPct val="50000"/>
              </a:spcBef>
            </a:pPr>
            <a:endParaRPr lang="zh-CN" altLang="en-US" sz="1600">
              <a:latin typeface="Tahoma" panose="020B0604030504040204" pitchFamily="34" charset="0"/>
            </a:endParaRPr>
          </a:p>
        </p:txBody>
      </p:sp>
      <p:sp>
        <p:nvSpPr>
          <p:cNvPr id="27651" name="左大括号 27651">
            <a:extLst>
              <a:ext uri="{FF2B5EF4-FFF2-40B4-BE49-F238E27FC236}">
                <a16:creationId xmlns:a16="http://schemas.microsoft.com/office/drawing/2014/main" id="{487B669D-4A04-4B3F-8302-D828BB5E5553}"/>
              </a:ext>
            </a:extLst>
          </p:cNvPr>
          <p:cNvSpPr>
            <a:spLocks/>
          </p:cNvSpPr>
          <p:nvPr/>
        </p:nvSpPr>
        <p:spPr bwMode="auto">
          <a:xfrm>
            <a:off x="2844800" y="4202113"/>
            <a:ext cx="71438" cy="2016125"/>
          </a:xfrm>
          <a:prstGeom prst="leftBrace">
            <a:avLst>
              <a:gd name="adj1" fmla="val 234661"/>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sp>
        <p:nvSpPr>
          <p:cNvPr id="27652" name="右大括号 27652">
            <a:extLst>
              <a:ext uri="{FF2B5EF4-FFF2-40B4-BE49-F238E27FC236}">
                <a16:creationId xmlns:a16="http://schemas.microsoft.com/office/drawing/2014/main" id="{EB94A943-403C-44C3-BE98-1DA59B61993E}"/>
              </a:ext>
            </a:extLst>
          </p:cNvPr>
          <p:cNvSpPr>
            <a:spLocks/>
          </p:cNvSpPr>
          <p:nvPr/>
        </p:nvSpPr>
        <p:spPr bwMode="auto">
          <a:xfrm>
            <a:off x="3563938" y="4921250"/>
            <a:ext cx="71437" cy="576263"/>
          </a:xfrm>
          <a:prstGeom prst="rightBrace">
            <a:avLst>
              <a:gd name="adj1" fmla="val 67073"/>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sp>
        <p:nvSpPr>
          <p:cNvPr id="27653" name="文本框 27653">
            <a:extLst>
              <a:ext uri="{FF2B5EF4-FFF2-40B4-BE49-F238E27FC236}">
                <a16:creationId xmlns:a16="http://schemas.microsoft.com/office/drawing/2014/main" id="{967C316E-51F8-4ED3-9CA7-3A55432796FC}"/>
              </a:ext>
            </a:extLst>
          </p:cNvPr>
          <p:cNvSpPr txBox="1">
            <a:spLocks noChangeArrowheads="1"/>
          </p:cNvSpPr>
          <p:nvPr/>
        </p:nvSpPr>
        <p:spPr bwMode="auto">
          <a:xfrm>
            <a:off x="3635375" y="4994275"/>
            <a:ext cx="1584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7C80"/>
                </a:solidFill>
                <a:latin typeface="Tahoma" panose="020B0604030504040204" pitchFamily="34" charset="0"/>
              </a:rPr>
              <a:t>“中断级无效”</a:t>
            </a:r>
          </a:p>
        </p:txBody>
      </p:sp>
      <p:sp>
        <p:nvSpPr>
          <p:cNvPr id="27654" name="右大括号 27654">
            <a:extLst>
              <a:ext uri="{FF2B5EF4-FFF2-40B4-BE49-F238E27FC236}">
                <a16:creationId xmlns:a16="http://schemas.microsoft.com/office/drawing/2014/main" id="{2C50DAA9-3AD1-4C93-B091-F75BDC888263}"/>
              </a:ext>
            </a:extLst>
          </p:cNvPr>
          <p:cNvSpPr>
            <a:spLocks/>
          </p:cNvSpPr>
          <p:nvPr/>
        </p:nvSpPr>
        <p:spPr bwMode="auto">
          <a:xfrm>
            <a:off x="6588125" y="4202113"/>
            <a:ext cx="73025" cy="647700"/>
          </a:xfrm>
          <a:prstGeom prst="rightBrace">
            <a:avLst>
              <a:gd name="adj1" fmla="val 73749"/>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sp>
        <p:nvSpPr>
          <p:cNvPr id="27655" name="文本框 27655">
            <a:extLst>
              <a:ext uri="{FF2B5EF4-FFF2-40B4-BE49-F238E27FC236}">
                <a16:creationId xmlns:a16="http://schemas.microsoft.com/office/drawing/2014/main" id="{C9C1E348-499E-41B7-8678-13CBFC9EB079}"/>
              </a:ext>
            </a:extLst>
          </p:cNvPr>
          <p:cNvSpPr txBox="1">
            <a:spLocks noChangeArrowheads="1"/>
          </p:cNvSpPr>
          <p:nvPr/>
        </p:nvSpPr>
        <p:spPr bwMode="auto">
          <a:xfrm>
            <a:off x="6661150" y="4344988"/>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7C80"/>
                </a:solidFill>
                <a:latin typeface="Tahoma" panose="020B0604030504040204" pitchFamily="34" charset="0"/>
              </a:rPr>
              <a:t>设置</a:t>
            </a:r>
          </a:p>
        </p:txBody>
      </p:sp>
      <p:sp>
        <p:nvSpPr>
          <p:cNvPr id="27656" name="右大括号 27656">
            <a:extLst>
              <a:ext uri="{FF2B5EF4-FFF2-40B4-BE49-F238E27FC236}">
                <a16:creationId xmlns:a16="http://schemas.microsoft.com/office/drawing/2014/main" id="{DAA7BCAB-A048-415C-9619-9714BABC9AF7}"/>
              </a:ext>
            </a:extLst>
          </p:cNvPr>
          <p:cNvSpPr>
            <a:spLocks/>
          </p:cNvSpPr>
          <p:nvPr/>
        </p:nvSpPr>
        <p:spPr bwMode="auto">
          <a:xfrm>
            <a:off x="6588125" y="5641975"/>
            <a:ext cx="73025" cy="576263"/>
          </a:xfrm>
          <a:prstGeom prst="rightBrace">
            <a:avLst>
              <a:gd name="adj1" fmla="val 65615"/>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a:p>
        </p:txBody>
      </p:sp>
      <p:sp>
        <p:nvSpPr>
          <p:cNvPr id="27657" name="文本框 27657">
            <a:extLst>
              <a:ext uri="{FF2B5EF4-FFF2-40B4-BE49-F238E27FC236}">
                <a16:creationId xmlns:a16="http://schemas.microsoft.com/office/drawing/2014/main" id="{2E8E4F84-B09E-45AD-A928-126061C11C85}"/>
              </a:ext>
            </a:extLst>
          </p:cNvPr>
          <p:cNvSpPr txBox="1">
            <a:spLocks noChangeArrowheads="1"/>
          </p:cNvSpPr>
          <p:nvPr/>
        </p:nvSpPr>
        <p:spPr bwMode="auto">
          <a:xfrm>
            <a:off x="6661150" y="571341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7C80"/>
                </a:solidFill>
                <a:latin typeface="Tahoma" panose="020B0604030504040204" pitchFamily="34" charset="0"/>
              </a:rPr>
              <a:t>撤销</a:t>
            </a:r>
          </a:p>
        </p:txBody>
      </p:sp>
      <p:sp>
        <p:nvSpPr>
          <p:cNvPr id="27658" name="灯片编号占位符 1">
            <a:extLst>
              <a:ext uri="{FF2B5EF4-FFF2-40B4-BE49-F238E27FC236}">
                <a16:creationId xmlns:a16="http://schemas.microsoft.com/office/drawing/2014/main" id="{E820BC9E-3C32-4D24-8CDF-FFDD01DEE9F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651B01E-B81D-47B5-B367-0A4EDBBD9B16}" type="slidenum">
              <a:rPr lang="zh-CN" altLang="en-US" smtClean="0"/>
              <a:pPr eaLnBrk="0" hangingPunct="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文本占位符 28673">
            <a:extLst>
              <a:ext uri="{FF2B5EF4-FFF2-40B4-BE49-F238E27FC236}">
                <a16:creationId xmlns:a16="http://schemas.microsoft.com/office/drawing/2014/main" id="{62EC12AF-4E93-454A-82F5-9760A0795C52}"/>
              </a:ext>
            </a:extLst>
          </p:cNvPr>
          <p:cNvSpPr>
            <a:spLocks noGrp="1" noChangeArrowheads="1"/>
          </p:cNvSpPr>
          <p:nvPr>
            <p:ph idx="1"/>
          </p:nvPr>
        </p:nvSpPr>
        <p:spPr>
          <a:xfrm>
            <a:off x="539750" y="404813"/>
            <a:ext cx="7772400" cy="4114800"/>
          </a:xfrm>
        </p:spPr>
        <p:txBody>
          <a:bodyPr/>
          <a:lstStyle/>
          <a:p>
            <a:pPr>
              <a:buFont typeface="Wingdings" panose="05000000000000000000" pitchFamily="2" charset="2"/>
              <a:buNone/>
            </a:pPr>
            <a:r>
              <a:rPr lang="zh-CN" altLang="en-US">
                <a:solidFill>
                  <a:srgbClr val="FFFF00"/>
                </a:solidFill>
                <a:ea typeface="宋体" panose="02010600030101010101" pitchFamily="2" charset="-122"/>
              </a:rPr>
              <a:t>2) 屏蔽中断源的方式(中断屏蔽方式</a:t>
            </a:r>
            <a:r>
              <a:rPr lang="en-US" altLang="zh-CN">
                <a:solidFill>
                  <a:srgbClr val="FFFF00"/>
                </a:solidFill>
                <a:ea typeface="宋体" panose="02010600030101010101" pitchFamily="2" charset="-122"/>
              </a:rPr>
              <a:t>)</a:t>
            </a:r>
          </a:p>
          <a:p>
            <a:pPr lvl="1"/>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特殊屏蔽方式(SPECIAL MASK MODE)</a:t>
            </a:r>
          </a:p>
          <a:p>
            <a:pPr lvl="2"/>
            <a:r>
              <a:rPr lang="zh-CN" altLang="en-US">
                <a:ea typeface="宋体" panose="02010600030101010101" pitchFamily="2" charset="-122"/>
              </a:rPr>
              <a:t>一般在中断服务程序中设置，目的是实现中断优先权的动态管理</a:t>
            </a:r>
            <a:r>
              <a:rPr lang="zh-CN" altLang="en-US">
                <a:solidFill>
                  <a:schemeClr val="hlink"/>
                </a:solidFill>
                <a:ea typeface="宋体" panose="02010600030101010101" pitchFamily="2" charset="-122"/>
              </a:rPr>
              <a:t>设置方法：使OCW3的ESMM=1,SMM=1</a:t>
            </a:r>
          </a:p>
          <a:p>
            <a:pPr lvl="2"/>
            <a:r>
              <a:rPr lang="zh-CN" altLang="en-US">
                <a:solidFill>
                  <a:schemeClr val="hlink"/>
                </a:solidFill>
                <a:ea typeface="宋体" panose="02010600030101010101" pitchFamily="2" charset="-122"/>
              </a:rPr>
              <a:t>撤销特殊屏蔽方式：使OCW3的SMM=1,SMM=0</a:t>
            </a:r>
          </a:p>
          <a:p>
            <a:pPr lvl="2"/>
            <a:r>
              <a:rPr lang="zh-CN" altLang="en-US">
                <a:ea typeface="宋体" panose="02010600030101010101" pitchFamily="2" charset="-122"/>
              </a:rPr>
              <a:t>例如：使低优先级的的中断进入正在服务的高优先级中断，实现：</a:t>
            </a:r>
          </a:p>
        </p:txBody>
      </p:sp>
      <p:sp>
        <p:nvSpPr>
          <p:cNvPr id="28674" name="文本框 28674">
            <a:extLst>
              <a:ext uri="{FF2B5EF4-FFF2-40B4-BE49-F238E27FC236}">
                <a16:creationId xmlns:a16="http://schemas.microsoft.com/office/drawing/2014/main" id="{DA129998-505E-4A60-95B4-EC507F2E4C3F}"/>
              </a:ext>
            </a:extLst>
          </p:cNvPr>
          <p:cNvSpPr txBox="1">
            <a:spLocks noChangeArrowheads="1"/>
          </p:cNvSpPr>
          <p:nvPr/>
        </p:nvSpPr>
        <p:spPr bwMode="auto">
          <a:xfrm>
            <a:off x="2411413" y="3500438"/>
            <a:ext cx="5256212"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3</a:t>
            </a:r>
            <a:r>
              <a:rPr lang="en-US" altLang="zh-CN" sz="1600">
                <a:latin typeface="Tahoma" panose="020B0604030504040204" pitchFamily="34" charset="0"/>
              </a:rPr>
              <a:t>(ESMM=1,SMM=1)</a:t>
            </a:r>
          </a:p>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1</a:t>
            </a:r>
            <a:r>
              <a:rPr lang="en-US" altLang="zh-CN" sz="1600">
                <a:latin typeface="Tahoma" panose="020B0604030504040204" pitchFamily="34" charset="0"/>
              </a:rPr>
              <a:t>(</a:t>
            </a:r>
            <a:r>
              <a:rPr lang="zh-CN" altLang="en-US" sz="1600">
                <a:latin typeface="Tahoma" panose="020B0604030504040204" pitchFamily="34" charset="0"/>
              </a:rPr>
              <a:t>使</a:t>
            </a:r>
            <a:r>
              <a:rPr lang="en-US" altLang="zh-CN" sz="1600">
                <a:latin typeface="Tahoma" panose="020B0604030504040204" pitchFamily="34" charset="0"/>
              </a:rPr>
              <a:t>IMR</a:t>
            </a:r>
            <a:r>
              <a:rPr lang="zh-CN" altLang="en-US" sz="1600">
                <a:latin typeface="Tahoma" panose="020B0604030504040204" pitchFamily="34" charset="0"/>
              </a:rPr>
              <a:t>对应于本级的位为“</a:t>
            </a:r>
            <a:r>
              <a:rPr lang="en-US" altLang="zh-CN" sz="1600">
                <a:latin typeface="Tahoma" panose="020B0604030504040204" pitchFamily="34" charset="0"/>
              </a:rPr>
              <a:t>1”</a:t>
            </a:r>
            <a:r>
              <a:rPr lang="zh-CN" altLang="en-US" sz="1600">
                <a:latin typeface="Tahoma" panose="020B0604030504040204" pitchFamily="34" charset="0"/>
              </a:rPr>
              <a:t>，</a:t>
            </a:r>
          </a:p>
          <a:p>
            <a:pPr>
              <a:spcBef>
                <a:spcPct val="50000"/>
              </a:spcBef>
            </a:pPr>
            <a:r>
              <a:rPr lang="zh-CN" altLang="en-US" sz="1600">
                <a:latin typeface="Tahoma" panose="020B0604030504040204" pitchFamily="34" charset="0"/>
              </a:rPr>
              <a:t>                同时</a:t>
            </a:r>
            <a:r>
              <a:rPr lang="en-US" altLang="zh-CN" sz="1600">
                <a:latin typeface="Tahoma" panose="020B0604030504040204" pitchFamily="34" charset="0"/>
              </a:rPr>
              <a:t>ISR</a:t>
            </a:r>
            <a:r>
              <a:rPr lang="zh-CN" altLang="en-US" sz="1600">
                <a:latin typeface="Tahoma" panose="020B0604030504040204" pitchFamily="34" charset="0"/>
              </a:rPr>
              <a:t>的对应位清</a:t>
            </a:r>
            <a:r>
              <a:rPr lang="en-US" altLang="zh-CN" sz="1600">
                <a:latin typeface="Tahoma" panose="020B0604030504040204" pitchFamily="34" charset="0"/>
              </a:rPr>
              <a:t>0)</a:t>
            </a:r>
          </a:p>
          <a:p>
            <a:pPr>
              <a:spcBef>
                <a:spcPct val="50000"/>
              </a:spcBef>
            </a:pPr>
            <a:r>
              <a:rPr lang="en-US" altLang="zh-CN" sz="1600">
                <a:latin typeface="Tahoma" panose="020B0604030504040204" pitchFamily="34" charset="0"/>
              </a:rPr>
              <a:t>……</a:t>
            </a:r>
          </a:p>
          <a:p>
            <a:pPr>
              <a:spcBef>
                <a:spcPct val="50000"/>
              </a:spcBef>
            </a:pPr>
            <a:r>
              <a:rPr lang="en-US" altLang="zh-CN" sz="1600">
                <a:latin typeface="Tahoma" panose="020B0604030504040204" pitchFamily="34" charset="0"/>
              </a:rPr>
              <a:t>……</a:t>
            </a:r>
          </a:p>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1</a:t>
            </a:r>
            <a:r>
              <a:rPr lang="en-US" altLang="zh-CN" sz="1600">
                <a:latin typeface="Tahoma" panose="020B0604030504040204" pitchFamily="34" charset="0"/>
              </a:rPr>
              <a:t>(</a:t>
            </a:r>
            <a:r>
              <a:rPr lang="zh-CN" altLang="en-US" sz="1600">
                <a:latin typeface="Tahoma" panose="020B0604030504040204" pitchFamily="34" charset="0"/>
              </a:rPr>
              <a:t>使</a:t>
            </a:r>
            <a:r>
              <a:rPr lang="en-US" altLang="zh-CN" sz="1600">
                <a:latin typeface="Tahoma" panose="020B0604030504040204" pitchFamily="34" charset="0"/>
              </a:rPr>
              <a:t>IMR</a:t>
            </a:r>
            <a:r>
              <a:rPr lang="zh-CN" altLang="en-US" sz="1600">
                <a:latin typeface="Tahoma" panose="020B0604030504040204" pitchFamily="34" charset="0"/>
              </a:rPr>
              <a:t>对应于本级的位为“</a:t>
            </a:r>
            <a:r>
              <a:rPr lang="en-US" altLang="zh-CN" sz="1600">
                <a:latin typeface="Tahoma" panose="020B0604030504040204" pitchFamily="34" charset="0"/>
              </a:rPr>
              <a:t>0”)</a:t>
            </a:r>
          </a:p>
          <a:p>
            <a:pPr>
              <a:spcBef>
                <a:spcPct val="50000"/>
              </a:spcBef>
            </a:pPr>
            <a:r>
              <a:rPr lang="zh-CN" altLang="en-US" sz="1600">
                <a:latin typeface="Tahoma" panose="020B0604030504040204" pitchFamily="34" charset="0"/>
              </a:rPr>
              <a:t>输出</a:t>
            </a:r>
            <a:r>
              <a:rPr lang="en-US" altLang="zh-CN" sz="1600">
                <a:latin typeface="Tahoma" panose="020B0604030504040204" pitchFamily="34" charset="0"/>
              </a:rPr>
              <a:t>OCW</a:t>
            </a:r>
            <a:r>
              <a:rPr lang="en-US" altLang="zh-CN" sz="1600" baseline="-25000">
                <a:latin typeface="Tahoma" panose="020B0604030504040204" pitchFamily="34" charset="0"/>
              </a:rPr>
              <a:t>3</a:t>
            </a:r>
            <a:r>
              <a:rPr lang="en-US" altLang="zh-CN" sz="1600">
                <a:latin typeface="Tahoma" panose="020B0604030504040204" pitchFamily="34" charset="0"/>
              </a:rPr>
              <a:t>(ESMM=1</a:t>
            </a:r>
            <a:r>
              <a:rPr lang="zh-CN" altLang="en-US" sz="1600">
                <a:latin typeface="Tahoma" panose="020B0604030504040204" pitchFamily="34" charset="0"/>
              </a:rPr>
              <a:t>，</a:t>
            </a:r>
            <a:r>
              <a:rPr lang="en-US" altLang="zh-CN" sz="1600">
                <a:latin typeface="Tahoma" panose="020B0604030504040204" pitchFamily="34" charset="0"/>
              </a:rPr>
              <a:t>SMM=0)</a:t>
            </a:r>
          </a:p>
        </p:txBody>
      </p:sp>
      <p:sp>
        <p:nvSpPr>
          <p:cNvPr id="28675" name="左大括号 28675">
            <a:extLst>
              <a:ext uri="{FF2B5EF4-FFF2-40B4-BE49-F238E27FC236}">
                <a16:creationId xmlns:a16="http://schemas.microsoft.com/office/drawing/2014/main" id="{4681F7DB-DEA4-4FDE-A584-8872DCD67CF3}"/>
              </a:ext>
            </a:extLst>
          </p:cNvPr>
          <p:cNvSpPr>
            <a:spLocks/>
          </p:cNvSpPr>
          <p:nvPr/>
        </p:nvSpPr>
        <p:spPr bwMode="auto">
          <a:xfrm>
            <a:off x="2339975" y="3641725"/>
            <a:ext cx="71438" cy="2016125"/>
          </a:xfrm>
          <a:prstGeom prst="leftBrace">
            <a:avLst>
              <a:gd name="adj1" fmla="val 234661"/>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28676" name="右大括号 28676">
            <a:extLst>
              <a:ext uri="{FF2B5EF4-FFF2-40B4-BE49-F238E27FC236}">
                <a16:creationId xmlns:a16="http://schemas.microsoft.com/office/drawing/2014/main" id="{F85B8B4A-0A9D-4088-9A89-2D45C9C8D77E}"/>
              </a:ext>
            </a:extLst>
          </p:cNvPr>
          <p:cNvSpPr>
            <a:spLocks/>
          </p:cNvSpPr>
          <p:nvPr/>
        </p:nvSpPr>
        <p:spPr bwMode="auto">
          <a:xfrm>
            <a:off x="3059113" y="4741863"/>
            <a:ext cx="71437" cy="576262"/>
          </a:xfrm>
          <a:prstGeom prst="rightBrace">
            <a:avLst>
              <a:gd name="adj1" fmla="val 67073"/>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28677" name="文本框 28677">
            <a:extLst>
              <a:ext uri="{FF2B5EF4-FFF2-40B4-BE49-F238E27FC236}">
                <a16:creationId xmlns:a16="http://schemas.microsoft.com/office/drawing/2014/main" id="{0126A43B-54AC-4E72-B911-33E871A823B0}"/>
              </a:ext>
            </a:extLst>
          </p:cNvPr>
          <p:cNvSpPr txBox="1">
            <a:spLocks noChangeArrowheads="1"/>
          </p:cNvSpPr>
          <p:nvPr/>
        </p:nvSpPr>
        <p:spPr bwMode="auto">
          <a:xfrm>
            <a:off x="3130550" y="4806950"/>
            <a:ext cx="1584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7C80"/>
                </a:solidFill>
                <a:latin typeface="Tahoma" panose="020B0604030504040204" pitchFamily="34" charset="0"/>
              </a:rPr>
              <a:t>“中断级无效”</a:t>
            </a:r>
          </a:p>
        </p:txBody>
      </p:sp>
      <p:sp>
        <p:nvSpPr>
          <p:cNvPr id="28678" name="右大括号 28678">
            <a:extLst>
              <a:ext uri="{FF2B5EF4-FFF2-40B4-BE49-F238E27FC236}">
                <a16:creationId xmlns:a16="http://schemas.microsoft.com/office/drawing/2014/main" id="{A698772F-5EB1-4C49-82A1-F6E3DAD3B72A}"/>
              </a:ext>
            </a:extLst>
          </p:cNvPr>
          <p:cNvSpPr>
            <a:spLocks/>
          </p:cNvSpPr>
          <p:nvPr/>
        </p:nvSpPr>
        <p:spPr bwMode="auto">
          <a:xfrm>
            <a:off x="6299200" y="3641725"/>
            <a:ext cx="73025" cy="647700"/>
          </a:xfrm>
          <a:prstGeom prst="rightBrace">
            <a:avLst>
              <a:gd name="adj1" fmla="val 73749"/>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28679" name="文本框 28679">
            <a:extLst>
              <a:ext uri="{FF2B5EF4-FFF2-40B4-BE49-F238E27FC236}">
                <a16:creationId xmlns:a16="http://schemas.microsoft.com/office/drawing/2014/main" id="{8991B9F2-AC83-4A56-8422-0E3AC7F877F7}"/>
              </a:ext>
            </a:extLst>
          </p:cNvPr>
          <p:cNvSpPr txBox="1">
            <a:spLocks noChangeArrowheads="1"/>
          </p:cNvSpPr>
          <p:nvPr/>
        </p:nvSpPr>
        <p:spPr bwMode="auto">
          <a:xfrm>
            <a:off x="6443663" y="3732213"/>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7C80"/>
                </a:solidFill>
                <a:latin typeface="Tahoma" panose="020B0604030504040204" pitchFamily="34" charset="0"/>
              </a:rPr>
              <a:t>设置</a:t>
            </a:r>
          </a:p>
        </p:txBody>
      </p:sp>
      <p:sp>
        <p:nvSpPr>
          <p:cNvPr id="28680" name="右大括号 28680">
            <a:extLst>
              <a:ext uri="{FF2B5EF4-FFF2-40B4-BE49-F238E27FC236}">
                <a16:creationId xmlns:a16="http://schemas.microsoft.com/office/drawing/2014/main" id="{FAEAD9F7-5719-4D39-BADE-1F7B3CF2A1D0}"/>
              </a:ext>
            </a:extLst>
          </p:cNvPr>
          <p:cNvSpPr>
            <a:spLocks/>
          </p:cNvSpPr>
          <p:nvPr/>
        </p:nvSpPr>
        <p:spPr bwMode="auto">
          <a:xfrm>
            <a:off x="6297613" y="5443538"/>
            <a:ext cx="73025" cy="576262"/>
          </a:xfrm>
          <a:prstGeom prst="rightBrace">
            <a:avLst>
              <a:gd name="adj1" fmla="val 65615"/>
              <a:gd name="adj2" fmla="val 50000"/>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28681" name="文本框 28681">
            <a:extLst>
              <a:ext uri="{FF2B5EF4-FFF2-40B4-BE49-F238E27FC236}">
                <a16:creationId xmlns:a16="http://schemas.microsoft.com/office/drawing/2014/main" id="{5BF0F29D-9A98-4DBE-8D67-A70291629EEF}"/>
              </a:ext>
            </a:extLst>
          </p:cNvPr>
          <p:cNvSpPr txBox="1">
            <a:spLocks noChangeArrowheads="1"/>
          </p:cNvSpPr>
          <p:nvPr/>
        </p:nvSpPr>
        <p:spPr bwMode="auto">
          <a:xfrm>
            <a:off x="6370638" y="5514975"/>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7C80"/>
                </a:solidFill>
                <a:latin typeface="Tahoma" panose="020B0604030504040204" pitchFamily="34" charset="0"/>
              </a:rPr>
              <a:t>撤销</a:t>
            </a:r>
          </a:p>
        </p:txBody>
      </p:sp>
      <p:sp>
        <p:nvSpPr>
          <p:cNvPr id="28683" name="矩形 28682">
            <a:extLst>
              <a:ext uri="{FF2B5EF4-FFF2-40B4-BE49-F238E27FC236}">
                <a16:creationId xmlns:a16="http://schemas.microsoft.com/office/drawing/2014/main" id="{A0151F5F-7648-47D4-A82F-BB0E89AD69C0}"/>
              </a:ext>
            </a:extLst>
          </p:cNvPr>
          <p:cNvSpPr/>
          <p:nvPr/>
        </p:nvSpPr>
        <p:spPr>
          <a:xfrm>
            <a:off x="971550" y="4338638"/>
            <a:ext cx="1206500" cy="701675"/>
          </a:xfrm>
          <a:prstGeom prst="rect">
            <a:avLst/>
          </a:prstGeom>
          <a:noFill/>
          <a:ln w="9525">
            <a:noFill/>
          </a:ln>
        </p:spPr>
        <p:txBody>
          <a:bodyPr wrap="none">
            <a:spAutoFit/>
          </a:bodyPr>
          <a:lstStyle/>
          <a:p>
            <a:pPr algn="just" eaLnBrk="0" hangingPunct="0"/>
            <a:r>
              <a:rPr lang="zh-CN" altLang="en-US" sz="2000" b="1" noProof="1">
                <a:effectLst>
                  <a:outerShdw blurRad="38100" dist="38100" dir="2700000">
                    <a:srgbClr val="C0C0C0"/>
                  </a:outerShdw>
                </a:effectLst>
                <a:latin typeface="Times New Roman" panose="02020603050405020304" pitchFamily="2" charset="0"/>
                <a:cs typeface="+mn-ea"/>
              </a:rPr>
              <a:t>本级中断</a:t>
            </a:r>
            <a:endParaRPr lang="zh-CN" altLang="en-US" sz="2000" b="1" noProof="1">
              <a:effectLst>
                <a:outerShdw blurRad="38100" dist="38100" dir="2700000">
                  <a:srgbClr val="C0C0C0"/>
                </a:outerShdw>
              </a:effectLst>
              <a:latin typeface="Times New Roman" panose="02020603050405020304" pitchFamily="2" charset="0"/>
            </a:endParaRPr>
          </a:p>
          <a:p>
            <a:pPr algn="just" eaLnBrk="0" hangingPunct="0"/>
            <a:r>
              <a:rPr lang="zh-CN" altLang="en-US" sz="2000" b="1" noProof="1">
                <a:effectLst>
                  <a:outerShdw blurRad="38100" dist="38100" dir="2700000">
                    <a:srgbClr val="C0C0C0"/>
                  </a:outerShdw>
                </a:effectLst>
                <a:latin typeface="Times New Roman" panose="02020603050405020304" pitchFamily="2" charset="0"/>
                <a:cs typeface="+mn-ea"/>
              </a:rPr>
              <a:t>服务程序</a:t>
            </a:r>
            <a:endParaRPr lang="zh-CN" altLang="en-US" sz="2000" b="1" noProof="1">
              <a:effectLst>
                <a:outerShdw blurRad="38100" dist="38100" dir="2700000">
                  <a:srgbClr val="C0C0C0"/>
                </a:outerShdw>
              </a:effectLst>
              <a:latin typeface="Times New Roman" panose="02020603050405020304" pitchFamily="2" charset="0"/>
            </a:endParaRPr>
          </a:p>
        </p:txBody>
      </p:sp>
      <p:sp>
        <p:nvSpPr>
          <p:cNvPr id="2" name="灯片编号占位符 1">
            <a:extLst>
              <a:ext uri="{FF2B5EF4-FFF2-40B4-BE49-F238E27FC236}">
                <a16:creationId xmlns:a16="http://schemas.microsoft.com/office/drawing/2014/main" id="{BFE692E2-E650-4696-B7C8-659C3F003F6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01033405-9A0E-4CA5-8FE6-113A1F8C4DA2}" type="slidenum">
              <a:rPr lang="zh-CN" altLang="en-US" smtClean="0"/>
              <a:pPr eaLnBrk="0" hangingPunct="0"/>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文本占位符 29697">
            <a:extLst>
              <a:ext uri="{FF2B5EF4-FFF2-40B4-BE49-F238E27FC236}">
                <a16:creationId xmlns:a16="http://schemas.microsoft.com/office/drawing/2014/main" id="{6019DC5C-F641-4AFD-963A-6F2992454A84}"/>
              </a:ext>
            </a:extLst>
          </p:cNvPr>
          <p:cNvSpPr>
            <a:spLocks noGrp="1" noChangeArrowheads="1"/>
          </p:cNvSpPr>
          <p:nvPr>
            <p:ph idx="1"/>
          </p:nvPr>
        </p:nvSpPr>
        <p:spPr>
          <a:xfrm>
            <a:off x="250825" y="333375"/>
            <a:ext cx="8229600" cy="4114800"/>
          </a:xfrm>
        </p:spPr>
        <p:txBody>
          <a:bodyPr/>
          <a:lstStyle/>
          <a:p>
            <a:pPr marL="533400" indent="-533400">
              <a:lnSpc>
                <a:spcPct val="90000"/>
              </a:lnSpc>
              <a:buFont typeface="Wingdings" panose="05000000000000000000" pitchFamily="2" charset="2"/>
              <a:buNone/>
            </a:pPr>
            <a:r>
              <a:rPr lang="zh-CN" altLang="en-US">
                <a:solidFill>
                  <a:srgbClr val="FFFF00"/>
                </a:solidFill>
                <a:ea typeface="宋体" panose="02010600030101010101" pitchFamily="2" charset="-122"/>
              </a:rPr>
              <a:t>   </a:t>
            </a:r>
            <a:r>
              <a:rPr lang="zh-CN" altLang="en-US" sz="2600">
                <a:solidFill>
                  <a:srgbClr val="FFFF00"/>
                </a:solidFill>
                <a:ea typeface="宋体" panose="02010600030101010101" pitchFamily="2" charset="-122"/>
              </a:rPr>
              <a:t>3) 中断结束方式(END OF INTERRUPT－EOI)</a:t>
            </a:r>
          </a:p>
          <a:p>
            <a:pPr marL="533400" indent="-533400">
              <a:lnSpc>
                <a:spcPct val="90000"/>
              </a:lnSpc>
              <a:spcBef>
                <a:spcPct val="50000"/>
              </a:spcBef>
              <a:spcAft>
                <a:spcPct val="50000"/>
              </a:spcAft>
              <a:buFont typeface="Wingdings" panose="05000000000000000000" pitchFamily="2" charset="2"/>
              <a:buNone/>
            </a:pPr>
            <a:r>
              <a:rPr lang="zh-CN" altLang="en-US" sz="2400">
                <a:solidFill>
                  <a:srgbClr val="FF0000"/>
                </a:solidFill>
                <a:ea typeface="宋体" panose="02010600030101010101" pitchFamily="2" charset="-122"/>
              </a:rPr>
              <a:t>	</a:t>
            </a:r>
          </a:p>
          <a:p>
            <a:pPr marL="533400" indent="-533400">
              <a:lnSpc>
                <a:spcPct val="90000"/>
              </a:lnSpc>
              <a:spcBef>
                <a:spcPct val="50000"/>
              </a:spcBef>
              <a:spcAft>
                <a:spcPct val="50000"/>
              </a:spcAft>
              <a:buFont typeface="Wingdings" panose="05000000000000000000" pitchFamily="2" charset="2"/>
              <a:buNone/>
            </a:pPr>
            <a:r>
              <a:rPr lang="zh-CN" altLang="en-US" sz="2400">
                <a:solidFill>
                  <a:srgbClr val="FF0000"/>
                </a:solidFill>
                <a:ea typeface="宋体" panose="02010600030101010101" pitchFamily="2" charset="-122"/>
              </a:rPr>
              <a:t>     什么叫“中断结束”？——一个中断过程处理完成</a:t>
            </a:r>
          </a:p>
          <a:p>
            <a:pPr marL="533400" indent="-533400">
              <a:lnSpc>
                <a:spcPct val="90000"/>
              </a:lnSpc>
              <a:spcBef>
                <a:spcPct val="50000"/>
              </a:spcBef>
              <a:spcAft>
                <a:spcPct val="50000"/>
              </a:spcAft>
              <a:buFont typeface="Wingdings" panose="05000000000000000000" pitchFamily="2" charset="2"/>
              <a:buNone/>
            </a:pPr>
            <a:r>
              <a:rPr lang="zh-CN" altLang="en-US" sz="2400">
                <a:solidFill>
                  <a:srgbClr val="FF0000"/>
                </a:solidFill>
                <a:ea typeface="宋体" panose="02010600030101010101" pitchFamily="2" charset="-122"/>
              </a:rPr>
              <a:t>	一个中断结束后要做什么事情？——</a:t>
            </a:r>
            <a:r>
              <a:rPr lang="zh-CN" altLang="en-US" sz="2400">
                <a:ea typeface="宋体" panose="02010600030101010101" pitchFamily="2" charset="-122"/>
              </a:rPr>
              <a:t>处理中断服务寄存器ISR的对应位，即将处理完的中断对应位清“0”。</a:t>
            </a:r>
          </a:p>
          <a:p>
            <a:pPr marL="533400" indent="-533400">
              <a:lnSpc>
                <a:spcPct val="90000"/>
              </a:lnSpc>
              <a:spcBef>
                <a:spcPct val="50000"/>
              </a:spcBef>
              <a:spcAft>
                <a:spcPct val="50000"/>
              </a:spcAft>
              <a:buFont typeface="Wingdings" panose="05000000000000000000" pitchFamily="2" charset="2"/>
              <a:buNone/>
            </a:pPr>
            <a:r>
              <a:rPr lang="zh-CN" altLang="en-US" sz="2400">
                <a:solidFill>
                  <a:srgbClr val="FFFF00"/>
                </a:solidFill>
                <a:ea typeface="宋体" panose="02010600030101010101" pitchFamily="2" charset="-122"/>
              </a:rPr>
              <a:t>     </a:t>
            </a:r>
            <a:r>
              <a:rPr lang="zh-CN" altLang="en-US" sz="2400">
                <a:ea typeface="宋体" panose="02010600030101010101" pitchFamily="2" charset="-122"/>
              </a:rPr>
              <a:t>ISR记录了当前</a:t>
            </a:r>
            <a:r>
              <a:rPr lang="zh-CN" altLang="en-US" sz="2400">
                <a:solidFill>
                  <a:srgbClr val="FF7C80"/>
                </a:solidFill>
                <a:ea typeface="宋体" panose="02010600030101010101" pitchFamily="2" charset="-122"/>
              </a:rPr>
              <a:t>“正在处理”</a:t>
            </a:r>
            <a:r>
              <a:rPr lang="zh-CN" altLang="en-US" sz="2400">
                <a:ea typeface="宋体" panose="02010600030101010101" pitchFamily="2" charset="-122"/>
              </a:rPr>
              <a:t>的中断，包括被高级中断所打断，还未处理完的中断。</a:t>
            </a:r>
          </a:p>
          <a:p>
            <a:pPr marL="533400" indent="-533400">
              <a:lnSpc>
                <a:spcPct val="90000"/>
              </a:lnSpc>
              <a:spcBef>
                <a:spcPct val="50000"/>
              </a:spcBef>
              <a:spcAft>
                <a:spcPct val="50000"/>
              </a:spcAft>
              <a:buFont typeface="Wingdings" panose="05000000000000000000" pitchFamily="2" charset="2"/>
              <a:buNone/>
            </a:pPr>
            <a:r>
              <a:rPr lang="zh-CN" altLang="en-US" sz="2400">
                <a:solidFill>
                  <a:srgbClr val="FFFF00"/>
                </a:solidFill>
                <a:ea typeface="宋体" panose="02010600030101010101" pitchFamily="2" charset="-122"/>
              </a:rPr>
              <a:t>        </a:t>
            </a:r>
            <a:r>
              <a:rPr lang="zh-CN" altLang="en-US" sz="2400">
                <a:solidFill>
                  <a:srgbClr val="FF0000"/>
                </a:solidFill>
                <a:ea typeface="宋体" panose="02010600030101010101" pitchFamily="2" charset="-122"/>
              </a:rPr>
              <a:t>何时将ISR中对应位清“0”，就是所谓“中断结束方式”</a:t>
            </a:r>
          </a:p>
        </p:txBody>
      </p:sp>
      <p:sp>
        <p:nvSpPr>
          <p:cNvPr id="29698" name="灯片编号占位符 1">
            <a:extLst>
              <a:ext uri="{FF2B5EF4-FFF2-40B4-BE49-F238E27FC236}">
                <a16:creationId xmlns:a16="http://schemas.microsoft.com/office/drawing/2014/main" id="{C9FB26BC-7973-401F-B152-4A95613878D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8D10443D-E2DC-4FD2-8BBC-E2B8837E082C}" type="slidenum">
              <a:rPr lang="zh-CN" altLang="en-US" smtClean="0"/>
              <a:pPr eaLnBrk="0" hangingPunct="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占位符 30721">
            <a:extLst>
              <a:ext uri="{FF2B5EF4-FFF2-40B4-BE49-F238E27FC236}">
                <a16:creationId xmlns:a16="http://schemas.microsoft.com/office/drawing/2014/main" id="{0136F235-45E4-4FE5-BD81-59B983E97643}"/>
              </a:ext>
            </a:extLst>
          </p:cNvPr>
          <p:cNvSpPr>
            <a:spLocks noGrp="1" noChangeArrowheads="1"/>
          </p:cNvSpPr>
          <p:nvPr>
            <p:ph idx="1"/>
          </p:nvPr>
        </p:nvSpPr>
        <p:spPr>
          <a:xfrm>
            <a:off x="323850" y="333375"/>
            <a:ext cx="8229600" cy="4114800"/>
          </a:xfrm>
        </p:spPr>
        <p:txBody>
          <a:bodyPr/>
          <a:lstStyle/>
          <a:p>
            <a:pPr marL="533400" indent="-533400">
              <a:lnSpc>
                <a:spcPct val="90000"/>
              </a:lnSpc>
              <a:buFont typeface="Wingdings" panose="05000000000000000000" pitchFamily="2" charset="2"/>
              <a:buNone/>
            </a:pPr>
            <a:r>
              <a:rPr lang="zh-CN" altLang="en-US" sz="2600">
                <a:solidFill>
                  <a:srgbClr val="FFFF00"/>
                </a:solidFill>
                <a:ea typeface="宋体" panose="02010600030101010101" pitchFamily="2" charset="-122"/>
              </a:rPr>
              <a:t>   3) 中断结束方式(END OF INTERRUPT－EOI)</a:t>
            </a:r>
          </a:p>
          <a:p>
            <a:pPr marL="533400" indent="-533400">
              <a:lnSpc>
                <a:spcPct val="90000"/>
              </a:lnSpc>
              <a:spcBef>
                <a:spcPct val="50000"/>
              </a:spcBef>
              <a:spcAft>
                <a:spcPct val="50000"/>
              </a:spcAft>
              <a:buFont typeface="Wingdings" panose="05000000000000000000" pitchFamily="2" charset="2"/>
              <a:buNone/>
            </a:pPr>
            <a:r>
              <a:rPr lang="zh-CN" altLang="en-US" sz="2400">
                <a:solidFill>
                  <a:srgbClr val="FF0000"/>
                </a:solidFill>
                <a:ea typeface="宋体" panose="02010600030101010101" pitchFamily="2" charset="-122"/>
              </a:rPr>
              <a:t>	1、中断自动结束方式(AUTOMATIC－AEOI方式)</a:t>
            </a:r>
          </a:p>
          <a:p>
            <a:pPr marL="533400" indent="-533400">
              <a:lnSpc>
                <a:spcPct val="90000"/>
              </a:lnSpc>
            </a:pPr>
            <a:r>
              <a:rPr lang="zh-CN" altLang="en-US" sz="2400">
                <a:ea typeface="宋体" panose="02010600030101010101" pitchFamily="2" charset="-122"/>
              </a:rPr>
              <a:t>在第二个 /INTA下降沿，即完成使对应的ISR位复位。</a:t>
            </a:r>
          </a:p>
          <a:p>
            <a:pPr marL="533400" indent="-533400">
              <a:lnSpc>
                <a:spcPct val="90000"/>
              </a:lnSpc>
            </a:pPr>
            <a:r>
              <a:rPr lang="zh-CN" altLang="en-US" sz="2400">
                <a:ea typeface="宋体" panose="02010600030101010101" pitchFamily="2" charset="-122"/>
              </a:rPr>
              <a:t>AEOI方式是在中断响应后，而不是在中断处理程序结束后将ISR位清0。这样，在中断处理过程中，8259A中就没有</a:t>
            </a:r>
            <a:r>
              <a:rPr lang="zh-CN" altLang="en-US" sz="2400">
                <a:solidFill>
                  <a:schemeClr val="hlink"/>
                </a:solidFill>
                <a:ea typeface="宋体" panose="02010600030101010101" pitchFamily="2" charset="-122"/>
              </a:rPr>
              <a:t>“正在处理”</a:t>
            </a:r>
            <a:r>
              <a:rPr lang="zh-CN" altLang="en-US" sz="2400">
                <a:ea typeface="宋体" panose="02010600030101010101" pitchFamily="2" charset="-122"/>
              </a:rPr>
              <a:t>的标识。此时，若有中断请求出现，且IF＝1，则无论其优先级如何</a:t>
            </a:r>
            <a:r>
              <a:rPr lang="zh-CN" altLang="en-US" sz="2400">
                <a:solidFill>
                  <a:schemeClr val="hlink"/>
                </a:solidFill>
                <a:ea typeface="宋体" panose="02010600030101010101" pitchFamily="2" charset="-122"/>
              </a:rPr>
              <a:t>(比本级高、低或相同)</a:t>
            </a:r>
            <a:r>
              <a:rPr lang="zh-CN" altLang="en-US" sz="2400">
                <a:ea typeface="宋体" panose="02010600030101010101" pitchFamily="2" charset="-122"/>
              </a:rPr>
              <a:t>，都将得到响应。尤其是当某一中断请求信号被CPU响应后，如不及时撤销，就会再次被响应</a:t>
            </a:r>
            <a:r>
              <a:rPr lang="zh-CN" altLang="en-US" sz="2400">
                <a:solidFill>
                  <a:srgbClr val="66FF33"/>
                </a:solidFill>
                <a:ea typeface="宋体" panose="02010600030101010101" pitchFamily="2" charset="-122"/>
              </a:rPr>
              <a:t>－</a:t>
            </a:r>
            <a:r>
              <a:rPr lang="zh-CN" altLang="en-US" sz="2400">
                <a:solidFill>
                  <a:schemeClr val="hlink"/>
                </a:solidFill>
                <a:ea typeface="宋体" panose="02010600030101010101" pitchFamily="2" charset="-122"/>
              </a:rPr>
              <a:t>“二次中断”</a:t>
            </a:r>
          </a:p>
          <a:p>
            <a:pPr marL="533400" indent="-533400">
              <a:lnSpc>
                <a:spcPct val="90000"/>
              </a:lnSpc>
            </a:pPr>
            <a:r>
              <a:rPr lang="zh-CN" altLang="en-US" sz="2400">
                <a:ea typeface="宋体" panose="02010600030101010101" pitchFamily="2" charset="-122"/>
              </a:rPr>
              <a:t>AEOI方式适合于中断请求信号的持续时间有一定限制以及不出现中断嵌套的场合。</a:t>
            </a:r>
          </a:p>
          <a:p>
            <a:pPr marL="533400" indent="-533400">
              <a:lnSpc>
                <a:spcPct val="90000"/>
              </a:lnSpc>
            </a:pPr>
            <a:r>
              <a:rPr lang="zh-CN" altLang="en-US" sz="2400">
                <a:ea typeface="宋体" panose="02010600030101010101" pitchFamily="2" charset="-122"/>
              </a:rPr>
              <a:t>通过</a:t>
            </a:r>
            <a:r>
              <a:rPr lang="zh-CN" altLang="en-US" sz="2400">
                <a:solidFill>
                  <a:srgbClr val="66FF33"/>
                </a:solidFill>
                <a:ea typeface="宋体" panose="02010600030101010101" pitchFamily="2" charset="-122"/>
              </a:rPr>
              <a:t>ICW</a:t>
            </a:r>
            <a:r>
              <a:rPr lang="zh-CN" altLang="en-US" sz="2400" baseline="-25000">
                <a:solidFill>
                  <a:srgbClr val="66FF33"/>
                </a:solidFill>
                <a:ea typeface="宋体" panose="02010600030101010101" pitchFamily="2" charset="-122"/>
              </a:rPr>
              <a:t>4</a:t>
            </a:r>
            <a:r>
              <a:rPr lang="zh-CN" altLang="en-US" sz="2400">
                <a:ea typeface="宋体" panose="02010600030101010101" pitchFamily="2" charset="-122"/>
              </a:rPr>
              <a:t>可以设置AEOI方式</a:t>
            </a:r>
            <a:r>
              <a:rPr lang="zh-CN" altLang="en-US" sz="2400">
                <a:solidFill>
                  <a:srgbClr val="66FF33"/>
                </a:solidFill>
                <a:ea typeface="宋体" panose="02010600030101010101" pitchFamily="2" charset="-122"/>
              </a:rPr>
              <a:t>(AEOI=1)</a:t>
            </a:r>
          </a:p>
        </p:txBody>
      </p:sp>
      <p:sp>
        <p:nvSpPr>
          <p:cNvPr id="30722" name="灯片编号占位符 1">
            <a:extLst>
              <a:ext uri="{FF2B5EF4-FFF2-40B4-BE49-F238E27FC236}">
                <a16:creationId xmlns:a16="http://schemas.microsoft.com/office/drawing/2014/main" id="{4D90F104-39A6-45C9-B546-CC22785B897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EB7AD42-9CE7-444C-9EF4-1D21292CF940}" type="slidenum">
              <a:rPr lang="zh-CN" altLang="en-US" smtClean="0"/>
              <a:pPr eaLnBrk="0" hangingPunct="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占位符 31745">
            <a:extLst>
              <a:ext uri="{FF2B5EF4-FFF2-40B4-BE49-F238E27FC236}">
                <a16:creationId xmlns:a16="http://schemas.microsoft.com/office/drawing/2014/main" id="{1064A2A5-2DE6-47C0-A62B-41B657F9CC56}"/>
              </a:ext>
            </a:extLst>
          </p:cNvPr>
          <p:cNvSpPr>
            <a:spLocks noGrp="1" noChangeArrowheads="1"/>
          </p:cNvSpPr>
          <p:nvPr>
            <p:ph idx="1"/>
          </p:nvPr>
        </p:nvSpPr>
        <p:spPr>
          <a:xfrm>
            <a:off x="684213" y="404813"/>
            <a:ext cx="7772400" cy="4392612"/>
          </a:xfrm>
        </p:spPr>
        <p:txBody>
          <a:bodyPr/>
          <a:lstStyle/>
          <a:p>
            <a:pPr>
              <a:lnSpc>
                <a:spcPct val="90000"/>
              </a:lnSpc>
              <a:buFont typeface="Wingdings" panose="05000000000000000000" pitchFamily="2" charset="2"/>
              <a:buNone/>
            </a:pPr>
            <a:r>
              <a:rPr lang="zh-CN" altLang="en-US" sz="2400">
                <a:solidFill>
                  <a:srgbClr val="FFFF00"/>
                </a:solidFill>
                <a:ea typeface="宋体" panose="02010600030101010101" pitchFamily="2" charset="-122"/>
              </a:rPr>
              <a:t>2、一般(常规)中断结束方式</a:t>
            </a:r>
          </a:p>
          <a:p>
            <a:pPr>
              <a:lnSpc>
                <a:spcPct val="90000"/>
              </a:lnSpc>
              <a:buFont typeface="Wingdings" panose="05000000000000000000" pitchFamily="2" charset="2"/>
              <a:buNone/>
            </a:pPr>
            <a:endParaRPr lang="zh-CN" altLang="en-US" sz="2000">
              <a:solidFill>
                <a:srgbClr val="FFFF00"/>
              </a:solidFill>
              <a:ea typeface="宋体" panose="02010600030101010101" pitchFamily="2" charset="-122"/>
            </a:endParaRPr>
          </a:p>
          <a:p>
            <a:pPr lvl="1">
              <a:lnSpc>
                <a:spcPct val="90000"/>
              </a:lnSpc>
            </a:pPr>
            <a:r>
              <a:rPr lang="zh-CN" altLang="en-US" sz="2000">
                <a:ea typeface="宋体" panose="02010600030101010101" pitchFamily="2" charset="-122"/>
              </a:rPr>
              <a:t>适合于</a:t>
            </a:r>
            <a:r>
              <a:rPr lang="zh-CN" altLang="en-US" sz="2000">
                <a:solidFill>
                  <a:srgbClr val="FF0000"/>
                </a:solidFill>
                <a:ea typeface="宋体" panose="02010600030101010101" pitchFamily="2" charset="-122"/>
              </a:rPr>
              <a:t>全嵌套方式。</a:t>
            </a:r>
          </a:p>
          <a:p>
            <a:pPr lvl="1">
              <a:lnSpc>
                <a:spcPct val="90000"/>
              </a:lnSpc>
            </a:pPr>
            <a:r>
              <a:rPr lang="zh-CN" altLang="en-US" sz="2000">
                <a:ea typeface="宋体" panose="02010600030101010101" pitchFamily="2" charset="-122"/>
              </a:rPr>
              <a:t>实现：在中断服务程序结束时，CPU向8259A发常规中断结束命令</a:t>
            </a:r>
            <a:r>
              <a:rPr lang="zh-CN" altLang="en-US" sz="2000">
                <a:solidFill>
                  <a:srgbClr val="FF0000"/>
                </a:solidFill>
                <a:ea typeface="宋体" panose="02010600030101010101" pitchFamily="2" charset="-122"/>
              </a:rPr>
              <a:t>(OCW</a:t>
            </a:r>
            <a:r>
              <a:rPr lang="zh-CN" altLang="en-US" sz="2000" baseline="-25000">
                <a:solidFill>
                  <a:srgbClr val="FF0000"/>
                </a:solidFill>
                <a:ea typeface="宋体" panose="02010600030101010101" pitchFamily="2" charset="-122"/>
              </a:rPr>
              <a:t>2</a:t>
            </a:r>
            <a:r>
              <a:rPr lang="zh-CN" altLang="en-US" sz="2000">
                <a:solidFill>
                  <a:srgbClr val="FF0000"/>
                </a:solidFill>
                <a:ea typeface="宋体" panose="02010600030101010101" pitchFamily="2" charset="-122"/>
              </a:rPr>
              <a:t>:EOI=1,SL=0,R=0)</a:t>
            </a:r>
          </a:p>
          <a:p>
            <a:pPr lvl="1">
              <a:lnSpc>
                <a:spcPct val="90000"/>
              </a:lnSpc>
              <a:buFont typeface="Wingdings" panose="05000000000000000000" pitchFamily="2" charset="2"/>
              <a:buNone/>
            </a:pPr>
            <a:r>
              <a:rPr lang="zh-CN" altLang="en-US" sz="2000">
                <a:ea typeface="宋体" panose="02010600030101010101" pitchFamily="2" charset="-122"/>
              </a:rPr>
              <a:t>   </a:t>
            </a:r>
          </a:p>
          <a:p>
            <a:pPr lvl="1">
              <a:lnSpc>
                <a:spcPct val="90000"/>
              </a:lnSpc>
              <a:buFont typeface="Wingdings" panose="05000000000000000000" pitchFamily="2" charset="2"/>
              <a:buNone/>
            </a:pPr>
            <a:r>
              <a:rPr lang="zh-CN" altLang="en-US" sz="1800">
                <a:ea typeface="宋体" panose="02010600030101010101" pitchFamily="2" charset="-122"/>
              </a:rPr>
              <a:t>  例：MOV AL,20H;   OCW</a:t>
            </a:r>
            <a:r>
              <a:rPr lang="zh-CN" altLang="en-US" sz="1800" baseline="-25000">
                <a:ea typeface="宋体" panose="02010600030101010101" pitchFamily="2" charset="-122"/>
              </a:rPr>
              <a:t>2</a:t>
            </a:r>
            <a:r>
              <a:rPr lang="zh-CN" altLang="en-US" sz="1800">
                <a:ea typeface="宋体" panose="02010600030101010101" pitchFamily="2" charset="-122"/>
              </a:rPr>
              <a:t>=20H</a:t>
            </a:r>
          </a:p>
          <a:p>
            <a:pPr lvl="1">
              <a:lnSpc>
                <a:spcPct val="90000"/>
              </a:lnSpc>
              <a:buFont typeface="Wingdings" panose="05000000000000000000" pitchFamily="2" charset="2"/>
              <a:buNone/>
            </a:pPr>
            <a:r>
              <a:rPr lang="zh-CN" altLang="en-US" sz="1800">
                <a:ea typeface="宋体" panose="02010600030101010101" pitchFamily="2" charset="-122"/>
              </a:rPr>
              <a:t>          OUT  20H,AL;   端口地址=20H(偶地址)</a:t>
            </a:r>
          </a:p>
          <a:p>
            <a:pPr lvl="1">
              <a:lnSpc>
                <a:spcPct val="90000"/>
              </a:lnSpc>
              <a:buFont typeface="Wingdings" panose="05000000000000000000" pitchFamily="2" charset="2"/>
              <a:buNone/>
            </a:pPr>
            <a:r>
              <a:rPr lang="zh-CN" altLang="en-US" sz="1800">
                <a:ea typeface="宋体" panose="02010600030101010101" pitchFamily="2" charset="-122"/>
              </a:rPr>
              <a:t>	</a:t>
            </a:r>
            <a:r>
              <a:rPr lang="zh-CN" altLang="en-US" sz="1800">
                <a:solidFill>
                  <a:srgbClr val="FFFF00"/>
                </a:solidFill>
                <a:ea typeface="宋体" panose="02010600030101010101" pitchFamily="2" charset="-122"/>
              </a:rPr>
              <a:t>	     </a:t>
            </a:r>
            <a:r>
              <a:rPr lang="zh-CN" altLang="en-US" sz="1800">
                <a:solidFill>
                  <a:srgbClr val="FF0000"/>
                </a:solidFill>
                <a:ea typeface="宋体" panose="02010600030101010101" pitchFamily="2" charset="-122"/>
              </a:rPr>
              <a:t>(注：这段指令放在IRET指令前)</a:t>
            </a:r>
          </a:p>
          <a:p>
            <a:pPr lvl="1">
              <a:lnSpc>
                <a:spcPct val="90000"/>
              </a:lnSpc>
              <a:buFont typeface="Wingdings" panose="05000000000000000000" pitchFamily="2" charset="2"/>
              <a:buNone/>
            </a:pPr>
            <a:endParaRPr lang="zh-CN" altLang="en-US" sz="1800">
              <a:solidFill>
                <a:srgbClr val="FFFF00"/>
              </a:solidFill>
              <a:ea typeface="宋体" panose="02010600030101010101" pitchFamily="2" charset="-122"/>
            </a:endParaRPr>
          </a:p>
          <a:p>
            <a:pPr lvl="1">
              <a:lnSpc>
                <a:spcPct val="90000"/>
              </a:lnSpc>
            </a:pPr>
            <a:r>
              <a:rPr lang="zh-CN" altLang="en-US" sz="2000">
                <a:ea typeface="宋体" panose="02010600030101010101" pitchFamily="2" charset="-122"/>
              </a:rPr>
              <a:t>在全嵌套方式下，ISR中</a:t>
            </a:r>
            <a:r>
              <a:rPr lang="zh-CN" altLang="en-US" sz="2000">
                <a:solidFill>
                  <a:schemeClr val="hlink"/>
                </a:solidFill>
                <a:ea typeface="宋体" panose="02010600030101010101" pitchFamily="2" charset="-122"/>
              </a:rPr>
              <a:t>最高优先级的置</a:t>
            </a:r>
            <a:r>
              <a:rPr lang="zh-CN" altLang="en-US" sz="2000">
                <a:solidFill>
                  <a:schemeClr val="hlink"/>
                </a:solidFill>
                <a:latin typeface="Arial" panose="020B0604020202020204" pitchFamily="34" charset="0"/>
                <a:ea typeface="宋体" panose="02010600030101010101" pitchFamily="2" charset="-122"/>
              </a:rPr>
              <a:t>“</a:t>
            </a:r>
            <a:r>
              <a:rPr lang="zh-CN" altLang="en-US" sz="2000">
                <a:solidFill>
                  <a:schemeClr val="hlink"/>
                </a:solidFill>
                <a:ea typeface="宋体" panose="02010600030101010101" pitchFamily="2" charset="-122"/>
              </a:rPr>
              <a:t>1</a:t>
            </a:r>
            <a:r>
              <a:rPr lang="zh-CN" altLang="en-US" sz="2000">
                <a:solidFill>
                  <a:schemeClr val="hlink"/>
                </a:solidFill>
                <a:latin typeface="Arial" panose="020B0604020202020204" pitchFamily="34" charset="0"/>
                <a:ea typeface="宋体" panose="02010600030101010101" pitchFamily="2" charset="-122"/>
              </a:rPr>
              <a:t>”</a:t>
            </a:r>
            <a:r>
              <a:rPr lang="zh-CN" altLang="en-US" sz="2000">
                <a:solidFill>
                  <a:schemeClr val="hlink"/>
                </a:solidFill>
                <a:ea typeface="宋体" panose="02010600030101010101" pitchFamily="2" charset="-122"/>
              </a:rPr>
              <a:t>位</a:t>
            </a:r>
            <a:r>
              <a:rPr lang="zh-CN" altLang="en-US" sz="2000">
                <a:ea typeface="宋体" panose="02010600030101010101" pitchFamily="2" charset="-122"/>
              </a:rPr>
              <a:t>，正对应于当前正在处理的中断，将其清</a:t>
            </a:r>
            <a:r>
              <a:rPr lang="zh-CN" altLang="en-US" sz="2000">
                <a:latin typeface="Arial" panose="020B0604020202020204" pitchFamily="34" charset="0"/>
                <a:ea typeface="宋体" panose="02010600030101010101" pitchFamily="2" charset="-122"/>
              </a:rPr>
              <a:t>“</a:t>
            </a:r>
            <a:r>
              <a:rPr lang="zh-CN" altLang="en-US" sz="2000">
                <a:ea typeface="宋体" panose="02010600030101010101" pitchFamily="2" charset="-122"/>
              </a:rPr>
              <a:t>0</a:t>
            </a:r>
            <a:r>
              <a:rPr lang="zh-CN" altLang="en-US" sz="2000">
                <a:latin typeface="Arial" panose="020B0604020202020204" pitchFamily="34" charset="0"/>
                <a:ea typeface="宋体" panose="02010600030101010101" pitchFamily="2" charset="-122"/>
              </a:rPr>
              <a:t>”</a:t>
            </a:r>
            <a:r>
              <a:rPr lang="zh-CN" altLang="en-US" sz="2000">
                <a:ea typeface="宋体" panose="02010600030101010101" pitchFamily="2" charset="-122"/>
              </a:rPr>
              <a:t>，就完成了当前正在处理中断的结束操作。</a:t>
            </a:r>
          </a:p>
        </p:txBody>
      </p:sp>
      <p:graphicFrame>
        <p:nvGraphicFramePr>
          <p:cNvPr id="31747" name="表格 31746">
            <a:extLst>
              <a:ext uri="{FF2B5EF4-FFF2-40B4-BE49-F238E27FC236}">
                <a16:creationId xmlns:a16="http://schemas.microsoft.com/office/drawing/2014/main" id="{7D196F2B-C64B-4F31-8719-1316C6BD76D6}"/>
              </a:ext>
            </a:extLst>
          </p:cNvPr>
          <p:cNvGraphicFramePr/>
          <p:nvPr/>
        </p:nvGraphicFramePr>
        <p:xfrm>
          <a:off x="2516188" y="5349875"/>
          <a:ext cx="2952750" cy="396875"/>
        </p:xfrm>
        <a:graphic>
          <a:graphicData uri="http://schemas.openxmlformats.org/drawingml/2006/table">
            <a:tbl>
              <a:tblPr/>
              <a:tblGrid>
                <a:gridCol w="492125">
                  <a:extLst>
                    <a:ext uri="{9D8B030D-6E8A-4147-A177-3AD203B41FA5}">
                      <a16:colId xmlns:a16="http://schemas.microsoft.com/office/drawing/2014/main" val="20000"/>
                    </a:ext>
                  </a:extLst>
                </a:gridCol>
                <a:gridCol w="493713">
                  <a:extLst>
                    <a:ext uri="{9D8B030D-6E8A-4147-A177-3AD203B41FA5}">
                      <a16:colId xmlns:a16="http://schemas.microsoft.com/office/drawing/2014/main" val="20001"/>
                    </a:ext>
                  </a:extLst>
                </a:gridCol>
                <a:gridCol w="490537">
                  <a:extLst>
                    <a:ext uri="{9D8B030D-6E8A-4147-A177-3AD203B41FA5}">
                      <a16:colId xmlns:a16="http://schemas.microsoft.com/office/drawing/2014/main" val="20002"/>
                    </a:ext>
                  </a:extLst>
                </a:gridCol>
                <a:gridCol w="490538">
                  <a:extLst>
                    <a:ext uri="{9D8B030D-6E8A-4147-A177-3AD203B41FA5}">
                      <a16:colId xmlns:a16="http://schemas.microsoft.com/office/drawing/2014/main" val="20003"/>
                    </a:ext>
                  </a:extLst>
                </a:gridCol>
                <a:gridCol w="493712">
                  <a:extLst>
                    <a:ext uri="{9D8B030D-6E8A-4147-A177-3AD203B41FA5}">
                      <a16:colId xmlns:a16="http://schemas.microsoft.com/office/drawing/2014/main" val="20004"/>
                    </a:ext>
                  </a:extLst>
                </a:gridCol>
                <a:gridCol w="492125">
                  <a:extLst>
                    <a:ext uri="{9D8B030D-6E8A-4147-A177-3AD203B41FA5}">
                      <a16:colId xmlns:a16="http://schemas.microsoft.com/office/drawing/2014/main" val="20005"/>
                    </a:ext>
                  </a:extLst>
                </a:gridCol>
              </a:tblGrid>
              <a:tr h="396875">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r>
                        <a:rPr lang="en-US" altLang="zh-CN" sz="2000">
                          <a:solidFill>
                            <a:schemeClr val="hlink"/>
                          </a:solidFill>
                          <a:ea typeface="宋体" panose="02010600030101010101" pitchFamily="2" charset="-122"/>
                        </a:rPr>
                        <a:t>1</a:t>
                      </a:r>
                      <a:endParaRPr lang="zh-CN" altLang="en-US" sz="2000">
                        <a:solidFill>
                          <a:schemeClr val="hlink"/>
                        </a:solidFill>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r>
                        <a:rPr lang="en-US" altLang="zh-CN" sz="2000">
                          <a:solidFill>
                            <a:schemeClr val="hlink"/>
                          </a:solidFill>
                          <a:ea typeface="宋体" panose="02010600030101010101" pitchFamily="2" charset="-122"/>
                        </a:rPr>
                        <a:t>1</a:t>
                      </a:r>
                      <a:endParaRPr lang="zh-CN" altLang="en-US" sz="2000">
                        <a:solidFill>
                          <a:schemeClr val="hlink"/>
                        </a:solidFill>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r>
                        <a:rPr lang="en-US" altLang="zh-CN" sz="2000">
                          <a:solidFill>
                            <a:schemeClr val="hlink"/>
                          </a:solidFill>
                          <a:ea typeface="宋体" panose="02010600030101010101" pitchFamily="2" charset="-122"/>
                        </a:rPr>
                        <a:t>0</a:t>
                      </a:r>
                      <a:endParaRPr lang="zh-CN" altLang="en-US" sz="2000">
                        <a:solidFill>
                          <a:schemeClr val="hlink"/>
                        </a:solidFill>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r>
                        <a:rPr lang="en-US" altLang="zh-CN" sz="2000">
                          <a:solidFill>
                            <a:schemeClr val="hlink"/>
                          </a:solidFill>
                          <a:ea typeface="宋体" panose="02010600030101010101" pitchFamily="2" charset="-122"/>
                        </a:rPr>
                        <a:t>1</a:t>
                      </a:r>
                      <a:endParaRPr lang="zh-CN" altLang="en-US" sz="2000">
                        <a:solidFill>
                          <a:schemeClr val="hlink"/>
                        </a:solidFill>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r>
                        <a:rPr lang="en-US" altLang="zh-CN" sz="2000">
                          <a:solidFill>
                            <a:schemeClr val="hlink"/>
                          </a:solidFill>
                          <a:ea typeface="宋体" panose="02010600030101010101" pitchFamily="2" charset="-122"/>
                        </a:rPr>
                        <a:t>…</a:t>
                      </a:r>
                      <a:endParaRPr lang="zh-CN" altLang="en-US" sz="2000">
                        <a:solidFill>
                          <a:schemeClr val="hlink"/>
                        </a:solidFill>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400" b="1" i="0" u="none" kern="1200" baseline="0">
                          <a:solidFill>
                            <a:schemeClr val="tx1"/>
                          </a:solidFill>
                          <a:latin typeface="Verdana" panose="020B0604030504040204" pitchFamily="2" charset="0"/>
                        </a:defRPr>
                      </a:lvl1pPr>
                      <a:lvl2pPr marL="742950" lvl="1" indent="-285750" algn="l">
                        <a:buClr>
                          <a:schemeClr val="accent1"/>
                        </a:buClr>
                        <a:defRPr sz="2000" b="0" kern="1200">
                          <a:latin typeface="Arial" panose="020B0604020202020204" pitchFamily="34" charset="0"/>
                        </a:defRPr>
                      </a:lvl2pPr>
                      <a:lvl3pPr marL="1143000" lvl="2" indent="-228600" algn="l">
                        <a:buClr>
                          <a:schemeClr val="tx1"/>
                        </a:buClr>
                        <a:defRPr sz="2000" kern="1200"/>
                      </a:lvl3pPr>
                      <a:lvl4pPr marL="1600200" lvl="3" indent="-228600" algn="l">
                        <a:defRPr sz="1800" kern="1200"/>
                      </a:lvl4pPr>
                      <a:lvl5pPr marL="2057400" lvl="4" indent="-228600" algn="l">
                        <a:defRPr sz="1800" kern="1200"/>
                      </a:lvl5pPr>
                    </a:lstStyle>
                    <a:p>
                      <a:pPr marL="0" lvl="0" indent="0">
                        <a:buNone/>
                      </a:pPr>
                      <a:endParaRPr lang="zh-CN" altLang="en-US" sz="2000" dirty="0">
                        <a:solidFill>
                          <a:schemeClr val="hlink"/>
                        </a:solidFill>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1762" name="文本框 31762">
            <a:extLst>
              <a:ext uri="{FF2B5EF4-FFF2-40B4-BE49-F238E27FC236}">
                <a16:creationId xmlns:a16="http://schemas.microsoft.com/office/drawing/2014/main" id="{23614D9D-852C-4111-A26F-7CBFD7D9EE83}"/>
              </a:ext>
            </a:extLst>
          </p:cNvPr>
          <p:cNvSpPr txBox="1">
            <a:spLocks noChangeArrowheads="1"/>
          </p:cNvSpPr>
          <p:nvPr/>
        </p:nvSpPr>
        <p:spPr bwMode="auto">
          <a:xfrm>
            <a:off x="2514600" y="4953000"/>
            <a:ext cx="649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solidFill>
                  <a:schemeClr val="hlink"/>
                </a:solidFill>
                <a:latin typeface="Tahoma" panose="020B0604030504040204" pitchFamily="34" charset="0"/>
              </a:rPr>
              <a:t>IR</a:t>
            </a:r>
            <a:r>
              <a:rPr lang="en-US" altLang="zh-CN" baseline="-25000">
                <a:solidFill>
                  <a:schemeClr val="hlink"/>
                </a:solidFill>
                <a:latin typeface="Tahoma" panose="020B0604030504040204" pitchFamily="34" charset="0"/>
              </a:rPr>
              <a:t>0</a:t>
            </a:r>
            <a:endParaRPr lang="en-US" altLang="zh-CN">
              <a:solidFill>
                <a:schemeClr val="hlink"/>
              </a:solidFill>
              <a:latin typeface="Tahoma" panose="020B0604030504040204" pitchFamily="34" charset="0"/>
            </a:endParaRPr>
          </a:p>
        </p:txBody>
      </p:sp>
      <p:sp>
        <p:nvSpPr>
          <p:cNvPr id="31763" name="文本框 31763">
            <a:extLst>
              <a:ext uri="{FF2B5EF4-FFF2-40B4-BE49-F238E27FC236}">
                <a16:creationId xmlns:a16="http://schemas.microsoft.com/office/drawing/2014/main" id="{1D87D59F-2E29-42E4-B0EB-CFC044014009}"/>
              </a:ext>
            </a:extLst>
          </p:cNvPr>
          <p:cNvSpPr txBox="1">
            <a:spLocks noChangeArrowheads="1"/>
          </p:cNvSpPr>
          <p:nvPr/>
        </p:nvSpPr>
        <p:spPr bwMode="auto">
          <a:xfrm>
            <a:off x="4892675" y="4953000"/>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a:solidFill>
                  <a:schemeClr val="hlink"/>
                </a:solidFill>
                <a:latin typeface="Tahoma" panose="020B0604030504040204" pitchFamily="34" charset="0"/>
              </a:rPr>
              <a:t>IR</a:t>
            </a:r>
            <a:r>
              <a:rPr lang="en-US" altLang="zh-CN" baseline="-25000">
                <a:solidFill>
                  <a:schemeClr val="hlink"/>
                </a:solidFill>
                <a:latin typeface="Tahoma" panose="020B0604030504040204" pitchFamily="34" charset="0"/>
              </a:rPr>
              <a:t>7</a:t>
            </a:r>
            <a:endParaRPr lang="en-US" altLang="zh-CN">
              <a:solidFill>
                <a:schemeClr val="hlink"/>
              </a:solidFill>
              <a:latin typeface="Tahoma" panose="020B0604030504040204" pitchFamily="34" charset="0"/>
            </a:endParaRPr>
          </a:p>
        </p:txBody>
      </p:sp>
      <p:sp>
        <p:nvSpPr>
          <p:cNvPr id="31765" name="矩形 31764">
            <a:extLst>
              <a:ext uri="{FF2B5EF4-FFF2-40B4-BE49-F238E27FC236}">
                <a16:creationId xmlns:a16="http://schemas.microsoft.com/office/drawing/2014/main" id="{4DEC50DB-5928-4621-A278-ECF8098B5C40}"/>
              </a:ext>
            </a:extLst>
          </p:cNvPr>
          <p:cNvSpPr/>
          <p:nvPr/>
        </p:nvSpPr>
        <p:spPr>
          <a:xfrm>
            <a:off x="1692275" y="5373688"/>
            <a:ext cx="565150" cy="366712"/>
          </a:xfrm>
          <a:prstGeom prst="rect">
            <a:avLst/>
          </a:prstGeom>
          <a:noFill/>
          <a:ln w="9525">
            <a:noFill/>
          </a:ln>
        </p:spPr>
        <p:txBody>
          <a:bodyPr wrap="none">
            <a:spAutoFit/>
          </a:bodyPr>
          <a:lstStyle/>
          <a:p>
            <a:pPr algn="just" eaLnBrk="0" hangingPunct="0"/>
            <a:r>
              <a:rPr lang="en-US" altLang="x-none" b="1" noProof="1">
                <a:effectLst>
                  <a:outerShdw blurRad="38100" dist="38100" dir="2700000">
                    <a:srgbClr val="C0C0C0"/>
                  </a:outerShdw>
                </a:effectLst>
                <a:latin typeface="Times New Roman" panose="02020603050405020304" pitchFamily="2" charset="0"/>
                <a:cs typeface="+mn-ea"/>
              </a:rPr>
              <a:t>ISR</a:t>
            </a:r>
            <a:endParaRPr lang="en-US" altLang="x-none" b="1" noProof="1">
              <a:effectLst>
                <a:outerShdw blurRad="38100" dist="38100" dir="2700000">
                  <a:srgbClr val="C0C0C0"/>
                </a:outerShdw>
              </a:effectLst>
              <a:latin typeface="Times New Roman" panose="02020603050405020304" pitchFamily="2" charset="0"/>
            </a:endParaRPr>
          </a:p>
        </p:txBody>
      </p:sp>
      <p:sp>
        <p:nvSpPr>
          <p:cNvPr id="2" name="灯片编号占位符 1">
            <a:extLst>
              <a:ext uri="{FF2B5EF4-FFF2-40B4-BE49-F238E27FC236}">
                <a16:creationId xmlns:a16="http://schemas.microsoft.com/office/drawing/2014/main" id="{9A954C5F-27C5-475B-8455-AA06853DE49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7C5606DF-9F61-468F-AF84-934ACAFF4AE5}" type="slidenum">
              <a:rPr lang="zh-CN" altLang="en-US" smtClean="0"/>
              <a:pPr eaLnBrk="0" hangingPunct="0"/>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占位符 32769">
            <a:extLst>
              <a:ext uri="{FF2B5EF4-FFF2-40B4-BE49-F238E27FC236}">
                <a16:creationId xmlns:a16="http://schemas.microsoft.com/office/drawing/2014/main" id="{927A210C-7C35-4083-B8D4-8625BC3A5889}"/>
              </a:ext>
            </a:extLst>
          </p:cNvPr>
          <p:cNvSpPr>
            <a:spLocks noGrp="1" noChangeArrowheads="1"/>
          </p:cNvSpPr>
          <p:nvPr>
            <p:ph idx="1"/>
          </p:nvPr>
        </p:nvSpPr>
        <p:spPr>
          <a:xfrm>
            <a:off x="611188" y="404813"/>
            <a:ext cx="7772400" cy="4114800"/>
          </a:xfrm>
        </p:spPr>
        <p:txBody>
          <a:bodyPr/>
          <a:lstStyle/>
          <a:p>
            <a:pPr>
              <a:buFont typeface="Wingdings" panose="05000000000000000000" pitchFamily="2" charset="2"/>
              <a:buNone/>
            </a:pPr>
            <a:r>
              <a:rPr lang="zh-CN" altLang="en-US" sz="2600">
                <a:solidFill>
                  <a:srgbClr val="FFFF00"/>
                </a:solidFill>
                <a:ea typeface="宋体" panose="02010600030101010101" pitchFamily="2" charset="-122"/>
              </a:rPr>
              <a:t>3、特殊中断结束方式(SPECIFIC EOI－SEOI)</a:t>
            </a:r>
          </a:p>
          <a:p>
            <a:pPr lvl="1"/>
            <a:r>
              <a:rPr lang="zh-CN" altLang="en-US">
                <a:ea typeface="宋体" panose="02010600030101010101" pitchFamily="2" charset="-122"/>
              </a:rPr>
              <a:t>在非全嵌套方式下，无固定的优先级序列(使用设置优先权命令或特殊屏蔽方式)，此时，根据</a:t>
            </a:r>
            <a:r>
              <a:rPr lang="zh-CN" altLang="en-US">
                <a:solidFill>
                  <a:schemeClr val="hlink"/>
                </a:solidFill>
                <a:ea typeface="宋体" panose="02010600030101010101" pitchFamily="2" charset="-122"/>
              </a:rPr>
              <a:t>ISR的内容</a:t>
            </a:r>
            <a:r>
              <a:rPr lang="zh-CN" altLang="en-US">
                <a:ea typeface="宋体" panose="02010600030101010101" pitchFamily="2" charset="-122"/>
              </a:rPr>
              <a:t>就无法确定刚刚所响应(处理)的中断。这种情况下，就不能用上述的</a:t>
            </a:r>
            <a:r>
              <a:rPr lang="zh-CN" altLang="en-US">
                <a:solidFill>
                  <a:schemeClr val="hlink"/>
                </a:solidFill>
                <a:ea typeface="宋体" panose="02010600030101010101" pitchFamily="2" charset="-122"/>
              </a:rPr>
              <a:t>EOI方式</a:t>
            </a:r>
            <a:r>
              <a:rPr lang="zh-CN" altLang="en-US">
                <a:ea typeface="宋体" panose="02010600030101010101" pitchFamily="2" charset="-122"/>
              </a:rPr>
              <a:t>进行中断结束处理，而必须用特殊的中断结束命令</a:t>
            </a:r>
            <a:r>
              <a:rPr lang="zh-CN" altLang="en-US">
                <a:solidFill>
                  <a:schemeClr val="hlink"/>
                </a:solidFill>
                <a:ea typeface="宋体" panose="02010600030101010101" pitchFamily="2" charset="-122"/>
              </a:rPr>
              <a:t>SEOI－－用OCW</a:t>
            </a:r>
            <a:r>
              <a:rPr lang="zh-CN" altLang="en-US" baseline="-25000">
                <a:solidFill>
                  <a:schemeClr val="hlink"/>
                </a:solidFill>
                <a:ea typeface="宋体" panose="02010600030101010101" pitchFamily="2" charset="-122"/>
              </a:rPr>
              <a:t>2</a:t>
            </a:r>
            <a:r>
              <a:rPr lang="zh-CN" altLang="en-US">
                <a:solidFill>
                  <a:schemeClr val="hlink"/>
                </a:solidFill>
                <a:ea typeface="宋体" panose="02010600030101010101" pitchFamily="2" charset="-122"/>
              </a:rPr>
              <a:t>:EOI=1,SL=1,R=0,L</a:t>
            </a:r>
            <a:r>
              <a:rPr lang="zh-CN" altLang="en-US" baseline="-25000">
                <a:solidFill>
                  <a:schemeClr val="hlink"/>
                </a:solidFill>
                <a:ea typeface="宋体" panose="02010600030101010101" pitchFamily="2" charset="-122"/>
              </a:rPr>
              <a:t>2</a:t>
            </a:r>
            <a:r>
              <a:rPr lang="zh-CN" altLang="en-US">
                <a:solidFill>
                  <a:schemeClr val="hlink"/>
                </a:solidFill>
                <a:ea typeface="宋体" panose="02010600030101010101" pitchFamily="2" charset="-122"/>
              </a:rPr>
              <a:t>～L</a:t>
            </a:r>
            <a:r>
              <a:rPr lang="zh-CN" altLang="en-US" baseline="-25000">
                <a:solidFill>
                  <a:schemeClr val="hlink"/>
                </a:solidFill>
                <a:ea typeface="宋体" panose="02010600030101010101" pitchFamily="2" charset="-122"/>
              </a:rPr>
              <a:t>0</a:t>
            </a:r>
          </a:p>
          <a:p>
            <a:pPr lvl="1"/>
            <a:r>
              <a:rPr lang="zh-CN" altLang="en-US">
                <a:ea typeface="宋体" panose="02010600030101010101" pitchFamily="2" charset="-122"/>
              </a:rPr>
              <a:t>由L</a:t>
            </a:r>
            <a:r>
              <a:rPr lang="zh-CN" altLang="en-US" baseline="-25000">
                <a:ea typeface="宋体" panose="02010600030101010101" pitchFamily="2" charset="-122"/>
              </a:rPr>
              <a:t>2</a:t>
            </a:r>
            <a:r>
              <a:rPr lang="zh-CN" altLang="en-US">
                <a:ea typeface="宋体" panose="02010600030101010101" pitchFamily="2" charset="-122"/>
              </a:rPr>
              <a:t>～L</a:t>
            </a:r>
            <a:r>
              <a:rPr lang="zh-CN" altLang="en-US" baseline="-25000">
                <a:ea typeface="宋体" panose="02010600030101010101" pitchFamily="2" charset="-122"/>
              </a:rPr>
              <a:t>0</a:t>
            </a:r>
            <a:r>
              <a:rPr lang="zh-CN" altLang="en-US">
                <a:ea typeface="宋体" panose="02010600030101010101" pitchFamily="2" charset="-122"/>
              </a:rPr>
              <a:t>指定清除ISR中的哪一位。</a:t>
            </a:r>
          </a:p>
          <a:p>
            <a:pPr lvl="1"/>
            <a:r>
              <a:rPr lang="zh-CN" altLang="en-US">
                <a:solidFill>
                  <a:schemeClr val="hlink"/>
                </a:solidFill>
                <a:ea typeface="宋体" panose="02010600030101010101" pitchFamily="2" charset="-122"/>
              </a:rPr>
              <a:t>换句话说：此时ISR位的清零需要程序员来指定</a:t>
            </a:r>
          </a:p>
          <a:p>
            <a:pPr lvl="1"/>
            <a:endParaRPr lang="zh-CN" altLang="en-US">
              <a:ea typeface="宋体" panose="02010600030101010101" pitchFamily="2" charset="-122"/>
            </a:endParaRPr>
          </a:p>
        </p:txBody>
      </p:sp>
      <p:sp>
        <p:nvSpPr>
          <p:cNvPr id="32770" name="灯片编号占位符 1">
            <a:extLst>
              <a:ext uri="{FF2B5EF4-FFF2-40B4-BE49-F238E27FC236}">
                <a16:creationId xmlns:a16="http://schemas.microsoft.com/office/drawing/2014/main" id="{C4243734-87F8-41CA-847C-581879B4724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470AC42A-39E0-44E8-93F8-4A4C303DEEF3}" type="slidenum">
              <a:rPr lang="zh-CN" altLang="en-US" smtClean="0"/>
              <a:pPr eaLnBrk="0" hangingPunct="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文本占位符 33793">
            <a:extLst>
              <a:ext uri="{FF2B5EF4-FFF2-40B4-BE49-F238E27FC236}">
                <a16:creationId xmlns:a16="http://schemas.microsoft.com/office/drawing/2014/main" id="{8552660E-3E7F-4409-A085-F23F1E6C685B}"/>
              </a:ext>
            </a:extLst>
          </p:cNvPr>
          <p:cNvSpPr>
            <a:spLocks noGrp="1" noChangeArrowheads="1"/>
          </p:cNvSpPr>
          <p:nvPr>
            <p:ph idx="1"/>
          </p:nvPr>
        </p:nvSpPr>
        <p:spPr>
          <a:xfrm>
            <a:off x="827088" y="333375"/>
            <a:ext cx="7772400" cy="5472113"/>
          </a:xfrm>
        </p:spPr>
        <p:txBody>
          <a:bodyPr/>
          <a:lstStyle/>
          <a:p>
            <a:pPr>
              <a:buFont typeface="Wingdings" panose="05000000000000000000" pitchFamily="2" charset="2"/>
              <a:buNone/>
            </a:pPr>
            <a:r>
              <a:rPr lang="zh-CN" altLang="en-US">
                <a:solidFill>
                  <a:srgbClr val="FFFF00"/>
                </a:solidFill>
                <a:ea typeface="宋体" panose="02010600030101010101" pitchFamily="2" charset="-122"/>
              </a:rPr>
              <a:t>4) 中断触发方式---要求掌握</a:t>
            </a:r>
          </a:p>
          <a:p>
            <a:pPr lvl="1">
              <a:buFont typeface="Wingdings" panose="05000000000000000000" pitchFamily="2" charset="2"/>
              <a:buNone/>
            </a:pPr>
            <a:r>
              <a:rPr lang="zh-CN" altLang="en-US">
                <a:solidFill>
                  <a:srgbClr val="FF0000"/>
                </a:solidFill>
                <a:ea typeface="宋体" panose="02010600030101010101" pitchFamily="2" charset="-122"/>
              </a:rPr>
              <a:t>电平触发方式：</a:t>
            </a:r>
            <a:r>
              <a:rPr lang="zh-CN" altLang="en-US">
                <a:ea typeface="宋体" panose="02010600030101010101" pitchFamily="2" charset="-122"/>
              </a:rPr>
              <a:t>由IR</a:t>
            </a:r>
            <a:r>
              <a:rPr lang="zh-CN" altLang="en-US" baseline="-25000">
                <a:ea typeface="宋体" panose="02010600030101010101" pitchFamily="2" charset="-122"/>
              </a:rPr>
              <a:t>i</a:t>
            </a:r>
            <a:r>
              <a:rPr lang="zh-CN" altLang="en-US">
                <a:ea typeface="宋体" panose="02010600030101010101" pitchFamily="2" charset="-122"/>
              </a:rPr>
              <a:t>上的有效电平来触发</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中断请求触发器</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a:t>
            </a:r>
          </a:p>
          <a:p>
            <a:pPr lvl="1"/>
            <a:endParaRPr lang="zh-CN" altLang="en-US">
              <a:ea typeface="宋体" panose="02010600030101010101" pitchFamily="2" charset="-122"/>
            </a:endParaRPr>
          </a:p>
          <a:p>
            <a:pPr lvl="1">
              <a:buFont typeface="Wingdings" panose="05000000000000000000" pitchFamily="2" charset="2"/>
              <a:buNone/>
            </a:pPr>
            <a:endParaRPr lang="zh-CN" altLang="en-US">
              <a:solidFill>
                <a:srgbClr val="FFFF00"/>
              </a:solidFill>
              <a:ea typeface="宋体" panose="02010600030101010101" pitchFamily="2" charset="-122"/>
            </a:endParaRPr>
          </a:p>
          <a:p>
            <a:pPr lvl="1">
              <a:buFont typeface="Wingdings" panose="05000000000000000000" pitchFamily="2" charset="2"/>
              <a:buNone/>
            </a:pPr>
            <a:r>
              <a:rPr lang="zh-CN" altLang="en-US">
                <a:solidFill>
                  <a:srgbClr val="FF0000"/>
                </a:solidFill>
                <a:ea typeface="宋体" panose="02010600030101010101" pitchFamily="2" charset="-122"/>
              </a:rPr>
              <a:t>边沿触发方式：</a:t>
            </a:r>
            <a:r>
              <a:rPr lang="zh-CN" altLang="en-US">
                <a:ea typeface="宋体" panose="02010600030101010101" pitchFamily="2" charset="-122"/>
              </a:rPr>
              <a:t>由IR</a:t>
            </a:r>
            <a:r>
              <a:rPr lang="zh-CN" altLang="en-US" baseline="-25000">
                <a:ea typeface="宋体" panose="02010600030101010101" pitchFamily="2" charset="-122"/>
              </a:rPr>
              <a:t>i</a:t>
            </a:r>
            <a:r>
              <a:rPr lang="zh-CN" altLang="en-US">
                <a:ea typeface="宋体" panose="02010600030101010101" pitchFamily="2" charset="-122"/>
              </a:rPr>
              <a:t>上由低电平向高电平的跳变来触发</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中断请求触发器</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a:t>
            </a:r>
          </a:p>
          <a:p>
            <a:pPr lvl="1">
              <a:buFont typeface="Wingdings" panose="05000000000000000000" pitchFamily="2" charset="2"/>
              <a:buNone/>
            </a:pPr>
            <a:endParaRPr lang="zh-CN" altLang="en-US">
              <a:ea typeface="宋体" panose="02010600030101010101" pitchFamily="2" charset="-122"/>
            </a:endParaRPr>
          </a:p>
          <a:p>
            <a:pPr lvl="1">
              <a:buFont typeface="Wingdings" panose="05000000000000000000" pitchFamily="2" charset="2"/>
              <a:buNone/>
            </a:pPr>
            <a:endParaRPr lang="zh-CN" altLang="en-US">
              <a:ea typeface="宋体" panose="02010600030101010101" pitchFamily="2" charset="-122"/>
            </a:endParaRPr>
          </a:p>
          <a:p>
            <a:pPr lvl="1"/>
            <a:endParaRPr lang="zh-CN" altLang="en-US">
              <a:ea typeface="宋体" panose="02010600030101010101" pitchFamily="2" charset="-122"/>
            </a:endParaRPr>
          </a:p>
          <a:p>
            <a:pPr lvl="2"/>
            <a:r>
              <a:rPr lang="zh-CN" altLang="en-US">
                <a:ea typeface="宋体" panose="02010600030101010101" pitchFamily="2" charset="-122"/>
              </a:rPr>
              <a:t>由</a:t>
            </a:r>
            <a:r>
              <a:rPr lang="zh-CN" altLang="en-US">
                <a:solidFill>
                  <a:srgbClr val="FF7C80"/>
                </a:solidFill>
                <a:ea typeface="宋体" panose="02010600030101010101" pitchFamily="2" charset="-122"/>
              </a:rPr>
              <a:t>ICW</a:t>
            </a:r>
            <a:r>
              <a:rPr lang="zh-CN" altLang="en-US" baseline="-25000">
                <a:solidFill>
                  <a:srgbClr val="FF7C80"/>
                </a:solidFill>
                <a:ea typeface="宋体" panose="02010600030101010101" pitchFamily="2" charset="-122"/>
              </a:rPr>
              <a:t>1</a:t>
            </a:r>
            <a:r>
              <a:rPr lang="zh-CN" altLang="en-US">
                <a:solidFill>
                  <a:srgbClr val="FF7C80"/>
                </a:solidFill>
                <a:ea typeface="宋体" panose="02010600030101010101" pitchFamily="2" charset="-122"/>
              </a:rPr>
              <a:t>的LTIM位</a:t>
            </a:r>
            <a:r>
              <a:rPr lang="zh-CN" altLang="en-US">
                <a:ea typeface="宋体" panose="02010600030101010101" pitchFamily="2" charset="-122"/>
              </a:rPr>
              <a:t>可以设置中断触发方式。</a:t>
            </a:r>
          </a:p>
        </p:txBody>
      </p:sp>
      <p:grpSp>
        <p:nvGrpSpPr>
          <p:cNvPr id="33794" name="组合 33794">
            <a:extLst>
              <a:ext uri="{FF2B5EF4-FFF2-40B4-BE49-F238E27FC236}">
                <a16:creationId xmlns:a16="http://schemas.microsoft.com/office/drawing/2014/main" id="{1CF9F6EF-6DAB-48E2-9BF3-3E08713BB124}"/>
              </a:ext>
            </a:extLst>
          </p:cNvPr>
          <p:cNvGrpSpPr>
            <a:grpSpLocks/>
          </p:cNvGrpSpPr>
          <p:nvPr/>
        </p:nvGrpSpPr>
        <p:grpSpPr bwMode="auto">
          <a:xfrm>
            <a:off x="2843213" y="1700213"/>
            <a:ext cx="3024187" cy="503237"/>
            <a:chOff x="0" y="0"/>
            <a:chExt cx="1905" cy="317"/>
          </a:xfrm>
        </p:grpSpPr>
        <p:grpSp>
          <p:nvGrpSpPr>
            <p:cNvPr id="33795" name="组合 33795">
              <a:extLst>
                <a:ext uri="{FF2B5EF4-FFF2-40B4-BE49-F238E27FC236}">
                  <a16:creationId xmlns:a16="http://schemas.microsoft.com/office/drawing/2014/main" id="{F9CC5916-2E17-41E1-86F3-2456D2D70D04}"/>
                </a:ext>
              </a:extLst>
            </p:cNvPr>
            <p:cNvGrpSpPr>
              <a:grpSpLocks/>
            </p:cNvGrpSpPr>
            <p:nvPr/>
          </p:nvGrpSpPr>
          <p:grpSpPr bwMode="auto">
            <a:xfrm>
              <a:off x="0" y="0"/>
              <a:ext cx="1360" cy="317"/>
              <a:chOff x="0" y="0"/>
              <a:chExt cx="1360" cy="317"/>
            </a:xfrm>
          </p:grpSpPr>
          <p:sp>
            <p:nvSpPr>
              <p:cNvPr id="33796" name="直接连接符 33796">
                <a:extLst>
                  <a:ext uri="{FF2B5EF4-FFF2-40B4-BE49-F238E27FC236}">
                    <a16:creationId xmlns:a16="http://schemas.microsoft.com/office/drawing/2014/main" id="{4219FD54-FE32-4FEA-B8AD-F2766C22A327}"/>
                  </a:ext>
                </a:extLst>
              </p:cNvPr>
              <p:cNvSpPr>
                <a:spLocks noChangeShapeType="1"/>
              </p:cNvSpPr>
              <p:nvPr/>
            </p:nvSpPr>
            <p:spPr bwMode="auto">
              <a:xfrm>
                <a:off x="0" y="317"/>
                <a:ext cx="453"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 name="直接连接符 33797">
                <a:extLst>
                  <a:ext uri="{FF2B5EF4-FFF2-40B4-BE49-F238E27FC236}">
                    <a16:creationId xmlns:a16="http://schemas.microsoft.com/office/drawing/2014/main" id="{322139C3-EA88-47DA-96BC-6CCACB608F8E}"/>
                  </a:ext>
                </a:extLst>
              </p:cNvPr>
              <p:cNvSpPr>
                <a:spLocks noChangeShapeType="1"/>
              </p:cNvSpPr>
              <p:nvPr/>
            </p:nvSpPr>
            <p:spPr bwMode="auto">
              <a:xfrm flipV="1">
                <a:off x="453" y="0"/>
                <a:ext cx="0" cy="317"/>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8" name="直接连接符 33798">
                <a:extLst>
                  <a:ext uri="{FF2B5EF4-FFF2-40B4-BE49-F238E27FC236}">
                    <a16:creationId xmlns:a16="http://schemas.microsoft.com/office/drawing/2014/main" id="{A8511CC6-946C-41E4-B475-A4B7EE740EFA}"/>
                  </a:ext>
                </a:extLst>
              </p:cNvPr>
              <p:cNvSpPr>
                <a:spLocks noChangeShapeType="1"/>
              </p:cNvSpPr>
              <p:nvPr/>
            </p:nvSpPr>
            <p:spPr bwMode="auto">
              <a:xfrm>
                <a:off x="453" y="0"/>
                <a:ext cx="907"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799" name="直接连接符 33799">
              <a:extLst>
                <a:ext uri="{FF2B5EF4-FFF2-40B4-BE49-F238E27FC236}">
                  <a16:creationId xmlns:a16="http://schemas.microsoft.com/office/drawing/2014/main" id="{574AB546-7154-4C4D-913A-D060E1E256F9}"/>
                </a:ext>
              </a:extLst>
            </p:cNvPr>
            <p:cNvSpPr>
              <a:spLocks noChangeShapeType="1"/>
            </p:cNvSpPr>
            <p:nvPr/>
          </p:nvSpPr>
          <p:spPr bwMode="auto">
            <a:xfrm>
              <a:off x="1360" y="0"/>
              <a:ext cx="0" cy="317"/>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0" name="直接连接符 33800">
              <a:extLst>
                <a:ext uri="{FF2B5EF4-FFF2-40B4-BE49-F238E27FC236}">
                  <a16:creationId xmlns:a16="http://schemas.microsoft.com/office/drawing/2014/main" id="{6FCDC658-CD47-4074-85B4-45B319D6F4A9}"/>
                </a:ext>
              </a:extLst>
            </p:cNvPr>
            <p:cNvSpPr>
              <a:spLocks noChangeShapeType="1"/>
            </p:cNvSpPr>
            <p:nvPr/>
          </p:nvSpPr>
          <p:spPr bwMode="auto">
            <a:xfrm>
              <a:off x="1360" y="317"/>
              <a:ext cx="545"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01" name="组合 33801">
            <a:extLst>
              <a:ext uri="{FF2B5EF4-FFF2-40B4-BE49-F238E27FC236}">
                <a16:creationId xmlns:a16="http://schemas.microsoft.com/office/drawing/2014/main" id="{C9649F4D-C59A-418E-9F19-B01E4AEC172E}"/>
              </a:ext>
            </a:extLst>
          </p:cNvPr>
          <p:cNvGrpSpPr>
            <a:grpSpLocks/>
          </p:cNvGrpSpPr>
          <p:nvPr/>
        </p:nvGrpSpPr>
        <p:grpSpPr bwMode="auto">
          <a:xfrm>
            <a:off x="2195513" y="3860800"/>
            <a:ext cx="1871662" cy="431800"/>
            <a:chOff x="0" y="0"/>
            <a:chExt cx="1179" cy="272"/>
          </a:xfrm>
        </p:grpSpPr>
        <p:sp>
          <p:nvSpPr>
            <p:cNvPr id="33802" name="直接连接符 33802">
              <a:extLst>
                <a:ext uri="{FF2B5EF4-FFF2-40B4-BE49-F238E27FC236}">
                  <a16:creationId xmlns:a16="http://schemas.microsoft.com/office/drawing/2014/main" id="{806B0E2C-EABA-41DE-8D35-A53B01B37D43}"/>
                </a:ext>
              </a:extLst>
            </p:cNvPr>
            <p:cNvSpPr>
              <a:spLocks noChangeShapeType="1"/>
            </p:cNvSpPr>
            <p:nvPr/>
          </p:nvSpPr>
          <p:spPr bwMode="auto">
            <a:xfrm>
              <a:off x="0" y="272"/>
              <a:ext cx="544"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3" name="直接连接符 33803">
              <a:extLst>
                <a:ext uri="{FF2B5EF4-FFF2-40B4-BE49-F238E27FC236}">
                  <a16:creationId xmlns:a16="http://schemas.microsoft.com/office/drawing/2014/main" id="{BE93947B-061E-4085-BECF-E8655F31BED0}"/>
                </a:ext>
              </a:extLst>
            </p:cNvPr>
            <p:cNvSpPr>
              <a:spLocks noChangeShapeType="1"/>
            </p:cNvSpPr>
            <p:nvPr/>
          </p:nvSpPr>
          <p:spPr bwMode="auto">
            <a:xfrm flipV="1">
              <a:off x="544" y="0"/>
              <a:ext cx="0" cy="272"/>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4" name="直接连接符 33804">
              <a:extLst>
                <a:ext uri="{FF2B5EF4-FFF2-40B4-BE49-F238E27FC236}">
                  <a16:creationId xmlns:a16="http://schemas.microsoft.com/office/drawing/2014/main" id="{E7454D4E-54C4-46F4-BD3F-3F29CB944BB6}"/>
                </a:ext>
              </a:extLst>
            </p:cNvPr>
            <p:cNvSpPr>
              <a:spLocks noChangeShapeType="1"/>
            </p:cNvSpPr>
            <p:nvPr/>
          </p:nvSpPr>
          <p:spPr bwMode="auto">
            <a:xfrm>
              <a:off x="544" y="0"/>
              <a:ext cx="635"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05" name="组合 33805">
            <a:extLst>
              <a:ext uri="{FF2B5EF4-FFF2-40B4-BE49-F238E27FC236}">
                <a16:creationId xmlns:a16="http://schemas.microsoft.com/office/drawing/2014/main" id="{3A79DEFF-949E-4A10-A306-D04B8B36206C}"/>
              </a:ext>
            </a:extLst>
          </p:cNvPr>
          <p:cNvGrpSpPr>
            <a:grpSpLocks/>
          </p:cNvGrpSpPr>
          <p:nvPr/>
        </p:nvGrpSpPr>
        <p:grpSpPr bwMode="auto">
          <a:xfrm>
            <a:off x="4572000" y="3789363"/>
            <a:ext cx="2735263" cy="431800"/>
            <a:chOff x="0" y="0"/>
            <a:chExt cx="1723" cy="272"/>
          </a:xfrm>
        </p:grpSpPr>
        <p:sp>
          <p:nvSpPr>
            <p:cNvPr id="33806" name="直接连接符 33806">
              <a:extLst>
                <a:ext uri="{FF2B5EF4-FFF2-40B4-BE49-F238E27FC236}">
                  <a16:creationId xmlns:a16="http://schemas.microsoft.com/office/drawing/2014/main" id="{3001C43E-1D86-486C-82E0-BD15E86E51BD}"/>
                </a:ext>
              </a:extLst>
            </p:cNvPr>
            <p:cNvSpPr>
              <a:spLocks noChangeShapeType="1"/>
            </p:cNvSpPr>
            <p:nvPr/>
          </p:nvSpPr>
          <p:spPr bwMode="auto">
            <a:xfrm>
              <a:off x="0" y="272"/>
              <a:ext cx="861"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7" name="直接连接符 33807">
              <a:extLst>
                <a:ext uri="{FF2B5EF4-FFF2-40B4-BE49-F238E27FC236}">
                  <a16:creationId xmlns:a16="http://schemas.microsoft.com/office/drawing/2014/main" id="{CEB7349E-495A-409A-9FBE-3A02D57BFD0F}"/>
                </a:ext>
              </a:extLst>
            </p:cNvPr>
            <p:cNvSpPr>
              <a:spLocks noChangeShapeType="1"/>
            </p:cNvSpPr>
            <p:nvPr/>
          </p:nvSpPr>
          <p:spPr bwMode="auto">
            <a:xfrm flipV="1">
              <a:off x="861" y="0"/>
              <a:ext cx="91" cy="272"/>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8" name="直接连接符 33808">
              <a:extLst>
                <a:ext uri="{FF2B5EF4-FFF2-40B4-BE49-F238E27FC236}">
                  <a16:creationId xmlns:a16="http://schemas.microsoft.com/office/drawing/2014/main" id="{BDA312F7-5212-48A9-A3FC-405A80340586}"/>
                </a:ext>
              </a:extLst>
            </p:cNvPr>
            <p:cNvSpPr>
              <a:spLocks noChangeShapeType="1"/>
            </p:cNvSpPr>
            <p:nvPr/>
          </p:nvSpPr>
          <p:spPr bwMode="auto">
            <a:xfrm>
              <a:off x="952" y="0"/>
              <a:ext cx="91" cy="272"/>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9" name="直接连接符 33809">
              <a:extLst>
                <a:ext uri="{FF2B5EF4-FFF2-40B4-BE49-F238E27FC236}">
                  <a16:creationId xmlns:a16="http://schemas.microsoft.com/office/drawing/2014/main" id="{726227AE-0CF6-47BD-99A5-E61097762C9C}"/>
                </a:ext>
              </a:extLst>
            </p:cNvPr>
            <p:cNvSpPr>
              <a:spLocks noChangeShapeType="1"/>
            </p:cNvSpPr>
            <p:nvPr/>
          </p:nvSpPr>
          <p:spPr bwMode="auto">
            <a:xfrm>
              <a:off x="1043" y="272"/>
              <a:ext cx="680"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810" name="灯片编号占位符 1">
            <a:extLst>
              <a:ext uri="{FF2B5EF4-FFF2-40B4-BE49-F238E27FC236}">
                <a16:creationId xmlns:a16="http://schemas.microsoft.com/office/drawing/2014/main" id="{9851D99B-6562-4A7F-97A8-16C3419146E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ED61385C-59CC-4A6A-A62A-FFBDD3EC66AB}" type="slidenum">
              <a:rPr lang="zh-CN" altLang="en-US" smtClean="0"/>
              <a:pPr eaLnBrk="0" hangingPunct="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占位符 34817">
            <a:extLst>
              <a:ext uri="{FF2B5EF4-FFF2-40B4-BE49-F238E27FC236}">
                <a16:creationId xmlns:a16="http://schemas.microsoft.com/office/drawing/2014/main" id="{EDF222AF-4C69-4452-B5C9-1FF366BF54B1}"/>
              </a:ext>
            </a:extLst>
          </p:cNvPr>
          <p:cNvSpPr>
            <a:spLocks noGrp="1" noChangeArrowheads="1"/>
          </p:cNvSpPr>
          <p:nvPr>
            <p:ph idx="1"/>
          </p:nvPr>
        </p:nvSpPr>
        <p:spPr>
          <a:xfrm>
            <a:off x="684213" y="404813"/>
            <a:ext cx="7772400" cy="4114800"/>
          </a:xfrm>
        </p:spPr>
        <p:txBody>
          <a:bodyPr/>
          <a:lstStyle/>
          <a:p>
            <a:pPr>
              <a:lnSpc>
                <a:spcPct val="90000"/>
              </a:lnSpc>
              <a:buFont typeface="Wingdings" panose="05000000000000000000" pitchFamily="2" charset="2"/>
              <a:buNone/>
            </a:pPr>
            <a:r>
              <a:rPr lang="zh-CN" altLang="en-US">
                <a:solidFill>
                  <a:srgbClr val="FFFF00"/>
                </a:solidFill>
                <a:ea typeface="宋体" panose="02010600030101010101" pitchFamily="2" charset="-122"/>
              </a:rPr>
              <a:t>5) 连接系统总线的方式</a:t>
            </a:r>
          </a:p>
          <a:p>
            <a:pPr lvl="1">
              <a:lnSpc>
                <a:spcPct val="90000"/>
              </a:lnSpc>
              <a:spcBef>
                <a:spcPct val="50000"/>
              </a:spcBef>
              <a:buFont typeface="Wingdings" panose="05000000000000000000" pitchFamily="2" charset="2"/>
              <a:buNone/>
            </a:pPr>
            <a:r>
              <a:rPr lang="zh-CN" altLang="en-US">
                <a:solidFill>
                  <a:srgbClr val="FF0000"/>
                </a:solidFill>
                <a:ea typeface="宋体" panose="02010600030101010101" pitchFamily="2" charset="-122"/>
              </a:rPr>
              <a:t>缓冲方式(ICW</a:t>
            </a:r>
            <a:r>
              <a:rPr lang="zh-CN" altLang="en-US" baseline="-25000">
                <a:solidFill>
                  <a:srgbClr val="FF0000"/>
                </a:solidFill>
                <a:ea typeface="宋体" panose="02010600030101010101" pitchFamily="2" charset="-122"/>
              </a:rPr>
              <a:t>4</a:t>
            </a:r>
            <a:r>
              <a:rPr lang="zh-CN" altLang="en-US">
                <a:solidFill>
                  <a:srgbClr val="FF0000"/>
                </a:solidFill>
                <a:ea typeface="宋体" panose="02010600030101010101" pitchFamily="2" charset="-122"/>
              </a:rPr>
              <a:t>的BUF=1)</a:t>
            </a:r>
          </a:p>
          <a:p>
            <a:pPr lvl="2">
              <a:lnSpc>
                <a:spcPct val="90000"/>
              </a:lnSpc>
            </a:pPr>
            <a:r>
              <a:rPr lang="zh-CN" altLang="en-US">
                <a:ea typeface="宋体" panose="02010600030101010101" pitchFamily="2" charset="-122"/>
              </a:rPr>
              <a:t>8259A通过总线驱动器(如8286)和数据总线相连。</a:t>
            </a:r>
          </a:p>
          <a:p>
            <a:pPr lvl="2">
              <a:lnSpc>
                <a:spcPct val="90000"/>
              </a:lnSpc>
            </a:pPr>
            <a:r>
              <a:rPr lang="zh-CN" altLang="en-US">
                <a:ea typeface="宋体" panose="02010600030101010101" pitchFamily="2" charset="-122"/>
              </a:rPr>
              <a:t>在缓冲方式下，8259A的 SP/EN 作为输出</a:t>
            </a:r>
            <a:r>
              <a:rPr lang="zh-CN" altLang="en-US">
                <a:solidFill>
                  <a:srgbClr val="FF7C80"/>
                </a:solidFill>
                <a:ea typeface="宋体" panose="02010600030101010101" pitchFamily="2" charset="-122"/>
              </a:rPr>
              <a:t>( EN  有效)</a:t>
            </a:r>
            <a:r>
              <a:rPr lang="zh-CN" altLang="en-US">
                <a:ea typeface="宋体" panose="02010600030101010101" pitchFamily="2" charset="-122"/>
              </a:rPr>
              <a:t>，此时，由ICW</a:t>
            </a:r>
            <a:r>
              <a:rPr lang="zh-CN" altLang="en-US" baseline="-25000">
                <a:ea typeface="宋体" panose="02010600030101010101" pitchFamily="2" charset="-122"/>
              </a:rPr>
              <a:t>4</a:t>
            </a:r>
            <a:r>
              <a:rPr lang="zh-CN" altLang="en-US">
                <a:ea typeface="宋体" panose="02010600030101010101" pitchFamily="2" charset="-122"/>
              </a:rPr>
              <a:t>的</a:t>
            </a:r>
            <a:r>
              <a:rPr lang="zh-CN" altLang="en-US">
                <a:solidFill>
                  <a:srgbClr val="FF7C80"/>
                </a:solidFill>
                <a:ea typeface="宋体" panose="02010600030101010101" pitchFamily="2" charset="-122"/>
              </a:rPr>
              <a:t>M/S</a:t>
            </a:r>
            <a:r>
              <a:rPr lang="zh-CN" altLang="en-US">
                <a:ea typeface="宋体" panose="02010600030101010101" pitchFamily="2" charset="-122"/>
              </a:rPr>
              <a:t>位来定义(标识)本8259A是主片还是从片。</a:t>
            </a:r>
          </a:p>
          <a:p>
            <a:pPr lvl="2">
              <a:lnSpc>
                <a:spcPct val="90000"/>
              </a:lnSpc>
              <a:buFont typeface="Wingdings" panose="05000000000000000000" pitchFamily="2" charset="2"/>
              <a:buNone/>
            </a:pPr>
            <a:endParaRPr lang="zh-CN" altLang="en-US">
              <a:ea typeface="宋体" panose="02010600030101010101" pitchFamily="2" charset="-122"/>
            </a:endParaRPr>
          </a:p>
          <a:p>
            <a:pPr lvl="1">
              <a:lnSpc>
                <a:spcPct val="90000"/>
              </a:lnSpc>
              <a:buFont typeface="Wingdings" panose="05000000000000000000" pitchFamily="2" charset="2"/>
              <a:buNone/>
            </a:pPr>
            <a:r>
              <a:rPr lang="zh-CN" altLang="en-US">
                <a:solidFill>
                  <a:srgbClr val="FF0000"/>
                </a:solidFill>
                <a:ea typeface="宋体" panose="02010600030101010101" pitchFamily="2" charset="-122"/>
              </a:rPr>
              <a:t>非缓冲方式(ICW</a:t>
            </a:r>
            <a:r>
              <a:rPr lang="zh-CN" altLang="en-US" baseline="-25000">
                <a:solidFill>
                  <a:srgbClr val="FF0000"/>
                </a:solidFill>
                <a:ea typeface="宋体" panose="02010600030101010101" pitchFamily="2" charset="-122"/>
              </a:rPr>
              <a:t>4</a:t>
            </a:r>
            <a:r>
              <a:rPr lang="zh-CN" altLang="en-US">
                <a:solidFill>
                  <a:srgbClr val="FF0000"/>
                </a:solidFill>
                <a:ea typeface="宋体" panose="02010600030101010101" pitchFamily="2" charset="-122"/>
              </a:rPr>
              <a:t>的BUF=0)</a:t>
            </a:r>
          </a:p>
          <a:p>
            <a:pPr lvl="2">
              <a:lnSpc>
                <a:spcPct val="90000"/>
              </a:lnSpc>
            </a:pPr>
            <a:r>
              <a:rPr lang="zh-CN" altLang="en-US">
                <a:ea typeface="宋体" panose="02010600030101010101" pitchFamily="2" charset="-122"/>
              </a:rPr>
              <a:t>即8259A直接与数据总线相连</a:t>
            </a:r>
          </a:p>
          <a:p>
            <a:pPr lvl="2">
              <a:lnSpc>
                <a:spcPct val="90000"/>
              </a:lnSpc>
            </a:pPr>
            <a:r>
              <a:rPr lang="zh-CN" altLang="en-US">
                <a:ea typeface="宋体" panose="02010600030101010101" pitchFamily="2" charset="-122"/>
              </a:rPr>
              <a:t>在</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非缓冲方式下</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，8259A的</a:t>
            </a:r>
            <a:r>
              <a:rPr lang="zh-CN" altLang="en-US">
                <a:solidFill>
                  <a:srgbClr val="FF7C80"/>
                </a:solidFill>
                <a:ea typeface="宋体" panose="02010600030101010101" pitchFamily="2" charset="-122"/>
              </a:rPr>
              <a:t> SP/EN</a:t>
            </a:r>
            <a:r>
              <a:rPr lang="zh-CN" altLang="en-US">
                <a:solidFill>
                  <a:srgbClr val="66FF33"/>
                </a:solidFill>
                <a:ea typeface="宋体" panose="02010600030101010101" pitchFamily="2" charset="-122"/>
              </a:rPr>
              <a:t> </a:t>
            </a:r>
            <a:r>
              <a:rPr lang="zh-CN" altLang="en-US">
                <a:ea typeface="宋体" panose="02010600030101010101" pitchFamily="2" charset="-122"/>
              </a:rPr>
              <a:t>作为输入(</a:t>
            </a:r>
            <a:r>
              <a:rPr lang="zh-CN" altLang="en-US">
                <a:solidFill>
                  <a:srgbClr val="FF7C80"/>
                </a:solidFill>
                <a:ea typeface="宋体" panose="02010600030101010101" pitchFamily="2" charset="-122"/>
              </a:rPr>
              <a:t>SP</a:t>
            </a:r>
            <a:r>
              <a:rPr lang="zh-CN" altLang="en-US">
                <a:ea typeface="宋体" panose="02010600030101010101" pitchFamily="2" charset="-122"/>
              </a:rPr>
              <a:t>有效)</a:t>
            </a:r>
          </a:p>
          <a:p>
            <a:pPr lvl="2">
              <a:lnSpc>
                <a:spcPct val="90000"/>
              </a:lnSpc>
              <a:buFont typeface="Wingdings" panose="05000000000000000000" pitchFamily="2" charset="2"/>
              <a:buNone/>
            </a:pPr>
            <a:r>
              <a:rPr lang="zh-CN" altLang="en-US">
                <a:ea typeface="宋体" panose="02010600030101010101" pitchFamily="2" charset="-122"/>
              </a:rPr>
              <a:t>   此时，由 </a:t>
            </a:r>
            <a:r>
              <a:rPr lang="zh-CN" altLang="en-US">
                <a:solidFill>
                  <a:srgbClr val="FF7C80"/>
                </a:solidFill>
                <a:ea typeface="宋体" panose="02010600030101010101" pitchFamily="2" charset="-122"/>
              </a:rPr>
              <a:t>SP/EN </a:t>
            </a:r>
            <a:r>
              <a:rPr lang="zh-CN" altLang="en-US">
                <a:ea typeface="宋体" panose="02010600030101010101" pitchFamily="2" charset="-122"/>
              </a:rPr>
              <a:t>端来标识本8259A是主片还是从片。</a:t>
            </a:r>
          </a:p>
          <a:p>
            <a:pPr lvl="2">
              <a:lnSpc>
                <a:spcPct val="90000"/>
              </a:lnSpc>
            </a:pPr>
            <a:r>
              <a:rPr lang="zh-CN" altLang="en-US">
                <a:ea typeface="宋体" panose="02010600030101010101" pitchFamily="2" charset="-122"/>
              </a:rPr>
              <a:t>在</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非缓冲方式下</a:t>
            </a:r>
            <a:r>
              <a:rPr lang="zh-CN" altLang="en-US">
                <a:latin typeface="Tahoma" panose="020B0604030504040204" pitchFamily="34" charset="0"/>
                <a:ea typeface="宋体" panose="02010600030101010101" pitchFamily="2" charset="-122"/>
              </a:rPr>
              <a:t>”</a:t>
            </a:r>
            <a:r>
              <a:rPr lang="zh-CN" altLang="en-US">
                <a:ea typeface="宋体" panose="02010600030101010101" pitchFamily="2" charset="-122"/>
              </a:rPr>
              <a:t>，ICW</a:t>
            </a:r>
            <a:r>
              <a:rPr lang="zh-CN" altLang="en-US" baseline="-25000">
                <a:ea typeface="宋体" panose="02010600030101010101" pitchFamily="2" charset="-122"/>
              </a:rPr>
              <a:t>4</a:t>
            </a:r>
            <a:r>
              <a:rPr lang="zh-CN" altLang="en-US">
                <a:ea typeface="宋体" panose="02010600030101010101" pitchFamily="2" charset="-122"/>
              </a:rPr>
              <a:t>的BUF＝0，M/S位无意义。</a:t>
            </a:r>
          </a:p>
        </p:txBody>
      </p:sp>
      <p:sp>
        <p:nvSpPr>
          <p:cNvPr id="34819" name="Rectangle 141">
            <a:extLst>
              <a:ext uri="{FF2B5EF4-FFF2-40B4-BE49-F238E27FC236}">
                <a16:creationId xmlns:a16="http://schemas.microsoft.com/office/drawing/2014/main" id="{E2D3C0E7-2DFE-43BA-86CE-CD744322D646}"/>
              </a:ext>
            </a:extLst>
          </p:cNvPr>
          <p:cNvSpPr>
            <a:spLocks noChangeArrowheads="1"/>
          </p:cNvSpPr>
          <p:nvPr/>
        </p:nvSpPr>
        <p:spPr bwMode="auto">
          <a:xfrm>
            <a:off x="4643438" y="2492375"/>
            <a:ext cx="4176712" cy="503238"/>
          </a:xfrm>
          <a:prstGeom prst="rect">
            <a:avLst/>
          </a:prstGeom>
          <a:solidFill>
            <a:schemeClr val="accent1"/>
          </a:solidFill>
          <a:ln w="38100">
            <a:solidFill>
              <a:schemeClr val="tx1"/>
            </a:solidFill>
            <a:miter lim="800000"/>
            <a:headEnd/>
            <a:tailEnd/>
          </a:ln>
        </p:spPr>
        <p:txBody>
          <a:bodyPr wrap="none" anchor="ctr"/>
          <a:lstStyle/>
          <a:p>
            <a:r>
              <a:rPr lang="zh-CN" altLang="en-US" sz="2400" b="1">
                <a:latin typeface="楷体_GB2312" pitchFamily="1" charset="-122"/>
                <a:ea typeface="楷体_GB2312" pitchFamily="1" charset="-122"/>
              </a:rPr>
              <a:t>缓冲目的：提高总线驱动能力 </a:t>
            </a:r>
          </a:p>
        </p:txBody>
      </p:sp>
      <p:sp>
        <p:nvSpPr>
          <p:cNvPr id="2" name="灯片编号占位符 1">
            <a:extLst>
              <a:ext uri="{FF2B5EF4-FFF2-40B4-BE49-F238E27FC236}">
                <a16:creationId xmlns:a16="http://schemas.microsoft.com/office/drawing/2014/main" id="{1B2C9B4C-32D3-4718-A2CD-0C71BF0B188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B8A2D6BD-85B7-4772-8CDC-84BAF856BC81}" type="slidenum">
              <a:rPr lang="zh-CN" altLang="en-US" smtClean="0"/>
              <a:pPr eaLnBrk="0" hangingPunct="0"/>
              <a:t>31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box(in)">
                                      <p:cBhvr>
                                        <p:cTn id="7" dur="500"/>
                                        <p:tgtEl>
                                          <p:spTgt spid="34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文本框 35841">
            <a:extLst>
              <a:ext uri="{FF2B5EF4-FFF2-40B4-BE49-F238E27FC236}">
                <a16:creationId xmlns:a16="http://schemas.microsoft.com/office/drawing/2014/main" id="{4F336D9C-1C47-4D17-86DA-1B1B98F053BD}"/>
              </a:ext>
            </a:extLst>
          </p:cNvPr>
          <p:cNvSpPr txBox="1">
            <a:spLocks noChangeArrowheads="1"/>
          </p:cNvSpPr>
          <p:nvPr/>
        </p:nvSpPr>
        <p:spPr bwMode="auto">
          <a:xfrm>
            <a:off x="381000" y="280988"/>
            <a:ext cx="8305800" cy="496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FF0000"/>
                </a:solidFill>
                <a:latin typeface="Times New Roman" panose="02020603050405020304" pitchFamily="18" charset="0"/>
              </a:rPr>
              <a:t> </a:t>
            </a:r>
            <a:r>
              <a:rPr lang="en-US" altLang="zh-CN" sz="3200" b="1">
                <a:solidFill>
                  <a:srgbClr val="FFFF00"/>
                </a:solidFill>
                <a:latin typeface="Times New Roman" panose="02020603050405020304" pitchFamily="18" charset="0"/>
              </a:rPr>
              <a:t>2) 8259</a:t>
            </a:r>
            <a:r>
              <a:rPr lang="zh-CN" altLang="en-US" sz="3200" b="1">
                <a:solidFill>
                  <a:srgbClr val="FFFF00"/>
                </a:solidFill>
                <a:latin typeface="Times New Roman" panose="02020603050405020304" pitchFamily="18" charset="0"/>
              </a:rPr>
              <a:t>的初始化命令字与操作命令字</a:t>
            </a:r>
          </a:p>
          <a:p>
            <a:pPr>
              <a:spcBef>
                <a:spcPct val="50000"/>
              </a:spcBef>
            </a:pPr>
            <a:r>
              <a:rPr lang="zh-CN" altLang="en-US" sz="2400" b="1">
                <a:solidFill>
                  <a:srgbClr val="FF0000"/>
                </a:solidFill>
                <a:latin typeface="Times New Roman" panose="02020603050405020304" pitchFamily="18" charset="0"/>
              </a:rPr>
              <a:t>基本概念回顾：</a:t>
            </a:r>
          </a:p>
          <a:p>
            <a:pPr>
              <a:spcBef>
                <a:spcPct val="50000"/>
              </a:spcBef>
            </a:pPr>
            <a:r>
              <a:rPr lang="zh-CN" altLang="en-US" sz="2400" b="1">
                <a:solidFill>
                  <a:srgbClr val="FF0000"/>
                </a:solidFill>
                <a:latin typeface="Times New Roman" panose="02020603050405020304" pitchFamily="18" charset="0"/>
              </a:rPr>
              <a:t>初 始化命令字（</a:t>
            </a:r>
            <a:r>
              <a:rPr lang="en-US" altLang="zh-CN" sz="2400" b="1">
                <a:solidFill>
                  <a:srgbClr val="FF0000"/>
                </a:solidFill>
                <a:latin typeface="Times New Roman" panose="02020603050405020304" pitchFamily="18" charset="0"/>
              </a:rPr>
              <a:t>ICW</a:t>
            </a:r>
            <a:r>
              <a:rPr lang="zh-CN" altLang="en-US" sz="2400" b="1">
                <a:solidFill>
                  <a:srgbClr val="FF0000"/>
                </a:solidFill>
                <a:latin typeface="Times New Roman" panose="02020603050405020304" pitchFamily="18" charset="0"/>
              </a:rPr>
              <a:t>）：</a:t>
            </a:r>
            <a:r>
              <a:rPr lang="zh-CN" altLang="en-US" sz="2400" b="1">
                <a:latin typeface="Times New Roman" panose="02020603050405020304" pitchFamily="18" charset="0"/>
              </a:rPr>
              <a:t>在初始化</a:t>
            </a:r>
          </a:p>
          <a:p>
            <a:pPr>
              <a:spcBef>
                <a:spcPct val="50000"/>
              </a:spcBef>
            </a:pPr>
            <a:r>
              <a:rPr lang="en-US" altLang="zh-CN" sz="2400" b="1">
                <a:latin typeface="Times New Roman" panose="02020603050405020304" pitchFamily="18" charset="0"/>
              </a:rPr>
              <a:t>8259A</a:t>
            </a:r>
            <a:r>
              <a:rPr lang="zh-CN" altLang="en-US" sz="2400" b="1">
                <a:latin typeface="Times New Roman" panose="02020603050405020304" pitchFamily="18" charset="0"/>
              </a:rPr>
              <a:t>时</a:t>
            </a:r>
            <a:r>
              <a:rPr lang="en-US" altLang="zh-CN" sz="2400" b="1">
                <a:latin typeface="Times New Roman" panose="02020603050405020304" pitchFamily="18" charset="0"/>
              </a:rPr>
              <a:t>CPU</a:t>
            </a:r>
            <a:r>
              <a:rPr lang="zh-CN" altLang="en-US" sz="2400" b="1">
                <a:latin typeface="Times New Roman" panose="02020603050405020304" pitchFamily="18" charset="0"/>
              </a:rPr>
              <a:t>进行设置。</a:t>
            </a:r>
          </a:p>
          <a:p>
            <a:pPr>
              <a:spcBef>
                <a:spcPct val="50000"/>
              </a:spcBef>
            </a:pPr>
            <a:r>
              <a:rPr lang="zh-CN" altLang="en-US" sz="2400" b="1">
                <a:latin typeface="Times New Roman" panose="02020603050405020304" pitchFamily="18" charset="0"/>
              </a:rPr>
              <a:t>     初始化顺序如右图所示</a:t>
            </a:r>
          </a:p>
          <a:p>
            <a:pPr>
              <a:spcBef>
                <a:spcPct val="50000"/>
              </a:spcBef>
            </a:pPr>
            <a:r>
              <a:rPr lang="zh-CN" altLang="en-US" sz="2400" b="1">
                <a:solidFill>
                  <a:srgbClr val="FF0000"/>
                </a:solidFill>
                <a:latin typeface="Times New Roman" panose="02020603050405020304" pitchFamily="18" charset="0"/>
              </a:rPr>
              <a:t>操作命令字（</a:t>
            </a:r>
            <a:r>
              <a:rPr lang="en-US" altLang="zh-CN" sz="2400" b="1">
                <a:solidFill>
                  <a:srgbClr val="FF0000"/>
                </a:solidFill>
                <a:latin typeface="Times New Roman" panose="02020603050405020304" pitchFamily="18" charset="0"/>
              </a:rPr>
              <a:t>OCW</a:t>
            </a:r>
            <a:r>
              <a:rPr lang="zh-CN" altLang="en-US" sz="2400" b="1">
                <a:solidFill>
                  <a:srgbClr val="FF0000"/>
                </a:solidFill>
                <a:latin typeface="Times New Roman" panose="02020603050405020304" pitchFamily="18" charset="0"/>
              </a:rPr>
              <a:t>）：</a:t>
            </a:r>
            <a:r>
              <a:rPr lang="zh-CN" altLang="en-US" sz="2400" b="1">
                <a:latin typeface="Times New Roman" panose="02020603050405020304" pitchFamily="18" charset="0"/>
              </a:rPr>
              <a:t>在后续程序</a:t>
            </a:r>
          </a:p>
          <a:p>
            <a:pPr>
              <a:spcBef>
                <a:spcPct val="50000"/>
              </a:spcBef>
            </a:pPr>
            <a:r>
              <a:rPr lang="zh-CN" altLang="en-US" sz="2400" b="1">
                <a:latin typeface="Times New Roman" panose="02020603050405020304" pitchFamily="18" charset="0"/>
              </a:rPr>
              <a:t>中都可以访问，动态改变其操作和</a:t>
            </a:r>
          </a:p>
          <a:p>
            <a:pPr>
              <a:spcBef>
                <a:spcPct val="50000"/>
              </a:spcBef>
            </a:pPr>
            <a:r>
              <a:rPr lang="zh-CN" altLang="en-US" sz="2400" b="1">
                <a:latin typeface="Times New Roman" panose="02020603050405020304" pitchFamily="18" charset="0"/>
              </a:rPr>
              <a:t>控制方式</a:t>
            </a:r>
          </a:p>
          <a:p>
            <a:pPr algn="just">
              <a:spcBef>
                <a:spcPct val="50000"/>
              </a:spcBef>
            </a:pPr>
            <a:endParaRPr lang="zh-CN" altLang="en-US" sz="2400">
              <a:latin typeface="Times New Roman" panose="02020603050405020304" pitchFamily="18" charset="0"/>
            </a:endParaRPr>
          </a:p>
        </p:txBody>
      </p:sp>
      <p:sp>
        <p:nvSpPr>
          <p:cNvPr id="35842" name="直接连接符 35842">
            <a:extLst>
              <a:ext uri="{FF2B5EF4-FFF2-40B4-BE49-F238E27FC236}">
                <a16:creationId xmlns:a16="http://schemas.microsoft.com/office/drawing/2014/main" id="{1B1DED16-4787-4814-931E-ACDA4E2F7C99}"/>
              </a:ext>
            </a:extLst>
          </p:cNvPr>
          <p:cNvSpPr>
            <a:spLocks noChangeShapeType="1"/>
          </p:cNvSpPr>
          <p:nvPr/>
        </p:nvSpPr>
        <p:spPr bwMode="auto">
          <a:xfrm flipH="1">
            <a:off x="6823075" y="1447800"/>
            <a:ext cx="17463" cy="266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3" name="文本框 35843">
            <a:extLst>
              <a:ext uri="{FF2B5EF4-FFF2-40B4-BE49-F238E27FC236}">
                <a16:creationId xmlns:a16="http://schemas.microsoft.com/office/drawing/2014/main" id="{50396313-06E1-4612-BC2C-02975CFE25F6}"/>
              </a:ext>
            </a:extLst>
          </p:cNvPr>
          <p:cNvSpPr txBox="1">
            <a:spLocks noChangeArrowheads="1"/>
          </p:cNvSpPr>
          <p:nvPr/>
        </p:nvSpPr>
        <p:spPr bwMode="auto">
          <a:xfrm>
            <a:off x="6296025" y="1717675"/>
            <a:ext cx="1050925" cy="447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ICW1</a:t>
            </a:r>
          </a:p>
        </p:txBody>
      </p:sp>
      <p:sp>
        <p:nvSpPr>
          <p:cNvPr id="35844" name="直接连接符 35844">
            <a:extLst>
              <a:ext uri="{FF2B5EF4-FFF2-40B4-BE49-F238E27FC236}">
                <a16:creationId xmlns:a16="http://schemas.microsoft.com/office/drawing/2014/main" id="{61DE3E41-6E93-426B-953E-5A86F8D1158C}"/>
              </a:ext>
            </a:extLst>
          </p:cNvPr>
          <p:cNvSpPr>
            <a:spLocks noChangeShapeType="1"/>
          </p:cNvSpPr>
          <p:nvPr/>
        </p:nvSpPr>
        <p:spPr bwMode="auto">
          <a:xfrm flipH="1">
            <a:off x="6804025" y="2162175"/>
            <a:ext cx="19050" cy="2635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5" name="文本框 35845">
            <a:extLst>
              <a:ext uri="{FF2B5EF4-FFF2-40B4-BE49-F238E27FC236}">
                <a16:creationId xmlns:a16="http://schemas.microsoft.com/office/drawing/2014/main" id="{7B440CFC-40B9-45C6-BC6A-5DE0EBD6219A}"/>
              </a:ext>
            </a:extLst>
          </p:cNvPr>
          <p:cNvSpPr txBox="1">
            <a:spLocks noChangeArrowheads="1"/>
          </p:cNvSpPr>
          <p:nvPr/>
        </p:nvSpPr>
        <p:spPr bwMode="auto">
          <a:xfrm>
            <a:off x="6276975" y="2411413"/>
            <a:ext cx="1052513" cy="444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ICW2</a:t>
            </a:r>
          </a:p>
        </p:txBody>
      </p:sp>
      <p:sp>
        <p:nvSpPr>
          <p:cNvPr id="35846" name="直接连接符 35846">
            <a:extLst>
              <a:ext uri="{FF2B5EF4-FFF2-40B4-BE49-F238E27FC236}">
                <a16:creationId xmlns:a16="http://schemas.microsoft.com/office/drawing/2014/main" id="{C816D6B6-493F-4D06-90D0-912DAFDD5D49}"/>
              </a:ext>
            </a:extLst>
          </p:cNvPr>
          <p:cNvSpPr>
            <a:spLocks noChangeShapeType="1"/>
          </p:cNvSpPr>
          <p:nvPr/>
        </p:nvSpPr>
        <p:spPr bwMode="auto">
          <a:xfrm flipH="1">
            <a:off x="6764338" y="2873375"/>
            <a:ext cx="17462" cy="266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7" name="流程图: 决策 35847">
            <a:extLst>
              <a:ext uri="{FF2B5EF4-FFF2-40B4-BE49-F238E27FC236}">
                <a16:creationId xmlns:a16="http://schemas.microsoft.com/office/drawing/2014/main" id="{A7D23AE3-234B-4F59-8DD7-0272961A7FA1}"/>
              </a:ext>
            </a:extLst>
          </p:cNvPr>
          <p:cNvSpPr>
            <a:spLocks noChangeArrowheads="1"/>
          </p:cNvSpPr>
          <p:nvPr/>
        </p:nvSpPr>
        <p:spPr bwMode="auto">
          <a:xfrm>
            <a:off x="5380038" y="3122613"/>
            <a:ext cx="2809875" cy="630237"/>
          </a:xfrm>
          <a:prstGeom prst="flowChartDecision">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10800" rIns="0" bIns="10800"/>
          <a:lstStyle/>
          <a:p>
            <a:pPr algn="just" eaLnBrk="0" hangingPunct="0"/>
            <a:r>
              <a:rPr lang="zh-CN" altLang="en-US">
                <a:latin typeface="Times New Roman" panose="02020603050405020304" pitchFamily="18" charset="0"/>
              </a:rPr>
              <a:t>单片</a:t>
            </a:r>
            <a:r>
              <a:rPr lang="en-US" altLang="zh-CN">
                <a:latin typeface="Times New Roman" panose="02020603050405020304" pitchFamily="18" charset="0"/>
              </a:rPr>
              <a:t>8259A</a:t>
            </a:r>
            <a:r>
              <a:rPr lang="zh-CN" altLang="en-US">
                <a:latin typeface="Times New Roman" panose="02020603050405020304" pitchFamily="18" charset="0"/>
              </a:rPr>
              <a:t>？</a:t>
            </a:r>
          </a:p>
        </p:txBody>
      </p:sp>
      <p:sp>
        <p:nvSpPr>
          <p:cNvPr id="35848" name="直接连接符 35848">
            <a:extLst>
              <a:ext uri="{FF2B5EF4-FFF2-40B4-BE49-F238E27FC236}">
                <a16:creationId xmlns:a16="http://schemas.microsoft.com/office/drawing/2014/main" id="{86FFE279-6EEA-43FF-8A19-3B7BDB6EF9AC}"/>
              </a:ext>
            </a:extLst>
          </p:cNvPr>
          <p:cNvSpPr>
            <a:spLocks noChangeShapeType="1"/>
          </p:cNvSpPr>
          <p:nvPr/>
        </p:nvSpPr>
        <p:spPr bwMode="auto">
          <a:xfrm flipH="1">
            <a:off x="6753225" y="3786188"/>
            <a:ext cx="17463" cy="2651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9" name="文本框 35849">
            <a:extLst>
              <a:ext uri="{FF2B5EF4-FFF2-40B4-BE49-F238E27FC236}">
                <a16:creationId xmlns:a16="http://schemas.microsoft.com/office/drawing/2014/main" id="{69F9FAF5-1434-4340-9E92-936FDC3EC82F}"/>
              </a:ext>
            </a:extLst>
          </p:cNvPr>
          <p:cNvSpPr txBox="1">
            <a:spLocks noChangeArrowheads="1"/>
          </p:cNvSpPr>
          <p:nvPr/>
        </p:nvSpPr>
        <p:spPr bwMode="auto">
          <a:xfrm>
            <a:off x="6259513" y="4017963"/>
            <a:ext cx="1050925" cy="447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ICW3</a:t>
            </a:r>
          </a:p>
        </p:txBody>
      </p:sp>
      <p:sp>
        <p:nvSpPr>
          <p:cNvPr id="35850" name="直接连接符 35850">
            <a:extLst>
              <a:ext uri="{FF2B5EF4-FFF2-40B4-BE49-F238E27FC236}">
                <a16:creationId xmlns:a16="http://schemas.microsoft.com/office/drawing/2014/main" id="{95856F55-B103-4433-8861-724CFE4E20F4}"/>
              </a:ext>
            </a:extLst>
          </p:cNvPr>
          <p:cNvSpPr>
            <a:spLocks noChangeShapeType="1"/>
          </p:cNvSpPr>
          <p:nvPr/>
        </p:nvSpPr>
        <p:spPr bwMode="auto">
          <a:xfrm flipH="1">
            <a:off x="6784975" y="4483100"/>
            <a:ext cx="17463" cy="26511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1" name="文本框 35851">
            <a:extLst>
              <a:ext uri="{FF2B5EF4-FFF2-40B4-BE49-F238E27FC236}">
                <a16:creationId xmlns:a16="http://schemas.microsoft.com/office/drawing/2014/main" id="{774D9289-67B1-446B-B728-DF98FF08183D}"/>
              </a:ext>
            </a:extLst>
          </p:cNvPr>
          <p:cNvSpPr txBox="1">
            <a:spLocks noChangeArrowheads="1"/>
          </p:cNvSpPr>
          <p:nvPr/>
        </p:nvSpPr>
        <p:spPr bwMode="auto">
          <a:xfrm>
            <a:off x="6257925" y="4762500"/>
            <a:ext cx="1050925" cy="447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ICW4</a:t>
            </a:r>
          </a:p>
        </p:txBody>
      </p:sp>
      <p:sp>
        <p:nvSpPr>
          <p:cNvPr id="35852" name="直接连接符 35852">
            <a:extLst>
              <a:ext uri="{FF2B5EF4-FFF2-40B4-BE49-F238E27FC236}">
                <a16:creationId xmlns:a16="http://schemas.microsoft.com/office/drawing/2014/main" id="{24B980CC-77CA-4944-BAF0-0A517AEB19A9}"/>
              </a:ext>
            </a:extLst>
          </p:cNvPr>
          <p:cNvSpPr>
            <a:spLocks noChangeShapeType="1"/>
          </p:cNvSpPr>
          <p:nvPr/>
        </p:nvSpPr>
        <p:spPr bwMode="auto">
          <a:xfrm>
            <a:off x="6784975" y="5210175"/>
            <a:ext cx="0" cy="3143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3" name="文本框 35853">
            <a:extLst>
              <a:ext uri="{FF2B5EF4-FFF2-40B4-BE49-F238E27FC236}">
                <a16:creationId xmlns:a16="http://schemas.microsoft.com/office/drawing/2014/main" id="{3ABC3DC7-3B85-4915-8145-27D570D01C2D}"/>
              </a:ext>
            </a:extLst>
          </p:cNvPr>
          <p:cNvSpPr txBox="1">
            <a:spLocks noChangeArrowheads="1"/>
          </p:cNvSpPr>
          <p:nvPr/>
        </p:nvSpPr>
        <p:spPr bwMode="auto">
          <a:xfrm>
            <a:off x="8156575" y="3011488"/>
            <a:ext cx="7588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Y</a:t>
            </a:r>
          </a:p>
        </p:txBody>
      </p:sp>
      <p:sp>
        <p:nvSpPr>
          <p:cNvPr id="35854" name="直接连接符 35854">
            <a:extLst>
              <a:ext uri="{FF2B5EF4-FFF2-40B4-BE49-F238E27FC236}">
                <a16:creationId xmlns:a16="http://schemas.microsoft.com/office/drawing/2014/main" id="{B1CC355E-7A07-4A54-9C07-6EE8E1A6143E}"/>
              </a:ext>
            </a:extLst>
          </p:cNvPr>
          <p:cNvSpPr>
            <a:spLocks noChangeShapeType="1"/>
          </p:cNvSpPr>
          <p:nvPr/>
        </p:nvSpPr>
        <p:spPr bwMode="auto">
          <a:xfrm>
            <a:off x="8128000" y="3436938"/>
            <a:ext cx="6619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直接连接符 35855">
            <a:extLst>
              <a:ext uri="{FF2B5EF4-FFF2-40B4-BE49-F238E27FC236}">
                <a16:creationId xmlns:a16="http://schemas.microsoft.com/office/drawing/2014/main" id="{4DCEB1B1-49FB-4C76-A390-4E7908F3123D}"/>
              </a:ext>
            </a:extLst>
          </p:cNvPr>
          <p:cNvSpPr>
            <a:spLocks noChangeShapeType="1"/>
          </p:cNvSpPr>
          <p:nvPr/>
        </p:nvSpPr>
        <p:spPr bwMode="auto">
          <a:xfrm flipH="1">
            <a:off x="6783388" y="4565650"/>
            <a:ext cx="198755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6" name="直接连接符 35856">
            <a:extLst>
              <a:ext uri="{FF2B5EF4-FFF2-40B4-BE49-F238E27FC236}">
                <a16:creationId xmlns:a16="http://schemas.microsoft.com/office/drawing/2014/main" id="{0FA65C7D-8645-4456-91C8-A274270738BC}"/>
              </a:ext>
            </a:extLst>
          </p:cNvPr>
          <p:cNvSpPr>
            <a:spLocks noChangeShapeType="1"/>
          </p:cNvSpPr>
          <p:nvPr/>
        </p:nvSpPr>
        <p:spPr bwMode="auto">
          <a:xfrm>
            <a:off x="8770938" y="3436938"/>
            <a:ext cx="0" cy="1144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7" name="文本框 35857">
            <a:extLst>
              <a:ext uri="{FF2B5EF4-FFF2-40B4-BE49-F238E27FC236}">
                <a16:creationId xmlns:a16="http://schemas.microsoft.com/office/drawing/2014/main" id="{DDEFA0F8-4DF4-40F4-886A-4EF25D1A9F61}"/>
              </a:ext>
            </a:extLst>
          </p:cNvPr>
          <p:cNvSpPr txBox="1">
            <a:spLocks noChangeArrowheads="1"/>
          </p:cNvSpPr>
          <p:nvPr/>
        </p:nvSpPr>
        <p:spPr bwMode="auto">
          <a:xfrm>
            <a:off x="6999288" y="3646488"/>
            <a:ext cx="7588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N</a:t>
            </a:r>
          </a:p>
        </p:txBody>
      </p:sp>
      <p:sp>
        <p:nvSpPr>
          <p:cNvPr id="35858" name="灯片编号占位符 1">
            <a:extLst>
              <a:ext uri="{FF2B5EF4-FFF2-40B4-BE49-F238E27FC236}">
                <a16:creationId xmlns:a16="http://schemas.microsoft.com/office/drawing/2014/main" id="{35F91368-8B24-4547-912E-8EA5A84EC50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02F833C1-955A-40D0-9752-0B1969ED5EFD}" type="slidenum">
              <a:rPr lang="zh-CN" altLang="en-US" smtClean="0"/>
              <a:pPr eaLnBrk="0" hangingPunct="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文本框 36865">
            <a:extLst>
              <a:ext uri="{FF2B5EF4-FFF2-40B4-BE49-F238E27FC236}">
                <a16:creationId xmlns:a16="http://schemas.microsoft.com/office/drawing/2014/main" id="{357843B5-BD0F-429D-B08E-97A46F7CBAB2}"/>
              </a:ext>
            </a:extLst>
          </p:cNvPr>
          <p:cNvSpPr txBox="1">
            <a:spLocks noChangeArrowheads="1"/>
          </p:cNvSpPr>
          <p:nvPr/>
        </p:nvSpPr>
        <p:spPr bwMode="auto">
          <a:xfrm>
            <a:off x="381000" y="280988"/>
            <a:ext cx="8305800" cy="580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FF0000"/>
                </a:solidFill>
                <a:latin typeface="Times New Roman" panose="02020603050405020304" pitchFamily="18" charset="0"/>
              </a:rPr>
              <a:t> </a:t>
            </a:r>
            <a:r>
              <a:rPr lang="en-US" altLang="zh-CN" sz="3200" b="1">
                <a:solidFill>
                  <a:srgbClr val="FFFF00"/>
                </a:solidFill>
                <a:latin typeface="Times New Roman" panose="02020603050405020304" pitchFamily="18" charset="0"/>
              </a:rPr>
              <a:t>2) 8259</a:t>
            </a:r>
            <a:r>
              <a:rPr lang="zh-CN" altLang="en-US" sz="3200" b="1">
                <a:solidFill>
                  <a:srgbClr val="FFFF00"/>
                </a:solidFill>
                <a:latin typeface="Times New Roman" panose="02020603050405020304" pitchFamily="18" charset="0"/>
              </a:rPr>
              <a:t>的初始化命令字与操作命令字</a:t>
            </a:r>
          </a:p>
          <a:p>
            <a:pPr>
              <a:spcBef>
                <a:spcPct val="50000"/>
              </a:spcBef>
            </a:pPr>
            <a:r>
              <a:rPr lang="zh-CN" altLang="en-US" sz="2400" b="1">
                <a:solidFill>
                  <a:srgbClr val="FF0000"/>
                </a:solidFill>
                <a:latin typeface="Times New Roman" panose="02020603050405020304" pitchFamily="18" charset="0"/>
              </a:rPr>
              <a:t>一、初 始化命令字</a:t>
            </a:r>
          </a:p>
          <a:p>
            <a:pPr algn="just">
              <a:spcBef>
                <a:spcPct val="50000"/>
              </a:spcBef>
            </a:pPr>
            <a:r>
              <a:rPr lang="zh-CN" altLang="en-US" sz="2400" b="1">
                <a:latin typeface="Times New Roman" panose="02020603050405020304" pitchFamily="18" charset="0"/>
              </a:rPr>
              <a:t>（</a:t>
            </a:r>
            <a:r>
              <a:rPr lang="en-US" altLang="zh-CN" sz="2400" b="1">
                <a:latin typeface="Times New Roman" panose="02020603050405020304" pitchFamily="18" charset="0"/>
              </a:rPr>
              <a:t>1</a:t>
            </a:r>
            <a:r>
              <a:rPr lang="zh-CN" altLang="en-US" sz="2400" b="1">
                <a:latin typeface="Times New Roman" panose="02020603050405020304" pitchFamily="18" charset="0"/>
              </a:rPr>
              <a:t>）</a:t>
            </a:r>
            <a:r>
              <a:rPr lang="en-US" altLang="zh-CN" sz="2400">
                <a:latin typeface="Times New Roman" panose="02020603050405020304" pitchFamily="18" charset="0"/>
              </a:rPr>
              <a:t>ICW1</a:t>
            </a:r>
          </a:p>
          <a:p>
            <a:pPr algn="just">
              <a:spcBef>
                <a:spcPct val="50000"/>
              </a:spcBef>
            </a:pPr>
            <a:r>
              <a:rPr lang="zh-CN" altLang="en-US" sz="2400">
                <a:latin typeface="Times New Roman" panose="02020603050405020304" pitchFamily="18" charset="0"/>
              </a:rPr>
              <a:t>        格式：</a:t>
            </a:r>
          </a:p>
          <a:p>
            <a:pPr algn="just">
              <a:spcBef>
                <a:spcPct val="50000"/>
              </a:spcBef>
            </a:pPr>
            <a:r>
              <a:rPr lang="zh-CN" altLang="en-US" sz="2400">
                <a:latin typeface="Times New Roman" panose="02020603050405020304" pitchFamily="18" charset="0"/>
              </a:rPr>
              <a:t>                                      </a:t>
            </a:r>
          </a:p>
          <a:p>
            <a:pPr algn="just">
              <a:spcBef>
                <a:spcPct val="50000"/>
              </a:spcBef>
            </a:pPr>
            <a:r>
              <a:rPr lang="en-US" altLang="zh-CN" sz="2400">
                <a:latin typeface="Times New Roman" panose="02020603050405020304" pitchFamily="18" charset="0"/>
              </a:rPr>
              <a:t>×</a:t>
            </a:r>
            <a:r>
              <a:rPr lang="zh-CN" altLang="en-US" sz="2400">
                <a:latin typeface="Times New Roman" panose="02020603050405020304" pitchFamily="18" charset="0"/>
              </a:rPr>
              <a:t>：表示可取任意值，下同   </a:t>
            </a:r>
          </a:p>
          <a:p>
            <a:pPr algn="just">
              <a:spcBef>
                <a:spcPct val="20000"/>
              </a:spcBef>
            </a:pPr>
            <a:r>
              <a:rPr lang="zh-CN" altLang="en-US" sz="2400">
                <a:latin typeface="Times New Roman" panose="02020603050405020304" pitchFamily="18" charset="0"/>
              </a:rPr>
              <a:t>    </a:t>
            </a:r>
            <a:r>
              <a:rPr lang="en-US" altLang="zh-CN" sz="2400">
                <a:latin typeface="Times New Roman" panose="02020603050405020304" pitchFamily="18" charset="0"/>
              </a:rPr>
              <a:t>D4</a:t>
            </a:r>
            <a:r>
              <a:rPr lang="zh-CN" altLang="en-US" sz="2400">
                <a:latin typeface="Times New Roman" panose="02020603050405020304" pitchFamily="18" charset="0"/>
              </a:rPr>
              <a:t>：恒为</a:t>
            </a:r>
            <a:r>
              <a:rPr lang="en-US" altLang="zh-CN" sz="2400">
                <a:latin typeface="Times New Roman" panose="02020603050405020304" pitchFamily="18" charset="0"/>
              </a:rPr>
              <a:t>1</a:t>
            </a:r>
            <a:r>
              <a:rPr lang="zh-CN" altLang="en-US" sz="2400">
                <a:latin typeface="Times New Roman" panose="02020603050405020304" pitchFamily="18" charset="0"/>
              </a:rPr>
              <a:t>，它是</a:t>
            </a:r>
            <a:r>
              <a:rPr lang="en-US" altLang="zh-CN" sz="2400">
                <a:solidFill>
                  <a:srgbClr val="FF7C80"/>
                </a:solidFill>
                <a:latin typeface="Times New Roman" panose="02020603050405020304" pitchFamily="18" charset="0"/>
              </a:rPr>
              <a:t>ICW1</a:t>
            </a:r>
            <a:r>
              <a:rPr lang="zh-CN" altLang="en-US" sz="2400">
                <a:solidFill>
                  <a:srgbClr val="FF7C80"/>
                </a:solidFill>
                <a:latin typeface="Times New Roman" panose="02020603050405020304" pitchFamily="18" charset="0"/>
              </a:rPr>
              <a:t>的标志位</a:t>
            </a:r>
            <a:r>
              <a:rPr lang="zh-CN" altLang="en-US" sz="2400">
                <a:latin typeface="Times New Roman" panose="02020603050405020304" pitchFamily="18" charset="0"/>
              </a:rPr>
              <a:t>。</a:t>
            </a:r>
          </a:p>
          <a:p>
            <a:pPr algn="just">
              <a:spcBef>
                <a:spcPct val="20000"/>
              </a:spcBef>
            </a:pPr>
            <a:r>
              <a:rPr lang="en-US" altLang="zh-CN" sz="2400">
                <a:latin typeface="Times New Roman" panose="02020603050405020304" pitchFamily="18" charset="0"/>
              </a:rPr>
              <a:t>D3</a:t>
            </a:r>
            <a:r>
              <a:rPr lang="zh-CN" altLang="en-US" sz="2400">
                <a:latin typeface="Times New Roman" panose="02020603050405020304" pitchFamily="18" charset="0"/>
              </a:rPr>
              <a:t>（</a:t>
            </a:r>
            <a:r>
              <a:rPr lang="en-US" altLang="zh-CN" sz="2400">
                <a:latin typeface="Times New Roman" panose="02020603050405020304" pitchFamily="18" charset="0"/>
              </a:rPr>
              <a:t>LTIM</a:t>
            </a:r>
            <a:r>
              <a:rPr lang="zh-CN" altLang="en-US" sz="2400">
                <a:latin typeface="Times New Roman" panose="02020603050405020304" pitchFamily="18" charset="0"/>
              </a:rPr>
              <a:t>）：设置中断请求信号触发形式。</a:t>
            </a:r>
            <a:r>
              <a:rPr lang="en-US" altLang="zh-CN" sz="2400">
                <a:latin typeface="Times New Roman" panose="02020603050405020304" pitchFamily="18" charset="0"/>
              </a:rPr>
              <a:t>D3=0</a:t>
            </a:r>
            <a:r>
              <a:rPr lang="zh-CN" altLang="en-US" sz="2400">
                <a:latin typeface="Times New Roman" panose="02020603050405020304" pitchFamily="18" charset="0"/>
              </a:rPr>
              <a:t>，上升沿的边缘触发；</a:t>
            </a:r>
            <a:r>
              <a:rPr lang="en-US" altLang="zh-CN" sz="2400">
                <a:latin typeface="Times New Roman" panose="02020603050405020304" pitchFamily="18" charset="0"/>
              </a:rPr>
              <a:t>D3=1</a:t>
            </a:r>
            <a:r>
              <a:rPr lang="zh-CN" altLang="en-US" sz="2400">
                <a:latin typeface="Times New Roman" panose="02020603050405020304" pitchFamily="18" charset="0"/>
              </a:rPr>
              <a:t>，高电平触发。</a:t>
            </a:r>
          </a:p>
          <a:p>
            <a:pPr algn="just">
              <a:spcBef>
                <a:spcPct val="20000"/>
              </a:spcBef>
            </a:pPr>
            <a:r>
              <a:rPr lang="en-US" altLang="zh-CN" sz="2400">
                <a:latin typeface="Times New Roman" panose="02020603050405020304" pitchFamily="18" charset="0"/>
              </a:rPr>
              <a:t>D1</a:t>
            </a:r>
            <a:r>
              <a:rPr lang="zh-CN" altLang="en-US" sz="2400">
                <a:latin typeface="Times New Roman" panose="02020603050405020304" pitchFamily="18" charset="0"/>
              </a:rPr>
              <a:t>（</a:t>
            </a:r>
            <a:r>
              <a:rPr lang="en-US" altLang="zh-CN" sz="2400">
                <a:latin typeface="Times New Roman" panose="02020603050405020304" pitchFamily="18" charset="0"/>
              </a:rPr>
              <a:t>SNGL</a:t>
            </a:r>
            <a:r>
              <a:rPr lang="zh-CN" altLang="en-US" sz="2400">
                <a:latin typeface="Times New Roman" panose="02020603050405020304" pitchFamily="18" charset="0"/>
              </a:rPr>
              <a:t>）：设置</a:t>
            </a:r>
            <a:r>
              <a:rPr lang="en-US" altLang="zh-CN" sz="2400">
                <a:latin typeface="Times New Roman" panose="02020603050405020304" pitchFamily="18" charset="0"/>
              </a:rPr>
              <a:t>8259A</a:t>
            </a:r>
            <a:r>
              <a:rPr lang="zh-CN" altLang="en-US" sz="2400">
                <a:latin typeface="Times New Roman" panose="02020603050405020304" pitchFamily="18" charset="0"/>
              </a:rPr>
              <a:t>单片</a:t>
            </a:r>
            <a:r>
              <a:rPr lang="en-US" altLang="zh-CN" sz="2400">
                <a:latin typeface="Times New Roman" panose="02020603050405020304" pitchFamily="18" charset="0"/>
              </a:rPr>
              <a:t>/</a:t>
            </a:r>
            <a:r>
              <a:rPr lang="zh-CN" altLang="en-US" sz="2400">
                <a:latin typeface="Times New Roman" panose="02020603050405020304" pitchFamily="18" charset="0"/>
              </a:rPr>
              <a:t>级连工作方式。</a:t>
            </a:r>
            <a:r>
              <a:rPr lang="en-US" altLang="zh-CN" sz="2400">
                <a:latin typeface="Times New Roman" panose="02020603050405020304" pitchFamily="18" charset="0"/>
              </a:rPr>
              <a:t>D1=0</a:t>
            </a:r>
            <a:r>
              <a:rPr lang="zh-CN" altLang="en-US" sz="2400">
                <a:latin typeface="Times New Roman" panose="02020603050405020304" pitchFamily="18" charset="0"/>
              </a:rPr>
              <a:t>，多片级连；；</a:t>
            </a:r>
            <a:r>
              <a:rPr lang="en-US" altLang="zh-CN" sz="2400">
                <a:latin typeface="Times New Roman" panose="02020603050405020304" pitchFamily="18" charset="0"/>
              </a:rPr>
              <a:t>D1=1</a:t>
            </a:r>
            <a:r>
              <a:rPr lang="zh-CN" altLang="en-US" sz="2400">
                <a:latin typeface="Times New Roman" panose="02020603050405020304" pitchFamily="18" charset="0"/>
              </a:rPr>
              <a:t>，单片工作。</a:t>
            </a:r>
          </a:p>
          <a:p>
            <a:pPr algn="just">
              <a:spcBef>
                <a:spcPct val="20000"/>
              </a:spcBef>
            </a:pPr>
            <a:r>
              <a:rPr lang="en-US" altLang="zh-CN" sz="2400">
                <a:latin typeface="Times New Roman" panose="02020603050405020304" pitchFamily="18" charset="0"/>
              </a:rPr>
              <a:t>D0</a:t>
            </a:r>
            <a:r>
              <a:rPr lang="zh-CN" altLang="en-US" sz="2400">
                <a:latin typeface="Times New Roman" panose="02020603050405020304" pitchFamily="18" charset="0"/>
              </a:rPr>
              <a:t>：标示是否设置</a:t>
            </a:r>
            <a:r>
              <a:rPr lang="en-US" altLang="zh-CN" sz="2400">
                <a:latin typeface="Times New Roman" panose="02020603050405020304" pitchFamily="18" charset="0"/>
              </a:rPr>
              <a:t>ICW4</a:t>
            </a:r>
            <a:r>
              <a:rPr lang="zh-CN" altLang="en-US" sz="2400">
                <a:latin typeface="Times New Roman" panose="02020603050405020304" pitchFamily="18" charset="0"/>
              </a:rPr>
              <a:t>，在</a:t>
            </a:r>
            <a:r>
              <a:rPr lang="en-US" altLang="zh-CN" sz="2400">
                <a:latin typeface="Times New Roman" panose="02020603050405020304" pitchFamily="18" charset="0"/>
              </a:rPr>
              <a:t>80X86</a:t>
            </a:r>
            <a:r>
              <a:rPr lang="zh-CN" altLang="en-US" sz="2400">
                <a:latin typeface="Times New Roman" panose="02020603050405020304" pitchFamily="18" charset="0"/>
              </a:rPr>
              <a:t>系统中，该位为</a:t>
            </a:r>
            <a:r>
              <a:rPr lang="en-US" altLang="zh-CN" sz="2400">
                <a:latin typeface="Times New Roman" panose="02020603050405020304" pitchFamily="18" charset="0"/>
              </a:rPr>
              <a:t>1(</a:t>
            </a:r>
            <a:r>
              <a:rPr lang="zh-CN" altLang="en-US" sz="2400">
                <a:latin typeface="Times New Roman" panose="02020603050405020304" pitchFamily="18" charset="0"/>
              </a:rPr>
              <a:t>要设置</a:t>
            </a:r>
            <a:r>
              <a:rPr lang="en-US" altLang="zh-CN" sz="2400">
                <a:latin typeface="Times New Roman" panose="02020603050405020304" pitchFamily="18" charset="0"/>
              </a:rPr>
              <a:t>)</a:t>
            </a:r>
            <a:r>
              <a:rPr lang="zh-CN" altLang="en-US" sz="2400">
                <a:latin typeface="Times New Roman" panose="02020603050405020304" pitchFamily="18" charset="0"/>
              </a:rPr>
              <a:t>。</a:t>
            </a:r>
          </a:p>
        </p:txBody>
      </p:sp>
      <p:sp>
        <p:nvSpPr>
          <p:cNvPr id="36866" name="文本框 36866">
            <a:extLst>
              <a:ext uri="{FF2B5EF4-FFF2-40B4-BE49-F238E27FC236}">
                <a16:creationId xmlns:a16="http://schemas.microsoft.com/office/drawing/2014/main" id="{6AB905D5-E46E-4C11-B35F-1F34D695F4BD}"/>
              </a:ext>
            </a:extLst>
          </p:cNvPr>
          <p:cNvSpPr txBox="1">
            <a:spLocks noChangeAspect="1" noChangeArrowheads="1"/>
          </p:cNvSpPr>
          <p:nvPr/>
        </p:nvSpPr>
        <p:spPr bwMode="auto">
          <a:xfrm>
            <a:off x="2922588" y="2435225"/>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0</a:t>
            </a:r>
          </a:p>
        </p:txBody>
      </p:sp>
      <p:sp>
        <p:nvSpPr>
          <p:cNvPr id="36867" name="文本框 36867">
            <a:extLst>
              <a:ext uri="{FF2B5EF4-FFF2-40B4-BE49-F238E27FC236}">
                <a16:creationId xmlns:a16="http://schemas.microsoft.com/office/drawing/2014/main" id="{D9B1A07A-1CCA-4DDB-A582-5BD17155EBA7}"/>
              </a:ext>
            </a:extLst>
          </p:cNvPr>
          <p:cNvSpPr txBox="1">
            <a:spLocks noChangeAspect="1" noChangeArrowheads="1"/>
          </p:cNvSpPr>
          <p:nvPr/>
        </p:nvSpPr>
        <p:spPr bwMode="auto">
          <a:xfrm>
            <a:off x="2941638"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A0</a:t>
            </a:r>
          </a:p>
        </p:txBody>
      </p:sp>
      <p:sp>
        <p:nvSpPr>
          <p:cNvPr id="36868" name="文本框 36868">
            <a:extLst>
              <a:ext uri="{FF2B5EF4-FFF2-40B4-BE49-F238E27FC236}">
                <a16:creationId xmlns:a16="http://schemas.microsoft.com/office/drawing/2014/main" id="{B4CE0F0E-2C72-4A60-A054-57E84EEE6645}"/>
              </a:ext>
            </a:extLst>
          </p:cNvPr>
          <p:cNvSpPr txBox="1">
            <a:spLocks noChangeAspect="1" noChangeArrowheads="1"/>
          </p:cNvSpPr>
          <p:nvPr/>
        </p:nvSpPr>
        <p:spPr bwMode="auto">
          <a:xfrm>
            <a:off x="3579813" y="2435225"/>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6869" name="文本框 36869">
            <a:extLst>
              <a:ext uri="{FF2B5EF4-FFF2-40B4-BE49-F238E27FC236}">
                <a16:creationId xmlns:a16="http://schemas.microsoft.com/office/drawing/2014/main" id="{DD1A79C5-4596-48DD-A3B3-CFA6509B8AE4}"/>
              </a:ext>
            </a:extLst>
          </p:cNvPr>
          <p:cNvSpPr txBox="1">
            <a:spLocks noChangeAspect="1" noChangeArrowheads="1"/>
          </p:cNvSpPr>
          <p:nvPr/>
        </p:nvSpPr>
        <p:spPr bwMode="auto">
          <a:xfrm>
            <a:off x="3598863"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D7</a:t>
            </a:r>
          </a:p>
        </p:txBody>
      </p:sp>
      <p:sp>
        <p:nvSpPr>
          <p:cNvPr id="36870" name="文本框 36870">
            <a:extLst>
              <a:ext uri="{FF2B5EF4-FFF2-40B4-BE49-F238E27FC236}">
                <a16:creationId xmlns:a16="http://schemas.microsoft.com/office/drawing/2014/main" id="{895745DC-DA93-41AE-A69F-9E4B842917B6}"/>
              </a:ext>
            </a:extLst>
          </p:cNvPr>
          <p:cNvSpPr txBox="1">
            <a:spLocks noChangeAspect="1" noChangeArrowheads="1"/>
          </p:cNvSpPr>
          <p:nvPr/>
        </p:nvSpPr>
        <p:spPr bwMode="auto">
          <a:xfrm>
            <a:off x="4071938" y="2435225"/>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6871" name="文本框 36871">
            <a:extLst>
              <a:ext uri="{FF2B5EF4-FFF2-40B4-BE49-F238E27FC236}">
                <a16:creationId xmlns:a16="http://schemas.microsoft.com/office/drawing/2014/main" id="{443E4B14-45F9-4689-89BB-F156B24F4BDA}"/>
              </a:ext>
            </a:extLst>
          </p:cNvPr>
          <p:cNvSpPr txBox="1">
            <a:spLocks noChangeAspect="1" noChangeArrowheads="1"/>
          </p:cNvSpPr>
          <p:nvPr/>
        </p:nvSpPr>
        <p:spPr bwMode="auto">
          <a:xfrm>
            <a:off x="4090988"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D6</a:t>
            </a:r>
          </a:p>
        </p:txBody>
      </p:sp>
      <p:sp>
        <p:nvSpPr>
          <p:cNvPr id="36872" name="文本框 36872">
            <a:extLst>
              <a:ext uri="{FF2B5EF4-FFF2-40B4-BE49-F238E27FC236}">
                <a16:creationId xmlns:a16="http://schemas.microsoft.com/office/drawing/2014/main" id="{5F45960D-05B7-4FB7-A848-E0C4B2E81963}"/>
              </a:ext>
            </a:extLst>
          </p:cNvPr>
          <p:cNvSpPr txBox="1">
            <a:spLocks noChangeAspect="1" noChangeArrowheads="1"/>
          </p:cNvSpPr>
          <p:nvPr/>
        </p:nvSpPr>
        <p:spPr bwMode="auto">
          <a:xfrm>
            <a:off x="4549775" y="2435225"/>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6873" name="文本框 36873">
            <a:extLst>
              <a:ext uri="{FF2B5EF4-FFF2-40B4-BE49-F238E27FC236}">
                <a16:creationId xmlns:a16="http://schemas.microsoft.com/office/drawing/2014/main" id="{C7DF2037-921C-4F1D-B166-15E3169F94FA}"/>
              </a:ext>
            </a:extLst>
          </p:cNvPr>
          <p:cNvSpPr txBox="1">
            <a:spLocks noChangeAspect="1" noChangeArrowheads="1"/>
          </p:cNvSpPr>
          <p:nvPr/>
        </p:nvSpPr>
        <p:spPr bwMode="auto">
          <a:xfrm>
            <a:off x="4568825"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D5</a:t>
            </a:r>
          </a:p>
        </p:txBody>
      </p:sp>
      <p:sp>
        <p:nvSpPr>
          <p:cNvPr id="36874" name="文本框 36874">
            <a:extLst>
              <a:ext uri="{FF2B5EF4-FFF2-40B4-BE49-F238E27FC236}">
                <a16:creationId xmlns:a16="http://schemas.microsoft.com/office/drawing/2014/main" id="{86CE9CF9-AA7B-4901-9C1B-3F2534EBDD78}"/>
              </a:ext>
            </a:extLst>
          </p:cNvPr>
          <p:cNvSpPr txBox="1">
            <a:spLocks noChangeAspect="1" noChangeArrowheads="1"/>
          </p:cNvSpPr>
          <p:nvPr/>
        </p:nvSpPr>
        <p:spPr bwMode="auto">
          <a:xfrm>
            <a:off x="5041900" y="2435225"/>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1</a:t>
            </a:r>
          </a:p>
        </p:txBody>
      </p:sp>
      <p:sp>
        <p:nvSpPr>
          <p:cNvPr id="36875" name="文本框 36875">
            <a:extLst>
              <a:ext uri="{FF2B5EF4-FFF2-40B4-BE49-F238E27FC236}">
                <a16:creationId xmlns:a16="http://schemas.microsoft.com/office/drawing/2014/main" id="{31411A8D-69F2-485E-A8F1-6A6528EECDB3}"/>
              </a:ext>
            </a:extLst>
          </p:cNvPr>
          <p:cNvSpPr txBox="1">
            <a:spLocks noChangeAspect="1" noChangeArrowheads="1"/>
          </p:cNvSpPr>
          <p:nvPr/>
        </p:nvSpPr>
        <p:spPr bwMode="auto">
          <a:xfrm>
            <a:off x="5060950"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D4</a:t>
            </a:r>
          </a:p>
        </p:txBody>
      </p:sp>
      <p:sp>
        <p:nvSpPr>
          <p:cNvPr id="36876" name="文本框 36876">
            <a:extLst>
              <a:ext uri="{FF2B5EF4-FFF2-40B4-BE49-F238E27FC236}">
                <a16:creationId xmlns:a16="http://schemas.microsoft.com/office/drawing/2014/main" id="{A12D0709-7107-4C01-9CC1-166BC79DCF68}"/>
              </a:ext>
            </a:extLst>
          </p:cNvPr>
          <p:cNvSpPr txBox="1">
            <a:spLocks noChangeAspect="1" noChangeArrowheads="1"/>
          </p:cNvSpPr>
          <p:nvPr/>
        </p:nvSpPr>
        <p:spPr bwMode="auto">
          <a:xfrm>
            <a:off x="5535613" y="2435225"/>
            <a:ext cx="839787"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LTIM</a:t>
            </a:r>
          </a:p>
        </p:txBody>
      </p:sp>
      <p:sp>
        <p:nvSpPr>
          <p:cNvPr id="36877" name="文本框 36877">
            <a:extLst>
              <a:ext uri="{FF2B5EF4-FFF2-40B4-BE49-F238E27FC236}">
                <a16:creationId xmlns:a16="http://schemas.microsoft.com/office/drawing/2014/main" id="{5ED764B7-3D91-414F-91DB-31F6D2FC04A6}"/>
              </a:ext>
            </a:extLst>
          </p:cNvPr>
          <p:cNvSpPr txBox="1">
            <a:spLocks noChangeAspect="1" noChangeArrowheads="1"/>
          </p:cNvSpPr>
          <p:nvPr/>
        </p:nvSpPr>
        <p:spPr bwMode="auto">
          <a:xfrm>
            <a:off x="5751513"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D3</a:t>
            </a:r>
          </a:p>
        </p:txBody>
      </p:sp>
      <p:sp>
        <p:nvSpPr>
          <p:cNvPr id="36878" name="文本框 36878">
            <a:extLst>
              <a:ext uri="{FF2B5EF4-FFF2-40B4-BE49-F238E27FC236}">
                <a16:creationId xmlns:a16="http://schemas.microsoft.com/office/drawing/2014/main" id="{7B9F6E01-AD27-473F-AE30-2EF4F236C5DC}"/>
              </a:ext>
            </a:extLst>
          </p:cNvPr>
          <p:cNvSpPr txBox="1">
            <a:spLocks noChangeAspect="1" noChangeArrowheads="1"/>
          </p:cNvSpPr>
          <p:nvPr/>
        </p:nvSpPr>
        <p:spPr bwMode="auto">
          <a:xfrm>
            <a:off x="6370638" y="2435225"/>
            <a:ext cx="493712"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6879" name="文本框 36879">
            <a:extLst>
              <a:ext uri="{FF2B5EF4-FFF2-40B4-BE49-F238E27FC236}">
                <a16:creationId xmlns:a16="http://schemas.microsoft.com/office/drawing/2014/main" id="{D67372D3-BC4F-4441-820D-F3B0AD30C2E5}"/>
              </a:ext>
            </a:extLst>
          </p:cNvPr>
          <p:cNvSpPr txBox="1">
            <a:spLocks noChangeAspect="1" noChangeArrowheads="1"/>
          </p:cNvSpPr>
          <p:nvPr/>
        </p:nvSpPr>
        <p:spPr bwMode="auto">
          <a:xfrm>
            <a:off x="6389688" y="2060575"/>
            <a:ext cx="458787"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D2</a:t>
            </a:r>
          </a:p>
        </p:txBody>
      </p:sp>
      <p:sp>
        <p:nvSpPr>
          <p:cNvPr id="36880" name="文本框 36880">
            <a:extLst>
              <a:ext uri="{FF2B5EF4-FFF2-40B4-BE49-F238E27FC236}">
                <a16:creationId xmlns:a16="http://schemas.microsoft.com/office/drawing/2014/main" id="{9F543E55-CC7C-47A3-8DDA-38E6D629016F}"/>
              </a:ext>
            </a:extLst>
          </p:cNvPr>
          <p:cNvSpPr txBox="1">
            <a:spLocks noChangeAspect="1" noChangeArrowheads="1"/>
          </p:cNvSpPr>
          <p:nvPr/>
        </p:nvSpPr>
        <p:spPr bwMode="auto">
          <a:xfrm>
            <a:off x="6865938" y="2435225"/>
            <a:ext cx="871537"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SNGL</a:t>
            </a:r>
          </a:p>
        </p:txBody>
      </p:sp>
      <p:sp>
        <p:nvSpPr>
          <p:cNvPr id="36881" name="文本框 36881">
            <a:extLst>
              <a:ext uri="{FF2B5EF4-FFF2-40B4-BE49-F238E27FC236}">
                <a16:creationId xmlns:a16="http://schemas.microsoft.com/office/drawing/2014/main" id="{F3878CF4-E8C8-4146-8BA9-1C704FAB5B7F}"/>
              </a:ext>
            </a:extLst>
          </p:cNvPr>
          <p:cNvSpPr txBox="1">
            <a:spLocks noChangeAspect="1" noChangeArrowheads="1"/>
          </p:cNvSpPr>
          <p:nvPr/>
        </p:nvSpPr>
        <p:spPr bwMode="auto">
          <a:xfrm>
            <a:off x="7081838" y="2060575"/>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D1</a:t>
            </a:r>
          </a:p>
        </p:txBody>
      </p:sp>
      <p:sp>
        <p:nvSpPr>
          <p:cNvPr id="36882" name="文本框 36882">
            <a:extLst>
              <a:ext uri="{FF2B5EF4-FFF2-40B4-BE49-F238E27FC236}">
                <a16:creationId xmlns:a16="http://schemas.microsoft.com/office/drawing/2014/main" id="{B25316FC-BCB3-4A5C-A504-1E17DB82CA4A}"/>
              </a:ext>
            </a:extLst>
          </p:cNvPr>
          <p:cNvSpPr txBox="1">
            <a:spLocks noChangeAspect="1" noChangeArrowheads="1"/>
          </p:cNvSpPr>
          <p:nvPr/>
        </p:nvSpPr>
        <p:spPr bwMode="auto">
          <a:xfrm>
            <a:off x="7735888" y="2435225"/>
            <a:ext cx="606425"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IC4</a:t>
            </a:r>
          </a:p>
        </p:txBody>
      </p:sp>
      <p:sp>
        <p:nvSpPr>
          <p:cNvPr id="36883" name="文本框 36883">
            <a:extLst>
              <a:ext uri="{FF2B5EF4-FFF2-40B4-BE49-F238E27FC236}">
                <a16:creationId xmlns:a16="http://schemas.microsoft.com/office/drawing/2014/main" id="{A3466D4F-3498-4EFC-8304-E39369D3E870}"/>
              </a:ext>
            </a:extLst>
          </p:cNvPr>
          <p:cNvSpPr txBox="1">
            <a:spLocks noChangeAspect="1" noChangeArrowheads="1"/>
          </p:cNvSpPr>
          <p:nvPr/>
        </p:nvSpPr>
        <p:spPr bwMode="auto">
          <a:xfrm>
            <a:off x="7812088" y="2060575"/>
            <a:ext cx="458787"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D0</a:t>
            </a:r>
          </a:p>
        </p:txBody>
      </p:sp>
      <p:sp>
        <p:nvSpPr>
          <p:cNvPr id="36884" name="灯片编号占位符 1">
            <a:extLst>
              <a:ext uri="{FF2B5EF4-FFF2-40B4-BE49-F238E27FC236}">
                <a16:creationId xmlns:a16="http://schemas.microsoft.com/office/drawing/2014/main" id="{E63B2714-9391-4FCE-8774-260AB1434BE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62B3AB18-1FFF-4EC1-883C-3E9FEDDFE187}" type="slidenum">
              <a:rPr lang="zh-CN" altLang="en-US" smtClean="0"/>
              <a:pPr eaLnBrk="0" hangingPunct="0"/>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文本框 37889">
            <a:extLst>
              <a:ext uri="{FF2B5EF4-FFF2-40B4-BE49-F238E27FC236}">
                <a16:creationId xmlns:a16="http://schemas.microsoft.com/office/drawing/2014/main" id="{74C82CFA-CC7E-41BC-B81D-27AAFFE7FF39}"/>
              </a:ext>
            </a:extLst>
          </p:cNvPr>
          <p:cNvSpPr txBox="1">
            <a:spLocks noChangeArrowheads="1"/>
          </p:cNvSpPr>
          <p:nvPr/>
        </p:nvSpPr>
        <p:spPr bwMode="auto">
          <a:xfrm>
            <a:off x="381000" y="280988"/>
            <a:ext cx="8305800"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FF0000"/>
                </a:solidFill>
                <a:latin typeface="Times New Roman" panose="02020603050405020304" pitchFamily="18" charset="0"/>
              </a:rPr>
              <a:t> </a:t>
            </a:r>
            <a:r>
              <a:rPr lang="en-US" altLang="zh-CN" sz="3200" b="1">
                <a:solidFill>
                  <a:srgbClr val="FFFF00"/>
                </a:solidFill>
                <a:latin typeface="Times New Roman" panose="02020603050405020304" pitchFamily="18" charset="0"/>
              </a:rPr>
              <a:t>2) 8259</a:t>
            </a:r>
            <a:r>
              <a:rPr lang="zh-CN" altLang="en-US" sz="3200" b="1">
                <a:solidFill>
                  <a:srgbClr val="FFFF00"/>
                </a:solidFill>
                <a:latin typeface="Times New Roman" panose="02020603050405020304" pitchFamily="18" charset="0"/>
              </a:rPr>
              <a:t>的初始化命令字与操作命令字</a:t>
            </a:r>
          </a:p>
          <a:p>
            <a:pPr>
              <a:spcBef>
                <a:spcPct val="50000"/>
              </a:spcBef>
            </a:pPr>
            <a:r>
              <a:rPr lang="zh-CN" altLang="en-US" sz="2400" b="1">
                <a:solidFill>
                  <a:srgbClr val="FF0000"/>
                </a:solidFill>
                <a:latin typeface="Times New Roman" panose="02020603050405020304" pitchFamily="18" charset="0"/>
              </a:rPr>
              <a:t>一、初 始化命令字</a:t>
            </a:r>
          </a:p>
          <a:p>
            <a:pPr algn="just">
              <a:spcBef>
                <a:spcPct val="50000"/>
              </a:spcBef>
            </a:pPr>
            <a:r>
              <a:rPr lang="zh-CN" altLang="en-US" sz="2400" b="1">
                <a:latin typeface="Times New Roman" panose="02020603050405020304" pitchFamily="18" charset="0"/>
              </a:rPr>
              <a:t>（</a:t>
            </a:r>
            <a:r>
              <a:rPr lang="en-US" altLang="zh-CN" sz="2400" b="1">
                <a:latin typeface="Times New Roman" panose="02020603050405020304" pitchFamily="18" charset="0"/>
              </a:rPr>
              <a:t>1</a:t>
            </a:r>
            <a:r>
              <a:rPr lang="zh-CN" altLang="en-US" sz="2400" b="1">
                <a:latin typeface="Times New Roman" panose="02020603050405020304" pitchFamily="18" charset="0"/>
              </a:rPr>
              <a:t>）</a:t>
            </a:r>
            <a:r>
              <a:rPr lang="en-US" altLang="zh-CN" sz="2400">
                <a:latin typeface="Times New Roman" panose="02020603050405020304" pitchFamily="18" charset="0"/>
              </a:rPr>
              <a:t>ICW1</a:t>
            </a:r>
          </a:p>
        </p:txBody>
      </p:sp>
      <p:sp>
        <p:nvSpPr>
          <p:cNvPr id="37890" name="文本框 37890">
            <a:extLst>
              <a:ext uri="{FF2B5EF4-FFF2-40B4-BE49-F238E27FC236}">
                <a16:creationId xmlns:a16="http://schemas.microsoft.com/office/drawing/2014/main" id="{070E3FEC-D43B-44CF-AD6A-2743AF3316FC}"/>
              </a:ext>
            </a:extLst>
          </p:cNvPr>
          <p:cNvSpPr txBox="1">
            <a:spLocks noChangeAspect="1" noChangeArrowheads="1"/>
          </p:cNvSpPr>
          <p:nvPr/>
        </p:nvSpPr>
        <p:spPr bwMode="auto">
          <a:xfrm>
            <a:off x="3398838" y="1500188"/>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0</a:t>
            </a:r>
          </a:p>
        </p:txBody>
      </p:sp>
      <p:sp>
        <p:nvSpPr>
          <p:cNvPr id="37891" name="文本框 37891">
            <a:extLst>
              <a:ext uri="{FF2B5EF4-FFF2-40B4-BE49-F238E27FC236}">
                <a16:creationId xmlns:a16="http://schemas.microsoft.com/office/drawing/2014/main" id="{2155FDD0-EA21-41BC-B6C4-3F99B068E4EA}"/>
              </a:ext>
            </a:extLst>
          </p:cNvPr>
          <p:cNvSpPr txBox="1">
            <a:spLocks noChangeAspect="1" noChangeArrowheads="1"/>
          </p:cNvSpPr>
          <p:nvPr/>
        </p:nvSpPr>
        <p:spPr bwMode="auto">
          <a:xfrm>
            <a:off x="3417888"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A0</a:t>
            </a:r>
          </a:p>
        </p:txBody>
      </p:sp>
      <p:sp>
        <p:nvSpPr>
          <p:cNvPr id="37892" name="文本框 37892">
            <a:extLst>
              <a:ext uri="{FF2B5EF4-FFF2-40B4-BE49-F238E27FC236}">
                <a16:creationId xmlns:a16="http://schemas.microsoft.com/office/drawing/2014/main" id="{3D75E4B6-BF97-4A0E-8697-18223E3D5B44}"/>
              </a:ext>
            </a:extLst>
          </p:cNvPr>
          <p:cNvSpPr txBox="1">
            <a:spLocks noChangeAspect="1" noChangeArrowheads="1"/>
          </p:cNvSpPr>
          <p:nvPr/>
        </p:nvSpPr>
        <p:spPr bwMode="auto">
          <a:xfrm>
            <a:off x="4056063" y="1500188"/>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7893" name="文本框 37893">
            <a:extLst>
              <a:ext uri="{FF2B5EF4-FFF2-40B4-BE49-F238E27FC236}">
                <a16:creationId xmlns:a16="http://schemas.microsoft.com/office/drawing/2014/main" id="{E0376EDF-0989-4A94-901E-3917A07E85BB}"/>
              </a:ext>
            </a:extLst>
          </p:cNvPr>
          <p:cNvSpPr txBox="1">
            <a:spLocks noChangeAspect="1" noChangeArrowheads="1"/>
          </p:cNvSpPr>
          <p:nvPr/>
        </p:nvSpPr>
        <p:spPr bwMode="auto">
          <a:xfrm>
            <a:off x="4075113"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D7</a:t>
            </a:r>
          </a:p>
        </p:txBody>
      </p:sp>
      <p:sp>
        <p:nvSpPr>
          <p:cNvPr id="37894" name="文本框 37894">
            <a:extLst>
              <a:ext uri="{FF2B5EF4-FFF2-40B4-BE49-F238E27FC236}">
                <a16:creationId xmlns:a16="http://schemas.microsoft.com/office/drawing/2014/main" id="{0C2B956F-80CB-45DB-A603-36FBBE8AF1E8}"/>
              </a:ext>
            </a:extLst>
          </p:cNvPr>
          <p:cNvSpPr txBox="1">
            <a:spLocks noChangeAspect="1" noChangeArrowheads="1"/>
          </p:cNvSpPr>
          <p:nvPr/>
        </p:nvSpPr>
        <p:spPr bwMode="auto">
          <a:xfrm>
            <a:off x="4548188" y="1500188"/>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7895" name="文本框 37895">
            <a:extLst>
              <a:ext uri="{FF2B5EF4-FFF2-40B4-BE49-F238E27FC236}">
                <a16:creationId xmlns:a16="http://schemas.microsoft.com/office/drawing/2014/main" id="{74EB0B23-1E87-4378-8603-BA9E6A6DA4B6}"/>
              </a:ext>
            </a:extLst>
          </p:cNvPr>
          <p:cNvSpPr txBox="1">
            <a:spLocks noChangeAspect="1" noChangeArrowheads="1"/>
          </p:cNvSpPr>
          <p:nvPr/>
        </p:nvSpPr>
        <p:spPr bwMode="auto">
          <a:xfrm>
            <a:off x="4567238"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D6</a:t>
            </a:r>
          </a:p>
        </p:txBody>
      </p:sp>
      <p:sp>
        <p:nvSpPr>
          <p:cNvPr id="37896" name="文本框 37896">
            <a:extLst>
              <a:ext uri="{FF2B5EF4-FFF2-40B4-BE49-F238E27FC236}">
                <a16:creationId xmlns:a16="http://schemas.microsoft.com/office/drawing/2014/main" id="{E5CE879F-63F4-4ADF-96C8-F7BB7A085F4E}"/>
              </a:ext>
            </a:extLst>
          </p:cNvPr>
          <p:cNvSpPr txBox="1">
            <a:spLocks noChangeAspect="1" noChangeArrowheads="1"/>
          </p:cNvSpPr>
          <p:nvPr/>
        </p:nvSpPr>
        <p:spPr bwMode="auto">
          <a:xfrm>
            <a:off x="5026025" y="1500188"/>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7897" name="文本框 37897">
            <a:extLst>
              <a:ext uri="{FF2B5EF4-FFF2-40B4-BE49-F238E27FC236}">
                <a16:creationId xmlns:a16="http://schemas.microsoft.com/office/drawing/2014/main" id="{D41D93EB-E373-4326-A0C9-B4FB64C6F238}"/>
              </a:ext>
            </a:extLst>
          </p:cNvPr>
          <p:cNvSpPr txBox="1">
            <a:spLocks noChangeAspect="1" noChangeArrowheads="1"/>
          </p:cNvSpPr>
          <p:nvPr/>
        </p:nvSpPr>
        <p:spPr bwMode="auto">
          <a:xfrm>
            <a:off x="5045075"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D5</a:t>
            </a:r>
          </a:p>
        </p:txBody>
      </p:sp>
      <p:sp>
        <p:nvSpPr>
          <p:cNvPr id="37898" name="文本框 37898">
            <a:extLst>
              <a:ext uri="{FF2B5EF4-FFF2-40B4-BE49-F238E27FC236}">
                <a16:creationId xmlns:a16="http://schemas.microsoft.com/office/drawing/2014/main" id="{6CF14CFC-F14C-4E35-BE86-6BDF5D69863F}"/>
              </a:ext>
            </a:extLst>
          </p:cNvPr>
          <p:cNvSpPr txBox="1">
            <a:spLocks noChangeAspect="1" noChangeArrowheads="1"/>
          </p:cNvSpPr>
          <p:nvPr/>
        </p:nvSpPr>
        <p:spPr bwMode="auto">
          <a:xfrm>
            <a:off x="5518150" y="1500188"/>
            <a:ext cx="495300"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1</a:t>
            </a:r>
          </a:p>
        </p:txBody>
      </p:sp>
      <p:sp>
        <p:nvSpPr>
          <p:cNvPr id="37899" name="文本框 37899">
            <a:extLst>
              <a:ext uri="{FF2B5EF4-FFF2-40B4-BE49-F238E27FC236}">
                <a16:creationId xmlns:a16="http://schemas.microsoft.com/office/drawing/2014/main" id="{E6E00FD9-9062-44D2-81FB-89AFA967B8FB}"/>
              </a:ext>
            </a:extLst>
          </p:cNvPr>
          <p:cNvSpPr txBox="1">
            <a:spLocks noChangeAspect="1" noChangeArrowheads="1"/>
          </p:cNvSpPr>
          <p:nvPr/>
        </p:nvSpPr>
        <p:spPr bwMode="auto">
          <a:xfrm>
            <a:off x="5537200"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D4</a:t>
            </a:r>
          </a:p>
        </p:txBody>
      </p:sp>
      <p:sp>
        <p:nvSpPr>
          <p:cNvPr id="37900" name="文本框 37900">
            <a:extLst>
              <a:ext uri="{FF2B5EF4-FFF2-40B4-BE49-F238E27FC236}">
                <a16:creationId xmlns:a16="http://schemas.microsoft.com/office/drawing/2014/main" id="{21C20BFC-C2B4-41DD-A225-AB58F8FB66A2}"/>
              </a:ext>
            </a:extLst>
          </p:cNvPr>
          <p:cNvSpPr txBox="1">
            <a:spLocks noChangeAspect="1" noChangeArrowheads="1"/>
          </p:cNvSpPr>
          <p:nvPr/>
        </p:nvSpPr>
        <p:spPr bwMode="auto">
          <a:xfrm>
            <a:off x="6011863" y="1500188"/>
            <a:ext cx="839787"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LTIM</a:t>
            </a:r>
          </a:p>
        </p:txBody>
      </p:sp>
      <p:sp>
        <p:nvSpPr>
          <p:cNvPr id="37901" name="文本框 37901">
            <a:extLst>
              <a:ext uri="{FF2B5EF4-FFF2-40B4-BE49-F238E27FC236}">
                <a16:creationId xmlns:a16="http://schemas.microsoft.com/office/drawing/2014/main" id="{18ABBE6D-E555-4761-9D49-A235AA8747D0}"/>
              </a:ext>
            </a:extLst>
          </p:cNvPr>
          <p:cNvSpPr txBox="1">
            <a:spLocks noChangeAspect="1" noChangeArrowheads="1"/>
          </p:cNvSpPr>
          <p:nvPr/>
        </p:nvSpPr>
        <p:spPr bwMode="auto">
          <a:xfrm>
            <a:off x="6227763"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D3</a:t>
            </a:r>
          </a:p>
        </p:txBody>
      </p:sp>
      <p:sp>
        <p:nvSpPr>
          <p:cNvPr id="37902" name="文本框 37902">
            <a:extLst>
              <a:ext uri="{FF2B5EF4-FFF2-40B4-BE49-F238E27FC236}">
                <a16:creationId xmlns:a16="http://schemas.microsoft.com/office/drawing/2014/main" id="{ACE6F677-4757-4BC7-AA51-94F706E6B097}"/>
              </a:ext>
            </a:extLst>
          </p:cNvPr>
          <p:cNvSpPr txBox="1">
            <a:spLocks noChangeAspect="1" noChangeArrowheads="1"/>
          </p:cNvSpPr>
          <p:nvPr/>
        </p:nvSpPr>
        <p:spPr bwMode="auto">
          <a:xfrm>
            <a:off x="6846888" y="1500188"/>
            <a:ext cx="493712"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a:t>
            </a:r>
          </a:p>
        </p:txBody>
      </p:sp>
      <p:sp>
        <p:nvSpPr>
          <p:cNvPr id="37903" name="文本框 37903">
            <a:extLst>
              <a:ext uri="{FF2B5EF4-FFF2-40B4-BE49-F238E27FC236}">
                <a16:creationId xmlns:a16="http://schemas.microsoft.com/office/drawing/2014/main" id="{3444E493-2D6A-4B32-8B94-54C19791ADF5}"/>
              </a:ext>
            </a:extLst>
          </p:cNvPr>
          <p:cNvSpPr txBox="1">
            <a:spLocks noChangeAspect="1" noChangeArrowheads="1"/>
          </p:cNvSpPr>
          <p:nvPr/>
        </p:nvSpPr>
        <p:spPr bwMode="auto">
          <a:xfrm>
            <a:off x="6865938" y="1125538"/>
            <a:ext cx="458787"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D2</a:t>
            </a:r>
          </a:p>
        </p:txBody>
      </p:sp>
      <p:sp>
        <p:nvSpPr>
          <p:cNvPr id="37904" name="文本框 37904">
            <a:extLst>
              <a:ext uri="{FF2B5EF4-FFF2-40B4-BE49-F238E27FC236}">
                <a16:creationId xmlns:a16="http://schemas.microsoft.com/office/drawing/2014/main" id="{CFA1509E-3B72-4419-83B8-24822A64B73E}"/>
              </a:ext>
            </a:extLst>
          </p:cNvPr>
          <p:cNvSpPr txBox="1">
            <a:spLocks noChangeAspect="1" noChangeArrowheads="1"/>
          </p:cNvSpPr>
          <p:nvPr/>
        </p:nvSpPr>
        <p:spPr bwMode="auto">
          <a:xfrm>
            <a:off x="7342188" y="1500188"/>
            <a:ext cx="871537"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SNGL</a:t>
            </a:r>
          </a:p>
        </p:txBody>
      </p:sp>
      <p:sp>
        <p:nvSpPr>
          <p:cNvPr id="37905" name="文本框 37905">
            <a:extLst>
              <a:ext uri="{FF2B5EF4-FFF2-40B4-BE49-F238E27FC236}">
                <a16:creationId xmlns:a16="http://schemas.microsoft.com/office/drawing/2014/main" id="{29392EA5-808F-41C8-B505-71325499F941}"/>
              </a:ext>
            </a:extLst>
          </p:cNvPr>
          <p:cNvSpPr txBox="1">
            <a:spLocks noChangeAspect="1" noChangeArrowheads="1"/>
          </p:cNvSpPr>
          <p:nvPr/>
        </p:nvSpPr>
        <p:spPr bwMode="auto">
          <a:xfrm>
            <a:off x="7558088" y="1125538"/>
            <a:ext cx="460375"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D1</a:t>
            </a:r>
          </a:p>
        </p:txBody>
      </p:sp>
      <p:sp>
        <p:nvSpPr>
          <p:cNvPr id="37906" name="文本框 37906">
            <a:extLst>
              <a:ext uri="{FF2B5EF4-FFF2-40B4-BE49-F238E27FC236}">
                <a16:creationId xmlns:a16="http://schemas.microsoft.com/office/drawing/2014/main" id="{2345EADF-3312-428D-BA63-B4DABC4FC50B}"/>
              </a:ext>
            </a:extLst>
          </p:cNvPr>
          <p:cNvSpPr txBox="1">
            <a:spLocks noChangeAspect="1" noChangeArrowheads="1"/>
          </p:cNvSpPr>
          <p:nvPr/>
        </p:nvSpPr>
        <p:spPr bwMode="auto">
          <a:xfrm>
            <a:off x="8212138" y="1500188"/>
            <a:ext cx="606425" cy="37782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a:latin typeface="Times New Roman" panose="02020603050405020304" pitchFamily="18" charset="0"/>
              </a:rPr>
              <a:t>IC4</a:t>
            </a:r>
          </a:p>
        </p:txBody>
      </p:sp>
      <p:sp>
        <p:nvSpPr>
          <p:cNvPr id="37907" name="文本框 37907">
            <a:extLst>
              <a:ext uri="{FF2B5EF4-FFF2-40B4-BE49-F238E27FC236}">
                <a16:creationId xmlns:a16="http://schemas.microsoft.com/office/drawing/2014/main" id="{E2399611-6184-4809-B83F-5B890D276B0C}"/>
              </a:ext>
            </a:extLst>
          </p:cNvPr>
          <p:cNvSpPr txBox="1">
            <a:spLocks noChangeAspect="1" noChangeArrowheads="1"/>
          </p:cNvSpPr>
          <p:nvPr/>
        </p:nvSpPr>
        <p:spPr bwMode="auto">
          <a:xfrm>
            <a:off x="8288338" y="1125538"/>
            <a:ext cx="458787" cy="37782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a:latin typeface="Times New Roman" panose="02020603050405020304" pitchFamily="18" charset="0"/>
              </a:rPr>
              <a:t>D0</a:t>
            </a:r>
          </a:p>
        </p:txBody>
      </p:sp>
      <p:sp>
        <p:nvSpPr>
          <p:cNvPr id="37908" name="直接连接符 37908">
            <a:extLst>
              <a:ext uri="{FF2B5EF4-FFF2-40B4-BE49-F238E27FC236}">
                <a16:creationId xmlns:a16="http://schemas.microsoft.com/office/drawing/2014/main" id="{1F044C6E-5A98-4D5C-A658-798700D26B67}"/>
              </a:ext>
            </a:extLst>
          </p:cNvPr>
          <p:cNvSpPr>
            <a:spLocks noChangeShapeType="1"/>
          </p:cNvSpPr>
          <p:nvPr/>
        </p:nvSpPr>
        <p:spPr bwMode="auto">
          <a:xfrm flipH="1">
            <a:off x="5799138" y="1916113"/>
            <a:ext cx="17462" cy="266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9" name="文本框 37909">
            <a:extLst>
              <a:ext uri="{FF2B5EF4-FFF2-40B4-BE49-F238E27FC236}">
                <a16:creationId xmlns:a16="http://schemas.microsoft.com/office/drawing/2014/main" id="{D1228A2C-12F9-403C-8E04-90F02658FCA3}"/>
              </a:ext>
            </a:extLst>
          </p:cNvPr>
          <p:cNvSpPr txBox="1">
            <a:spLocks noChangeArrowheads="1"/>
          </p:cNvSpPr>
          <p:nvPr/>
        </p:nvSpPr>
        <p:spPr bwMode="auto">
          <a:xfrm>
            <a:off x="5272088" y="2185988"/>
            <a:ext cx="1050925" cy="447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ICW1</a:t>
            </a:r>
          </a:p>
        </p:txBody>
      </p:sp>
      <p:sp>
        <p:nvSpPr>
          <p:cNvPr id="37910" name="直接连接符 37910">
            <a:extLst>
              <a:ext uri="{FF2B5EF4-FFF2-40B4-BE49-F238E27FC236}">
                <a16:creationId xmlns:a16="http://schemas.microsoft.com/office/drawing/2014/main" id="{9660BB67-880C-4B50-A892-2321E1BCA79F}"/>
              </a:ext>
            </a:extLst>
          </p:cNvPr>
          <p:cNvSpPr>
            <a:spLocks noChangeShapeType="1"/>
          </p:cNvSpPr>
          <p:nvPr/>
        </p:nvSpPr>
        <p:spPr bwMode="auto">
          <a:xfrm flipH="1">
            <a:off x="5780088" y="2630488"/>
            <a:ext cx="19050" cy="2635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1" name="文本框 37911">
            <a:extLst>
              <a:ext uri="{FF2B5EF4-FFF2-40B4-BE49-F238E27FC236}">
                <a16:creationId xmlns:a16="http://schemas.microsoft.com/office/drawing/2014/main" id="{B76FB867-4534-42B7-9A6B-EF0C94655C4E}"/>
              </a:ext>
            </a:extLst>
          </p:cNvPr>
          <p:cNvSpPr txBox="1">
            <a:spLocks noChangeArrowheads="1"/>
          </p:cNvSpPr>
          <p:nvPr/>
        </p:nvSpPr>
        <p:spPr bwMode="auto">
          <a:xfrm>
            <a:off x="5253038" y="2879725"/>
            <a:ext cx="1052512" cy="444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ICW2</a:t>
            </a:r>
          </a:p>
        </p:txBody>
      </p:sp>
      <p:sp>
        <p:nvSpPr>
          <p:cNvPr id="37912" name="直接连接符 37912">
            <a:extLst>
              <a:ext uri="{FF2B5EF4-FFF2-40B4-BE49-F238E27FC236}">
                <a16:creationId xmlns:a16="http://schemas.microsoft.com/office/drawing/2014/main" id="{49C32D1F-493B-4877-9A57-5983B164453A}"/>
              </a:ext>
            </a:extLst>
          </p:cNvPr>
          <p:cNvSpPr>
            <a:spLocks noChangeShapeType="1"/>
          </p:cNvSpPr>
          <p:nvPr/>
        </p:nvSpPr>
        <p:spPr bwMode="auto">
          <a:xfrm flipH="1">
            <a:off x="5740400" y="3341688"/>
            <a:ext cx="17463" cy="266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3" name="流程图: 决策 37913">
            <a:extLst>
              <a:ext uri="{FF2B5EF4-FFF2-40B4-BE49-F238E27FC236}">
                <a16:creationId xmlns:a16="http://schemas.microsoft.com/office/drawing/2014/main" id="{CF3EAEBB-FB6D-4016-A0F7-B3A0170E153A}"/>
              </a:ext>
            </a:extLst>
          </p:cNvPr>
          <p:cNvSpPr>
            <a:spLocks noChangeArrowheads="1"/>
          </p:cNvSpPr>
          <p:nvPr/>
        </p:nvSpPr>
        <p:spPr bwMode="auto">
          <a:xfrm>
            <a:off x="4356100" y="3590925"/>
            <a:ext cx="2809875" cy="630238"/>
          </a:xfrm>
          <a:prstGeom prst="flowChartDecision">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10800" rIns="0" bIns="10800"/>
          <a:lstStyle/>
          <a:p>
            <a:pPr algn="just" eaLnBrk="0" hangingPunct="0"/>
            <a:r>
              <a:rPr lang="zh-CN" altLang="en-US">
                <a:latin typeface="Times New Roman" panose="02020603050405020304" pitchFamily="18" charset="0"/>
              </a:rPr>
              <a:t>单片</a:t>
            </a:r>
            <a:r>
              <a:rPr lang="en-US" altLang="zh-CN">
                <a:latin typeface="Times New Roman" panose="02020603050405020304" pitchFamily="18" charset="0"/>
              </a:rPr>
              <a:t>8259A</a:t>
            </a:r>
            <a:r>
              <a:rPr lang="zh-CN" altLang="en-US">
                <a:latin typeface="Times New Roman" panose="02020603050405020304" pitchFamily="18" charset="0"/>
              </a:rPr>
              <a:t>？</a:t>
            </a:r>
          </a:p>
        </p:txBody>
      </p:sp>
      <p:sp>
        <p:nvSpPr>
          <p:cNvPr id="37914" name="直接连接符 37914">
            <a:extLst>
              <a:ext uri="{FF2B5EF4-FFF2-40B4-BE49-F238E27FC236}">
                <a16:creationId xmlns:a16="http://schemas.microsoft.com/office/drawing/2014/main" id="{49068662-1F32-4EAB-AC85-7297462D9D93}"/>
              </a:ext>
            </a:extLst>
          </p:cNvPr>
          <p:cNvSpPr>
            <a:spLocks noChangeShapeType="1"/>
          </p:cNvSpPr>
          <p:nvPr/>
        </p:nvSpPr>
        <p:spPr bwMode="auto">
          <a:xfrm flipH="1">
            <a:off x="5729288" y="4254500"/>
            <a:ext cx="17462" cy="26511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5" name="文本框 37915">
            <a:extLst>
              <a:ext uri="{FF2B5EF4-FFF2-40B4-BE49-F238E27FC236}">
                <a16:creationId xmlns:a16="http://schemas.microsoft.com/office/drawing/2014/main" id="{4FC83094-B48F-4FC8-A217-5FAABCDB3558}"/>
              </a:ext>
            </a:extLst>
          </p:cNvPr>
          <p:cNvSpPr txBox="1">
            <a:spLocks noChangeArrowheads="1"/>
          </p:cNvSpPr>
          <p:nvPr/>
        </p:nvSpPr>
        <p:spPr bwMode="auto">
          <a:xfrm>
            <a:off x="5235575" y="4486275"/>
            <a:ext cx="1050925" cy="447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ICW3</a:t>
            </a:r>
          </a:p>
        </p:txBody>
      </p:sp>
      <p:sp>
        <p:nvSpPr>
          <p:cNvPr id="37916" name="直接连接符 37916">
            <a:extLst>
              <a:ext uri="{FF2B5EF4-FFF2-40B4-BE49-F238E27FC236}">
                <a16:creationId xmlns:a16="http://schemas.microsoft.com/office/drawing/2014/main" id="{222B4105-BB75-4DA8-AE17-642FF1755172}"/>
              </a:ext>
            </a:extLst>
          </p:cNvPr>
          <p:cNvSpPr>
            <a:spLocks noChangeShapeType="1"/>
          </p:cNvSpPr>
          <p:nvPr/>
        </p:nvSpPr>
        <p:spPr bwMode="auto">
          <a:xfrm flipH="1">
            <a:off x="5759450" y="4941888"/>
            <a:ext cx="0" cy="215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7" name="文本框 37917">
            <a:extLst>
              <a:ext uri="{FF2B5EF4-FFF2-40B4-BE49-F238E27FC236}">
                <a16:creationId xmlns:a16="http://schemas.microsoft.com/office/drawing/2014/main" id="{E56772AD-74DA-40C5-9179-DF3E574E58FD}"/>
              </a:ext>
            </a:extLst>
          </p:cNvPr>
          <p:cNvSpPr txBox="1">
            <a:spLocks noChangeArrowheads="1"/>
          </p:cNvSpPr>
          <p:nvPr/>
        </p:nvSpPr>
        <p:spPr bwMode="auto">
          <a:xfrm>
            <a:off x="5219700" y="6021388"/>
            <a:ext cx="1050925" cy="447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a:latin typeface="Times New Roman" panose="02020603050405020304" pitchFamily="18" charset="0"/>
              </a:rPr>
              <a:t>  </a:t>
            </a:r>
            <a:r>
              <a:rPr lang="en-US" altLang="zh-CN">
                <a:latin typeface="Times New Roman" panose="02020603050405020304" pitchFamily="18" charset="0"/>
              </a:rPr>
              <a:t>ICW4</a:t>
            </a:r>
          </a:p>
        </p:txBody>
      </p:sp>
      <p:sp>
        <p:nvSpPr>
          <p:cNvPr id="37918" name="直接连接符 37918">
            <a:extLst>
              <a:ext uri="{FF2B5EF4-FFF2-40B4-BE49-F238E27FC236}">
                <a16:creationId xmlns:a16="http://schemas.microsoft.com/office/drawing/2014/main" id="{6E1BE48A-D022-4560-A373-525AE06DA661}"/>
              </a:ext>
            </a:extLst>
          </p:cNvPr>
          <p:cNvSpPr>
            <a:spLocks noChangeShapeType="1"/>
          </p:cNvSpPr>
          <p:nvPr/>
        </p:nvSpPr>
        <p:spPr bwMode="auto">
          <a:xfrm>
            <a:off x="5746750" y="6469063"/>
            <a:ext cx="0" cy="3143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9" name="文本框 37919">
            <a:extLst>
              <a:ext uri="{FF2B5EF4-FFF2-40B4-BE49-F238E27FC236}">
                <a16:creationId xmlns:a16="http://schemas.microsoft.com/office/drawing/2014/main" id="{65F677AB-070A-4AAB-BBC2-EB35A7B67030}"/>
              </a:ext>
            </a:extLst>
          </p:cNvPr>
          <p:cNvSpPr txBox="1">
            <a:spLocks noChangeArrowheads="1"/>
          </p:cNvSpPr>
          <p:nvPr/>
        </p:nvSpPr>
        <p:spPr bwMode="auto">
          <a:xfrm>
            <a:off x="7132638" y="3479800"/>
            <a:ext cx="7588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Y</a:t>
            </a:r>
          </a:p>
        </p:txBody>
      </p:sp>
      <p:sp>
        <p:nvSpPr>
          <p:cNvPr id="37920" name="直接连接符 37920">
            <a:extLst>
              <a:ext uri="{FF2B5EF4-FFF2-40B4-BE49-F238E27FC236}">
                <a16:creationId xmlns:a16="http://schemas.microsoft.com/office/drawing/2014/main" id="{EAF921B1-4F18-450C-AEF1-745BF8615D95}"/>
              </a:ext>
            </a:extLst>
          </p:cNvPr>
          <p:cNvSpPr>
            <a:spLocks noChangeShapeType="1"/>
          </p:cNvSpPr>
          <p:nvPr/>
        </p:nvSpPr>
        <p:spPr bwMode="auto">
          <a:xfrm>
            <a:off x="7104063" y="3905250"/>
            <a:ext cx="6619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1" name="直接连接符 37921">
            <a:extLst>
              <a:ext uri="{FF2B5EF4-FFF2-40B4-BE49-F238E27FC236}">
                <a16:creationId xmlns:a16="http://schemas.microsoft.com/office/drawing/2014/main" id="{3DDD7CA7-77BD-4B13-AAD1-9A9CA2E72BDC}"/>
              </a:ext>
            </a:extLst>
          </p:cNvPr>
          <p:cNvSpPr>
            <a:spLocks noChangeShapeType="1"/>
          </p:cNvSpPr>
          <p:nvPr/>
        </p:nvSpPr>
        <p:spPr bwMode="auto">
          <a:xfrm flipH="1">
            <a:off x="5759450" y="5033963"/>
            <a:ext cx="198755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2" name="直接连接符 37922">
            <a:extLst>
              <a:ext uri="{FF2B5EF4-FFF2-40B4-BE49-F238E27FC236}">
                <a16:creationId xmlns:a16="http://schemas.microsoft.com/office/drawing/2014/main" id="{B487D6DE-1F10-4927-AEBD-59249651ECE3}"/>
              </a:ext>
            </a:extLst>
          </p:cNvPr>
          <p:cNvSpPr>
            <a:spLocks noChangeShapeType="1"/>
          </p:cNvSpPr>
          <p:nvPr/>
        </p:nvSpPr>
        <p:spPr bwMode="auto">
          <a:xfrm>
            <a:off x="7747000" y="3905250"/>
            <a:ext cx="0" cy="1144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3" name="文本框 37923">
            <a:extLst>
              <a:ext uri="{FF2B5EF4-FFF2-40B4-BE49-F238E27FC236}">
                <a16:creationId xmlns:a16="http://schemas.microsoft.com/office/drawing/2014/main" id="{13F80C39-1208-4000-8384-AB85CFDE6E52}"/>
              </a:ext>
            </a:extLst>
          </p:cNvPr>
          <p:cNvSpPr txBox="1">
            <a:spLocks noChangeArrowheads="1"/>
          </p:cNvSpPr>
          <p:nvPr/>
        </p:nvSpPr>
        <p:spPr bwMode="auto">
          <a:xfrm>
            <a:off x="5975350" y="4114800"/>
            <a:ext cx="7588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N</a:t>
            </a:r>
          </a:p>
        </p:txBody>
      </p:sp>
      <p:sp>
        <p:nvSpPr>
          <p:cNvPr id="37924" name="流程图: 决策 37924">
            <a:extLst>
              <a:ext uri="{FF2B5EF4-FFF2-40B4-BE49-F238E27FC236}">
                <a16:creationId xmlns:a16="http://schemas.microsoft.com/office/drawing/2014/main" id="{DBA4A6D1-67FA-46CE-BA68-D9214600E2DC}"/>
              </a:ext>
            </a:extLst>
          </p:cNvPr>
          <p:cNvSpPr>
            <a:spLocks noChangeArrowheads="1"/>
          </p:cNvSpPr>
          <p:nvPr/>
        </p:nvSpPr>
        <p:spPr bwMode="auto">
          <a:xfrm>
            <a:off x="4356100" y="5175250"/>
            <a:ext cx="2809875" cy="630238"/>
          </a:xfrm>
          <a:prstGeom prst="flowChartDecision">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10800" rIns="0" bIns="10800"/>
          <a:lstStyle/>
          <a:p>
            <a:pPr algn="just" eaLnBrk="0" hangingPunct="0"/>
            <a:r>
              <a:rPr lang="en-US" altLang="zh-CN">
                <a:latin typeface="Times New Roman" panose="02020603050405020304" pitchFamily="18" charset="0"/>
              </a:rPr>
              <a:t>ICW1</a:t>
            </a:r>
            <a:r>
              <a:rPr lang="zh-CN" altLang="en-US">
                <a:latin typeface="Times New Roman" panose="02020603050405020304" pitchFamily="18" charset="0"/>
              </a:rPr>
              <a:t>中的</a:t>
            </a:r>
            <a:r>
              <a:rPr lang="en-US" altLang="zh-CN">
                <a:latin typeface="Times New Roman" panose="02020603050405020304" pitchFamily="18" charset="0"/>
              </a:rPr>
              <a:t>IC4</a:t>
            </a:r>
          </a:p>
        </p:txBody>
      </p:sp>
      <p:sp>
        <p:nvSpPr>
          <p:cNvPr id="37925" name="直接连接符 37925">
            <a:extLst>
              <a:ext uri="{FF2B5EF4-FFF2-40B4-BE49-F238E27FC236}">
                <a16:creationId xmlns:a16="http://schemas.microsoft.com/office/drawing/2014/main" id="{BB4CEE5B-54F7-4356-96F3-7AEB5194A23C}"/>
              </a:ext>
            </a:extLst>
          </p:cNvPr>
          <p:cNvSpPr>
            <a:spLocks noChangeShapeType="1"/>
          </p:cNvSpPr>
          <p:nvPr/>
        </p:nvSpPr>
        <p:spPr bwMode="auto">
          <a:xfrm>
            <a:off x="7164388" y="5483225"/>
            <a:ext cx="6619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6" name="直接连接符 37926">
            <a:extLst>
              <a:ext uri="{FF2B5EF4-FFF2-40B4-BE49-F238E27FC236}">
                <a16:creationId xmlns:a16="http://schemas.microsoft.com/office/drawing/2014/main" id="{91A4ABD8-7059-469C-B545-DAE7A08A8910}"/>
              </a:ext>
            </a:extLst>
          </p:cNvPr>
          <p:cNvSpPr>
            <a:spLocks noChangeShapeType="1"/>
          </p:cNvSpPr>
          <p:nvPr/>
        </p:nvSpPr>
        <p:spPr bwMode="auto">
          <a:xfrm flipH="1" flipV="1">
            <a:off x="5753100" y="6573838"/>
            <a:ext cx="2058988" cy="238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7" name="直接连接符 37927">
            <a:extLst>
              <a:ext uri="{FF2B5EF4-FFF2-40B4-BE49-F238E27FC236}">
                <a16:creationId xmlns:a16="http://schemas.microsoft.com/office/drawing/2014/main" id="{028FB230-6D36-405F-8094-0405EAB7AE2F}"/>
              </a:ext>
            </a:extLst>
          </p:cNvPr>
          <p:cNvSpPr>
            <a:spLocks noChangeShapeType="1"/>
          </p:cNvSpPr>
          <p:nvPr/>
        </p:nvSpPr>
        <p:spPr bwMode="auto">
          <a:xfrm>
            <a:off x="7812088" y="5454650"/>
            <a:ext cx="0" cy="1152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8" name="直接连接符 37928">
            <a:extLst>
              <a:ext uri="{FF2B5EF4-FFF2-40B4-BE49-F238E27FC236}">
                <a16:creationId xmlns:a16="http://schemas.microsoft.com/office/drawing/2014/main" id="{E44ECEE1-D228-4422-99DC-E955B6595429}"/>
              </a:ext>
            </a:extLst>
          </p:cNvPr>
          <p:cNvSpPr>
            <a:spLocks noChangeShapeType="1"/>
          </p:cNvSpPr>
          <p:nvPr/>
        </p:nvSpPr>
        <p:spPr bwMode="auto">
          <a:xfrm flipH="1">
            <a:off x="5773738" y="5815013"/>
            <a:ext cx="0" cy="1936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9" name="文本框 37929">
            <a:extLst>
              <a:ext uri="{FF2B5EF4-FFF2-40B4-BE49-F238E27FC236}">
                <a16:creationId xmlns:a16="http://schemas.microsoft.com/office/drawing/2014/main" id="{25D14781-4B37-4800-8B11-0300A3F7DFC5}"/>
              </a:ext>
            </a:extLst>
          </p:cNvPr>
          <p:cNvSpPr txBox="1">
            <a:spLocks noChangeArrowheads="1"/>
          </p:cNvSpPr>
          <p:nvPr/>
        </p:nvSpPr>
        <p:spPr bwMode="auto">
          <a:xfrm>
            <a:off x="7235825" y="5157788"/>
            <a:ext cx="7588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0</a:t>
            </a:r>
          </a:p>
        </p:txBody>
      </p:sp>
      <p:sp>
        <p:nvSpPr>
          <p:cNvPr id="37930" name="文本框 37930">
            <a:extLst>
              <a:ext uri="{FF2B5EF4-FFF2-40B4-BE49-F238E27FC236}">
                <a16:creationId xmlns:a16="http://schemas.microsoft.com/office/drawing/2014/main" id="{0E9EBBE7-66B4-45DE-8B51-A73249D62453}"/>
              </a:ext>
            </a:extLst>
          </p:cNvPr>
          <p:cNvSpPr txBox="1">
            <a:spLocks noChangeArrowheads="1"/>
          </p:cNvSpPr>
          <p:nvPr/>
        </p:nvSpPr>
        <p:spPr bwMode="auto">
          <a:xfrm>
            <a:off x="5829300" y="5695950"/>
            <a:ext cx="7588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1</a:t>
            </a:r>
          </a:p>
        </p:txBody>
      </p:sp>
      <p:sp>
        <p:nvSpPr>
          <p:cNvPr id="37931" name="矩形 37931">
            <a:extLst>
              <a:ext uri="{FF2B5EF4-FFF2-40B4-BE49-F238E27FC236}">
                <a16:creationId xmlns:a16="http://schemas.microsoft.com/office/drawing/2014/main" id="{7150CB26-2471-46D3-99CF-BC79343C0899}"/>
              </a:ext>
            </a:extLst>
          </p:cNvPr>
          <p:cNvSpPr>
            <a:spLocks noChangeArrowheads="1"/>
          </p:cNvSpPr>
          <p:nvPr/>
        </p:nvSpPr>
        <p:spPr bwMode="auto">
          <a:xfrm>
            <a:off x="395288" y="2276475"/>
            <a:ext cx="348773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spcBef>
                <a:spcPct val="20000"/>
              </a:spcBef>
            </a:pPr>
            <a:r>
              <a:rPr lang="en-US" altLang="zh-CN" sz="2400" b="1">
                <a:latin typeface="Times New Roman" panose="02020603050405020304" pitchFamily="18" charset="0"/>
              </a:rPr>
              <a:t>D0</a:t>
            </a:r>
            <a:r>
              <a:rPr lang="zh-CN" altLang="en-US" sz="2400" b="1">
                <a:latin typeface="Times New Roman" panose="02020603050405020304" pitchFamily="18" charset="0"/>
              </a:rPr>
              <a:t>：标示是否设置</a:t>
            </a:r>
            <a:r>
              <a:rPr lang="en-US" altLang="zh-CN" sz="2400" b="1">
                <a:latin typeface="Times New Roman" panose="02020603050405020304" pitchFamily="18" charset="0"/>
              </a:rPr>
              <a:t>ICW4</a:t>
            </a:r>
          </a:p>
          <a:p>
            <a:pPr algn="just">
              <a:spcBef>
                <a:spcPct val="20000"/>
              </a:spcBef>
            </a:pPr>
            <a:r>
              <a:rPr lang="en-US" altLang="zh-CN" sz="2400" b="1">
                <a:latin typeface="Times New Roman" panose="02020603050405020304" pitchFamily="18" charset="0"/>
              </a:rPr>
              <a:t>        </a:t>
            </a:r>
          </a:p>
        </p:txBody>
      </p:sp>
      <p:sp>
        <p:nvSpPr>
          <p:cNvPr id="37932" name="矩形 37932">
            <a:extLst>
              <a:ext uri="{FF2B5EF4-FFF2-40B4-BE49-F238E27FC236}">
                <a16:creationId xmlns:a16="http://schemas.microsoft.com/office/drawing/2014/main" id="{F6D89878-33D3-462F-B541-BA66E3123AF0}"/>
              </a:ext>
            </a:extLst>
          </p:cNvPr>
          <p:cNvSpPr>
            <a:spLocks noChangeArrowheads="1"/>
          </p:cNvSpPr>
          <p:nvPr/>
        </p:nvSpPr>
        <p:spPr bwMode="auto">
          <a:xfrm>
            <a:off x="250825" y="3768725"/>
            <a:ext cx="32321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spcBef>
                <a:spcPct val="20000"/>
              </a:spcBef>
            </a:pPr>
            <a:r>
              <a:rPr lang="zh-CN" altLang="en-US" sz="2400" b="1">
                <a:latin typeface="Times New Roman" panose="02020603050405020304" pitchFamily="18" charset="0"/>
              </a:rPr>
              <a:t>因而需要修改下</a:t>
            </a:r>
          </a:p>
          <a:p>
            <a:pPr algn="just">
              <a:spcBef>
                <a:spcPct val="20000"/>
              </a:spcBef>
            </a:pPr>
            <a:r>
              <a:rPr lang="zh-CN" altLang="en-US" sz="2400" b="1">
                <a:latin typeface="Times New Roman" panose="02020603050405020304" pitchFamily="18" charset="0"/>
              </a:rPr>
              <a:t>前面所讲的初始化过程</a:t>
            </a:r>
          </a:p>
          <a:p>
            <a:pPr algn="just">
              <a:spcBef>
                <a:spcPct val="20000"/>
              </a:spcBef>
            </a:pPr>
            <a:r>
              <a:rPr lang="zh-CN" altLang="en-US" sz="2400" b="1">
                <a:latin typeface="Times New Roman" panose="02020603050405020304" pitchFamily="18" charset="0"/>
              </a:rPr>
              <a:t>        </a:t>
            </a:r>
          </a:p>
        </p:txBody>
      </p:sp>
      <p:sp>
        <p:nvSpPr>
          <p:cNvPr id="37933" name="直接连接符 37933">
            <a:extLst>
              <a:ext uri="{FF2B5EF4-FFF2-40B4-BE49-F238E27FC236}">
                <a16:creationId xmlns:a16="http://schemas.microsoft.com/office/drawing/2014/main" id="{AD36D52B-7391-43B5-8E06-8683D773956B}"/>
              </a:ext>
            </a:extLst>
          </p:cNvPr>
          <p:cNvSpPr>
            <a:spLocks noChangeShapeType="1"/>
          </p:cNvSpPr>
          <p:nvPr/>
        </p:nvSpPr>
        <p:spPr bwMode="auto">
          <a:xfrm>
            <a:off x="1979613" y="4724400"/>
            <a:ext cx="1944687" cy="720725"/>
          </a:xfrm>
          <a:prstGeom prst="line">
            <a:avLst/>
          </a:prstGeom>
          <a:noFill/>
          <a:ln w="28575">
            <a:solidFill>
              <a:schemeClr val="hlink"/>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34" name="灯片编号占位符 1">
            <a:extLst>
              <a:ext uri="{FF2B5EF4-FFF2-40B4-BE49-F238E27FC236}">
                <a16:creationId xmlns:a16="http://schemas.microsoft.com/office/drawing/2014/main" id="{0182DB2D-8A65-494C-AF6C-A856658B643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9A66979F-024B-41A4-9D2D-41ABA0CD1ED6}" type="slidenum">
              <a:rPr lang="zh-CN" altLang="en-US" smtClean="0"/>
              <a:pPr eaLnBrk="0" hangingPunct="0"/>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框 38913">
            <a:extLst>
              <a:ext uri="{FF2B5EF4-FFF2-40B4-BE49-F238E27FC236}">
                <a16:creationId xmlns:a16="http://schemas.microsoft.com/office/drawing/2014/main" id="{B981B1CB-60AC-4F11-BDCB-7D0D2FFC801A}"/>
              </a:ext>
            </a:extLst>
          </p:cNvPr>
          <p:cNvSpPr txBox="1">
            <a:spLocks noChangeArrowheads="1"/>
          </p:cNvSpPr>
          <p:nvPr/>
        </p:nvSpPr>
        <p:spPr bwMode="auto">
          <a:xfrm>
            <a:off x="468313" y="1052513"/>
            <a:ext cx="84582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b="1">
                <a:latin typeface="Times New Roman" panose="02020603050405020304" pitchFamily="18" charset="0"/>
              </a:rPr>
              <a:t>(2)ICW2</a:t>
            </a:r>
          </a:p>
          <a:p>
            <a:pPr algn="just">
              <a:spcBef>
                <a:spcPct val="50000"/>
              </a:spcBef>
            </a:pPr>
            <a:r>
              <a:rPr lang="en-US" altLang="zh-CN" sz="2400" b="1">
                <a:latin typeface="Times New Roman" panose="02020603050405020304" pitchFamily="18" charset="0"/>
              </a:rPr>
              <a:t>ICW2</a:t>
            </a:r>
            <a:r>
              <a:rPr lang="zh-CN" altLang="en-US" sz="2400" b="1">
                <a:latin typeface="Times New Roman" panose="02020603050405020304" pitchFamily="18" charset="0"/>
              </a:rPr>
              <a:t>用以设置中断类型号。</a:t>
            </a:r>
          </a:p>
          <a:p>
            <a:pPr algn="just">
              <a:spcBef>
                <a:spcPct val="50000"/>
              </a:spcBef>
            </a:pPr>
            <a:r>
              <a:rPr lang="zh-CN" altLang="en-US" sz="2400" b="1">
                <a:latin typeface="Times New Roman" panose="02020603050405020304" pitchFamily="18" charset="0"/>
              </a:rPr>
              <a:t>格式如下：</a:t>
            </a:r>
          </a:p>
          <a:p>
            <a:pPr algn="just">
              <a:spcBef>
                <a:spcPct val="50000"/>
              </a:spcBef>
            </a:pPr>
            <a:endParaRPr lang="zh-CN" altLang="en-US" sz="2400" b="1">
              <a:latin typeface="Times New Roman" panose="02020603050405020304" pitchFamily="18" charset="0"/>
            </a:endParaRPr>
          </a:p>
          <a:p>
            <a:pPr algn="just">
              <a:spcBef>
                <a:spcPct val="50000"/>
              </a:spcBef>
            </a:pPr>
            <a:endParaRPr lang="zh-CN" altLang="en-US" sz="2400">
              <a:latin typeface="Times New Roman" panose="02020603050405020304" pitchFamily="18" charset="0"/>
            </a:endParaRPr>
          </a:p>
          <a:p>
            <a:pPr algn="just">
              <a:spcBef>
                <a:spcPct val="50000"/>
              </a:spcBef>
            </a:pPr>
            <a:r>
              <a:rPr lang="en-US" altLang="zh-CN" sz="2400">
                <a:latin typeface="Times New Roman" panose="02020603050405020304" pitchFamily="18" charset="0"/>
              </a:rPr>
              <a:t>D7~D3</a:t>
            </a:r>
            <a:r>
              <a:rPr lang="zh-CN" altLang="en-US" sz="2400">
                <a:latin typeface="Times New Roman" panose="02020603050405020304" pitchFamily="18" charset="0"/>
              </a:rPr>
              <a:t>：用户指定的中断类型号的高</a:t>
            </a:r>
            <a:r>
              <a:rPr lang="en-US" altLang="zh-CN" sz="2400">
                <a:latin typeface="Times New Roman" panose="02020603050405020304" pitchFamily="18" charset="0"/>
              </a:rPr>
              <a:t>5</a:t>
            </a:r>
            <a:r>
              <a:rPr lang="zh-CN" altLang="en-US" sz="2400">
                <a:latin typeface="Times New Roman" panose="02020603050405020304" pitchFamily="18" charset="0"/>
              </a:rPr>
              <a:t>位</a:t>
            </a:r>
            <a:r>
              <a:rPr lang="en-US" altLang="zh-CN" sz="2400">
                <a:latin typeface="Times New Roman" panose="02020603050405020304" pitchFamily="18" charset="0"/>
              </a:rPr>
              <a:t>(</a:t>
            </a:r>
            <a:r>
              <a:rPr lang="zh-CN" altLang="en-US" sz="2400">
                <a:solidFill>
                  <a:schemeClr val="hlink"/>
                </a:solidFill>
                <a:latin typeface="Times New Roman" panose="02020603050405020304" pitchFamily="18" charset="0"/>
              </a:rPr>
              <a:t>区分其他中断号</a:t>
            </a:r>
            <a:r>
              <a:rPr lang="en-US" altLang="zh-CN" sz="2400">
                <a:latin typeface="Times New Roman" panose="02020603050405020304" pitchFamily="18" charset="0"/>
              </a:rPr>
              <a:t>)</a:t>
            </a:r>
          </a:p>
          <a:p>
            <a:pPr algn="just">
              <a:spcBef>
                <a:spcPct val="50000"/>
              </a:spcBef>
            </a:pPr>
            <a:r>
              <a:rPr lang="en-US" altLang="zh-CN" sz="2400">
                <a:latin typeface="Times New Roman" panose="02020603050405020304" pitchFamily="18" charset="0"/>
              </a:rPr>
              <a:t>D2~D0</a:t>
            </a:r>
            <a:r>
              <a:rPr lang="zh-CN" altLang="en-US" sz="2400">
                <a:latin typeface="Times New Roman" panose="02020603050405020304" pitchFamily="18" charset="0"/>
              </a:rPr>
              <a:t>：由</a:t>
            </a:r>
            <a:r>
              <a:rPr lang="en-US" altLang="zh-CN" sz="2400">
                <a:latin typeface="Times New Roman" panose="02020603050405020304" pitchFamily="18" charset="0"/>
              </a:rPr>
              <a:t>8259A</a:t>
            </a:r>
            <a:r>
              <a:rPr lang="zh-CN" altLang="en-US" sz="2400">
                <a:latin typeface="Times New Roman" panose="02020603050405020304" pitchFamily="18" charset="0"/>
              </a:rPr>
              <a:t>中断请求端</a:t>
            </a:r>
            <a:r>
              <a:rPr lang="en-US" altLang="zh-CN" sz="2400">
                <a:latin typeface="Times New Roman" panose="02020603050405020304" pitchFamily="18" charset="0"/>
              </a:rPr>
              <a:t>IR7~IR0</a:t>
            </a:r>
            <a:r>
              <a:rPr lang="zh-CN" altLang="en-US" sz="2400">
                <a:latin typeface="Times New Roman" panose="02020603050405020304" pitchFamily="18" charset="0"/>
              </a:rPr>
              <a:t>的编码确定。</a:t>
            </a:r>
            <a:r>
              <a:rPr lang="en-US" altLang="zh-CN" sz="2400">
                <a:latin typeface="Times New Roman" panose="02020603050405020304" pitchFamily="18" charset="0"/>
              </a:rPr>
              <a:t>IR0</a:t>
            </a:r>
            <a:r>
              <a:rPr lang="zh-CN" altLang="en-US" sz="2400">
                <a:latin typeface="Times New Roman" panose="02020603050405020304" pitchFamily="18" charset="0"/>
              </a:rPr>
              <a:t>的编码是</a:t>
            </a:r>
            <a:r>
              <a:rPr lang="en-US" altLang="zh-CN" sz="2400">
                <a:latin typeface="Times New Roman" panose="02020603050405020304" pitchFamily="18" charset="0"/>
              </a:rPr>
              <a:t>000</a:t>
            </a:r>
            <a:r>
              <a:rPr lang="zh-CN" altLang="en-US" sz="2400">
                <a:latin typeface="Times New Roman" panose="02020603050405020304" pitchFamily="18" charset="0"/>
              </a:rPr>
              <a:t>、</a:t>
            </a:r>
            <a:r>
              <a:rPr lang="en-US" altLang="zh-CN" sz="2400">
                <a:latin typeface="Times New Roman" panose="02020603050405020304" pitchFamily="18" charset="0"/>
              </a:rPr>
              <a:t>IR1</a:t>
            </a:r>
            <a:r>
              <a:rPr lang="zh-CN" altLang="en-US" sz="2400">
                <a:latin typeface="Times New Roman" panose="02020603050405020304" pitchFamily="18" charset="0"/>
              </a:rPr>
              <a:t>的编码是</a:t>
            </a:r>
            <a:r>
              <a:rPr lang="en-US" altLang="zh-CN" sz="2400">
                <a:latin typeface="Times New Roman" panose="02020603050405020304" pitchFamily="18" charset="0"/>
              </a:rPr>
              <a:t>001</a:t>
            </a:r>
            <a:r>
              <a:rPr lang="zh-CN" altLang="en-US" sz="2400">
                <a:latin typeface="Times New Roman" panose="02020603050405020304" pitchFamily="18" charset="0"/>
              </a:rPr>
              <a:t>、</a:t>
            </a:r>
            <a:r>
              <a:rPr lang="en-US" altLang="zh-CN" sz="2400">
                <a:latin typeface="Times New Roman" panose="02020603050405020304" pitchFamily="18" charset="0"/>
              </a:rPr>
              <a:t>… IR7</a:t>
            </a:r>
            <a:r>
              <a:rPr lang="zh-CN" altLang="en-US" sz="2400">
                <a:latin typeface="Times New Roman" panose="02020603050405020304" pitchFamily="18" charset="0"/>
              </a:rPr>
              <a:t>的编码是</a:t>
            </a:r>
            <a:r>
              <a:rPr lang="en-US" altLang="zh-CN" sz="2400">
                <a:latin typeface="Times New Roman" panose="02020603050405020304" pitchFamily="18" charset="0"/>
              </a:rPr>
              <a:t>111</a:t>
            </a:r>
            <a:r>
              <a:rPr lang="zh-CN" altLang="en-US" sz="2400">
                <a:latin typeface="Times New Roman" panose="02020603050405020304" pitchFamily="18" charset="0"/>
              </a:rPr>
              <a:t>。当</a:t>
            </a:r>
            <a:r>
              <a:rPr lang="en-US" altLang="zh-CN" sz="2400">
                <a:latin typeface="Times New Roman" panose="02020603050405020304" pitchFamily="18" charset="0"/>
              </a:rPr>
              <a:t>8259A</a:t>
            </a:r>
            <a:r>
              <a:rPr lang="zh-CN" altLang="en-US" sz="2400">
                <a:latin typeface="Times New Roman" panose="02020603050405020304" pitchFamily="18" charset="0"/>
              </a:rPr>
              <a:t>有某个中断源的中断请求，则对应的编码自动填入</a:t>
            </a:r>
            <a:r>
              <a:rPr lang="en-US" altLang="zh-CN" sz="2400">
                <a:latin typeface="Times New Roman" panose="02020603050405020304" pitchFamily="18" charset="0"/>
              </a:rPr>
              <a:t>D2~D0</a:t>
            </a:r>
            <a:r>
              <a:rPr lang="zh-CN" altLang="en-US" sz="2400">
                <a:latin typeface="Times New Roman" panose="02020603050405020304" pitchFamily="18" charset="0"/>
              </a:rPr>
              <a:t>。这样</a:t>
            </a:r>
            <a:r>
              <a:rPr lang="en-US" altLang="zh-CN" sz="2400">
                <a:latin typeface="Times New Roman" panose="02020603050405020304" pitchFamily="18" charset="0"/>
              </a:rPr>
              <a:t>D7~D0</a:t>
            </a:r>
            <a:r>
              <a:rPr lang="zh-CN" altLang="en-US" sz="2400">
                <a:latin typeface="Times New Roman" panose="02020603050405020304" pitchFamily="18" charset="0"/>
              </a:rPr>
              <a:t>就构成了</a:t>
            </a:r>
            <a:r>
              <a:rPr lang="en-US" altLang="zh-CN" sz="2400">
                <a:latin typeface="Times New Roman" panose="02020603050405020304" pitchFamily="18" charset="0"/>
              </a:rPr>
              <a:t>8</a:t>
            </a:r>
            <a:r>
              <a:rPr lang="zh-CN" altLang="en-US" sz="2400">
                <a:latin typeface="Times New Roman" panose="02020603050405020304" pitchFamily="18" charset="0"/>
              </a:rPr>
              <a:t>位中断类型号。</a:t>
            </a:r>
          </a:p>
        </p:txBody>
      </p:sp>
      <p:sp>
        <p:nvSpPr>
          <p:cNvPr id="38914" name="文本框 38914">
            <a:extLst>
              <a:ext uri="{FF2B5EF4-FFF2-40B4-BE49-F238E27FC236}">
                <a16:creationId xmlns:a16="http://schemas.microsoft.com/office/drawing/2014/main" id="{A8E22408-54E7-452F-87E0-2A833CD34358}"/>
              </a:ext>
            </a:extLst>
          </p:cNvPr>
          <p:cNvSpPr txBox="1">
            <a:spLocks noChangeAspect="1" noChangeArrowheads="1"/>
          </p:cNvSpPr>
          <p:nvPr/>
        </p:nvSpPr>
        <p:spPr bwMode="auto">
          <a:xfrm>
            <a:off x="2527300" y="3054350"/>
            <a:ext cx="490538"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2000">
                <a:latin typeface="Times New Roman" panose="02020603050405020304" pitchFamily="18" charset="0"/>
              </a:rPr>
              <a:t>T7</a:t>
            </a:r>
          </a:p>
        </p:txBody>
      </p:sp>
      <p:sp>
        <p:nvSpPr>
          <p:cNvPr id="38915" name="文本框 38915">
            <a:extLst>
              <a:ext uri="{FF2B5EF4-FFF2-40B4-BE49-F238E27FC236}">
                <a16:creationId xmlns:a16="http://schemas.microsoft.com/office/drawing/2014/main" id="{4961B554-23DB-4157-AEB9-04AD1149935E}"/>
              </a:ext>
            </a:extLst>
          </p:cNvPr>
          <p:cNvSpPr txBox="1">
            <a:spLocks noChangeAspect="1" noChangeArrowheads="1"/>
          </p:cNvSpPr>
          <p:nvPr/>
        </p:nvSpPr>
        <p:spPr bwMode="auto">
          <a:xfrm>
            <a:off x="2576513" y="27130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D7</a:t>
            </a:r>
          </a:p>
        </p:txBody>
      </p:sp>
      <p:sp>
        <p:nvSpPr>
          <p:cNvPr id="38916" name="文本框 38916">
            <a:extLst>
              <a:ext uri="{FF2B5EF4-FFF2-40B4-BE49-F238E27FC236}">
                <a16:creationId xmlns:a16="http://schemas.microsoft.com/office/drawing/2014/main" id="{1D2DB6B6-C0CE-4487-8108-78BC3D6AE19B}"/>
              </a:ext>
            </a:extLst>
          </p:cNvPr>
          <p:cNvSpPr txBox="1">
            <a:spLocks noChangeAspect="1" noChangeArrowheads="1"/>
          </p:cNvSpPr>
          <p:nvPr/>
        </p:nvSpPr>
        <p:spPr bwMode="auto">
          <a:xfrm>
            <a:off x="1893888" y="3051175"/>
            <a:ext cx="488950"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2000">
                <a:latin typeface="Times New Roman" panose="02020603050405020304" pitchFamily="18" charset="0"/>
              </a:rPr>
              <a:t>1</a:t>
            </a:r>
          </a:p>
        </p:txBody>
      </p:sp>
      <p:sp>
        <p:nvSpPr>
          <p:cNvPr id="38917" name="文本框 38917">
            <a:extLst>
              <a:ext uri="{FF2B5EF4-FFF2-40B4-BE49-F238E27FC236}">
                <a16:creationId xmlns:a16="http://schemas.microsoft.com/office/drawing/2014/main" id="{A05D03EE-3736-4319-AC8B-99D1A0EF4CBA}"/>
              </a:ext>
            </a:extLst>
          </p:cNvPr>
          <p:cNvSpPr txBox="1">
            <a:spLocks noChangeAspect="1" noChangeArrowheads="1"/>
          </p:cNvSpPr>
          <p:nvPr/>
        </p:nvSpPr>
        <p:spPr bwMode="auto">
          <a:xfrm>
            <a:off x="1943100" y="2709863"/>
            <a:ext cx="4556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A0</a:t>
            </a:r>
          </a:p>
        </p:txBody>
      </p:sp>
      <p:sp>
        <p:nvSpPr>
          <p:cNvPr id="38918" name="文本框 38918">
            <a:extLst>
              <a:ext uri="{FF2B5EF4-FFF2-40B4-BE49-F238E27FC236}">
                <a16:creationId xmlns:a16="http://schemas.microsoft.com/office/drawing/2014/main" id="{B29C8CB9-972B-4A69-AFF7-6DCF338D0A77}"/>
              </a:ext>
            </a:extLst>
          </p:cNvPr>
          <p:cNvSpPr txBox="1">
            <a:spLocks noChangeAspect="1" noChangeArrowheads="1"/>
          </p:cNvSpPr>
          <p:nvPr/>
        </p:nvSpPr>
        <p:spPr bwMode="auto">
          <a:xfrm>
            <a:off x="4968875" y="3063875"/>
            <a:ext cx="1366838"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2000">
                <a:latin typeface="Times New Roman" panose="02020603050405020304" pitchFamily="18" charset="0"/>
              </a:rPr>
              <a:t>IR</a:t>
            </a:r>
            <a:r>
              <a:rPr lang="zh-CN" altLang="en-US" sz="2000">
                <a:latin typeface="Times New Roman" panose="02020603050405020304" pitchFamily="18" charset="0"/>
              </a:rPr>
              <a:t>编码</a:t>
            </a:r>
          </a:p>
        </p:txBody>
      </p:sp>
      <p:sp>
        <p:nvSpPr>
          <p:cNvPr id="38919" name="文本框 38919">
            <a:extLst>
              <a:ext uri="{FF2B5EF4-FFF2-40B4-BE49-F238E27FC236}">
                <a16:creationId xmlns:a16="http://schemas.microsoft.com/office/drawing/2014/main" id="{A4802B89-B8B7-46CC-A931-12A7CA859D05}"/>
              </a:ext>
            </a:extLst>
          </p:cNvPr>
          <p:cNvSpPr txBox="1">
            <a:spLocks noChangeAspect="1" noChangeArrowheads="1"/>
          </p:cNvSpPr>
          <p:nvPr/>
        </p:nvSpPr>
        <p:spPr bwMode="auto">
          <a:xfrm>
            <a:off x="5049838" y="2709863"/>
            <a:ext cx="141446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D2  D1  D0</a:t>
            </a:r>
          </a:p>
        </p:txBody>
      </p:sp>
      <p:sp>
        <p:nvSpPr>
          <p:cNvPr id="38920" name="文本框 38920">
            <a:extLst>
              <a:ext uri="{FF2B5EF4-FFF2-40B4-BE49-F238E27FC236}">
                <a16:creationId xmlns:a16="http://schemas.microsoft.com/office/drawing/2014/main" id="{6885EC28-5B77-4F44-A84B-D1F3FE8B84B5}"/>
              </a:ext>
            </a:extLst>
          </p:cNvPr>
          <p:cNvSpPr txBox="1">
            <a:spLocks noChangeAspect="1" noChangeArrowheads="1"/>
          </p:cNvSpPr>
          <p:nvPr/>
        </p:nvSpPr>
        <p:spPr bwMode="auto">
          <a:xfrm>
            <a:off x="3016250" y="3054350"/>
            <a:ext cx="490538"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2000">
                <a:latin typeface="Times New Roman" panose="02020603050405020304" pitchFamily="18" charset="0"/>
              </a:rPr>
              <a:t>T6</a:t>
            </a:r>
          </a:p>
        </p:txBody>
      </p:sp>
      <p:sp>
        <p:nvSpPr>
          <p:cNvPr id="38921" name="文本框 38921">
            <a:extLst>
              <a:ext uri="{FF2B5EF4-FFF2-40B4-BE49-F238E27FC236}">
                <a16:creationId xmlns:a16="http://schemas.microsoft.com/office/drawing/2014/main" id="{F271370E-3B29-461A-B1B8-327E64458379}"/>
              </a:ext>
            </a:extLst>
          </p:cNvPr>
          <p:cNvSpPr txBox="1">
            <a:spLocks noChangeAspect="1" noChangeArrowheads="1"/>
          </p:cNvSpPr>
          <p:nvPr/>
        </p:nvSpPr>
        <p:spPr bwMode="auto">
          <a:xfrm>
            <a:off x="3065463" y="27130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D6</a:t>
            </a:r>
          </a:p>
        </p:txBody>
      </p:sp>
      <p:sp>
        <p:nvSpPr>
          <p:cNvPr id="38922" name="文本框 38922">
            <a:extLst>
              <a:ext uri="{FF2B5EF4-FFF2-40B4-BE49-F238E27FC236}">
                <a16:creationId xmlns:a16="http://schemas.microsoft.com/office/drawing/2014/main" id="{99E3BBA1-5BBA-4C3F-AE22-5D3A66CF743D}"/>
              </a:ext>
            </a:extLst>
          </p:cNvPr>
          <p:cNvSpPr txBox="1">
            <a:spLocks noChangeAspect="1" noChangeArrowheads="1"/>
          </p:cNvSpPr>
          <p:nvPr/>
        </p:nvSpPr>
        <p:spPr bwMode="auto">
          <a:xfrm>
            <a:off x="3505200" y="3054350"/>
            <a:ext cx="490538"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2000">
                <a:latin typeface="Times New Roman" panose="02020603050405020304" pitchFamily="18" charset="0"/>
              </a:rPr>
              <a:t>T5</a:t>
            </a:r>
          </a:p>
        </p:txBody>
      </p:sp>
      <p:sp>
        <p:nvSpPr>
          <p:cNvPr id="38923" name="文本框 38923">
            <a:extLst>
              <a:ext uri="{FF2B5EF4-FFF2-40B4-BE49-F238E27FC236}">
                <a16:creationId xmlns:a16="http://schemas.microsoft.com/office/drawing/2014/main" id="{FCF24B8D-9CB1-43BF-89F1-42B60F3F92F5}"/>
              </a:ext>
            </a:extLst>
          </p:cNvPr>
          <p:cNvSpPr txBox="1">
            <a:spLocks noChangeAspect="1" noChangeArrowheads="1"/>
          </p:cNvSpPr>
          <p:nvPr/>
        </p:nvSpPr>
        <p:spPr bwMode="auto">
          <a:xfrm>
            <a:off x="3554413" y="27130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D5</a:t>
            </a:r>
          </a:p>
        </p:txBody>
      </p:sp>
      <p:sp>
        <p:nvSpPr>
          <p:cNvPr id="38924" name="文本框 38924">
            <a:extLst>
              <a:ext uri="{FF2B5EF4-FFF2-40B4-BE49-F238E27FC236}">
                <a16:creationId xmlns:a16="http://schemas.microsoft.com/office/drawing/2014/main" id="{4691BC38-C026-42B8-92C0-EBDB16C34261}"/>
              </a:ext>
            </a:extLst>
          </p:cNvPr>
          <p:cNvSpPr txBox="1">
            <a:spLocks noChangeAspect="1" noChangeArrowheads="1"/>
          </p:cNvSpPr>
          <p:nvPr/>
        </p:nvSpPr>
        <p:spPr bwMode="auto">
          <a:xfrm>
            <a:off x="3994150" y="3054350"/>
            <a:ext cx="488950"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2000">
                <a:latin typeface="Times New Roman" panose="02020603050405020304" pitchFamily="18" charset="0"/>
              </a:rPr>
              <a:t>T4</a:t>
            </a:r>
          </a:p>
        </p:txBody>
      </p:sp>
      <p:sp>
        <p:nvSpPr>
          <p:cNvPr id="38925" name="文本框 38925">
            <a:extLst>
              <a:ext uri="{FF2B5EF4-FFF2-40B4-BE49-F238E27FC236}">
                <a16:creationId xmlns:a16="http://schemas.microsoft.com/office/drawing/2014/main" id="{5ACF39AA-7A75-44F7-B954-0A8F5B15F49A}"/>
              </a:ext>
            </a:extLst>
          </p:cNvPr>
          <p:cNvSpPr txBox="1">
            <a:spLocks noChangeAspect="1" noChangeArrowheads="1"/>
          </p:cNvSpPr>
          <p:nvPr/>
        </p:nvSpPr>
        <p:spPr bwMode="auto">
          <a:xfrm>
            <a:off x="4043363" y="2713038"/>
            <a:ext cx="4556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D4</a:t>
            </a:r>
          </a:p>
        </p:txBody>
      </p:sp>
      <p:sp>
        <p:nvSpPr>
          <p:cNvPr id="38926" name="文本框 38926">
            <a:extLst>
              <a:ext uri="{FF2B5EF4-FFF2-40B4-BE49-F238E27FC236}">
                <a16:creationId xmlns:a16="http://schemas.microsoft.com/office/drawing/2014/main" id="{60615058-BDCE-4210-907E-F0C33EDFEFE7}"/>
              </a:ext>
            </a:extLst>
          </p:cNvPr>
          <p:cNvSpPr txBox="1">
            <a:spLocks noChangeAspect="1" noChangeArrowheads="1"/>
          </p:cNvSpPr>
          <p:nvPr/>
        </p:nvSpPr>
        <p:spPr bwMode="auto">
          <a:xfrm>
            <a:off x="4481513" y="3054350"/>
            <a:ext cx="490537" cy="37465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2000">
                <a:latin typeface="Times New Roman" panose="02020603050405020304" pitchFamily="18" charset="0"/>
              </a:rPr>
              <a:t>T3</a:t>
            </a:r>
          </a:p>
        </p:txBody>
      </p:sp>
      <p:sp>
        <p:nvSpPr>
          <p:cNvPr id="38927" name="文本框 38927">
            <a:extLst>
              <a:ext uri="{FF2B5EF4-FFF2-40B4-BE49-F238E27FC236}">
                <a16:creationId xmlns:a16="http://schemas.microsoft.com/office/drawing/2014/main" id="{77E6C6CB-CCE1-4092-A90D-229B38CCC4DE}"/>
              </a:ext>
            </a:extLst>
          </p:cNvPr>
          <p:cNvSpPr txBox="1">
            <a:spLocks noChangeAspect="1" noChangeArrowheads="1"/>
          </p:cNvSpPr>
          <p:nvPr/>
        </p:nvSpPr>
        <p:spPr bwMode="auto">
          <a:xfrm>
            <a:off x="4530725" y="27130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2000">
                <a:latin typeface="Times New Roman" panose="02020603050405020304" pitchFamily="18" charset="0"/>
              </a:rPr>
              <a:t>D3</a:t>
            </a:r>
          </a:p>
        </p:txBody>
      </p:sp>
      <p:sp>
        <p:nvSpPr>
          <p:cNvPr id="38928" name="灯片编号占位符 1">
            <a:extLst>
              <a:ext uri="{FF2B5EF4-FFF2-40B4-BE49-F238E27FC236}">
                <a16:creationId xmlns:a16="http://schemas.microsoft.com/office/drawing/2014/main" id="{EE64B3CA-388C-4D8C-A5E2-144D0958F34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A84A6AF7-7B5A-468F-BEF9-5AFC97F41408}" type="slidenum">
              <a:rPr lang="zh-CN" altLang="en-US" smtClean="0"/>
              <a:pPr eaLnBrk="0" hangingPunct="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39937">
            <a:extLst>
              <a:ext uri="{FF2B5EF4-FFF2-40B4-BE49-F238E27FC236}">
                <a16:creationId xmlns:a16="http://schemas.microsoft.com/office/drawing/2014/main" id="{37202D8E-F1AE-423B-A27E-BB55AF1B1B55}"/>
              </a:ext>
            </a:extLst>
          </p:cNvPr>
          <p:cNvSpPr txBox="1">
            <a:spLocks noChangeArrowheads="1"/>
          </p:cNvSpPr>
          <p:nvPr/>
        </p:nvSpPr>
        <p:spPr bwMode="auto">
          <a:xfrm>
            <a:off x="381000" y="1309688"/>
            <a:ext cx="8763000"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b="1">
                <a:latin typeface="Times New Roman" panose="02020603050405020304" pitchFamily="18" charset="0"/>
              </a:rPr>
              <a:t>(3) ICW3</a:t>
            </a:r>
          </a:p>
          <a:p>
            <a:pPr algn="just">
              <a:spcBef>
                <a:spcPct val="50000"/>
              </a:spcBef>
            </a:pPr>
            <a:r>
              <a:rPr lang="en-US" altLang="zh-CN" sz="2000">
                <a:solidFill>
                  <a:schemeClr val="hlink"/>
                </a:solidFill>
                <a:latin typeface="Times New Roman" panose="02020603050405020304" pitchFamily="18" charset="0"/>
              </a:rPr>
              <a:t>8259A</a:t>
            </a:r>
            <a:r>
              <a:rPr lang="zh-CN" altLang="en-US" sz="2000">
                <a:solidFill>
                  <a:schemeClr val="hlink"/>
                </a:solidFill>
                <a:latin typeface="Times New Roman" panose="02020603050405020304" pitchFamily="18" charset="0"/>
              </a:rPr>
              <a:t>多片级连时才需设置</a:t>
            </a:r>
            <a:r>
              <a:rPr lang="en-US" altLang="zh-CN" sz="2000">
                <a:solidFill>
                  <a:schemeClr val="hlink"/>
                </a:solidFill>
                <a:latin typeface="Times New Roman" panose="02020603050405020304" pitchFamily="18" charset="0"/>
              </a:rPr>
              <a:t>ICW3</a:t>
            </a:r>
            <a:r>
              <a:rPr lang="zh-CN" altLang="en-US" sz="2000">
                <a:latin typeface="Times New Roman" panose="02020603050405020304" pitchFamily="18" charset="0"/>
              </a:rPr>
              <a:t>，只有</a:t>
            </a:r>
            <a:r>
              <a:rPr lang="en-US" altLang="zh-CN" sz="2000">
                <a:latin typeface="Times New Roman" panose="02020603050405020304" pitchFamily="18" charset="0"/>
              </a:rPr>
              <a:t>ICW1</a:t>
            </a:r>
            <a:r>
              <a:rPr lang="zh-CN" altLang="en-US" sz="2000">
                <a:latin typeface="Times New Roman" panose="02020603050405020304" pitchFamily="18" charset="0"/>
              </a:rPr>
              <a:t>的</a:t>
            </a:r>
            <a:r>
              <a:rPr lang="en-US" altLang="zh-CN" sz="2000">
                <a:latin typeface="Times New Roman" panose="02020603050405020304" pitchFamily="18" charset="0"/>
              </a:rPr>
              <a:t>D1=1</a:t>
            </a:r>
            <a:r>
              <a:rPr lang="zh-CN" altLang="en-US" sz="2000">
                <a:latin typeface="Times New Roman" panose="02020603050405020304" pitchFamily="18" charset="0"/>
              </a:rPr>
              <a:t>时才需设置</a:t>
            </a:r>
            <a:r>
              <a:rPr lang="en-US" altLang="zh-CN" sz="2000">
                <a:latin typeface="Times New Roman" panose="02020603050405020304" pitchFamily="18" charset="0"/>
              </a:rPr>
              <a:t>ICW3</a:t>
            </a:r>
            <a:r>
              <a:rPr lang="zh-CN" altLang="en-US" sz="2000">
                <a:latin typeface="Times New Roman" panose="02020603050405020304" pitchFamily="18" charset="0"/>
              </a:rPr>
              <a:t>。主、从片的</a:t>
            </a:r>
            <a:r>
              <a:rPr lang="en-US" altLang="zh-CN" sz="2000">
                <a:latin typeface="Times New Roman" panose="02020603050405020304" pitchFamily="18" charset="0"/>
              </a:rPr>
              <a:t>ICW3</a:t>
            </a:r>
            <a:r>
              <a:rPr lang="zh-CN" altLang="en-US" sz="2000">
                <a:latin typeface="Times New Roman" panose="02020603050405020304" pitchFamily="18" charset="0"/>
              </a:rPr>
              <a:t>设置不同。</a:t>
            </a:r>
          </a:p>
          <a:p>
            <a:pPr algn="just">
              <a:spcBef>
                <a:spcPct val="50000"/>
              </a:spcBef>
            </a:pPr>
            <a:r>
              <a:rPr lang="zh-CN" altLang="en-US" sz="2000" b="1">
                <a:solidFill>
                  <a:schemeClr val="hlink"/>
                </a:solidFill>
                <a:latin typeface="宋体" panose="02010600030101010101" pitchFamily="2" charset="-122"/>
              </a:rPr>
              <a:t>主片</a:t>
            </a:r>
            <a:r>
              <a:rPr lang="en-US" altLang="zh-CN" sz="2000" b="1">
                <a:solidFill>
                  <a:schemeClr val="hlink"/>
                </a:solidFill>
                <a:latin typeface="宋体" panose="02010600030101010101" pitchFamily="2" charset="-122"/>
              </a:rPr>
              <a:t>ICW3</a:t>
            </a:r>
            <a:r>
              <a:rPr lang="zh-CN" altLang="en-US" sz="2000" b="1">
                <a:solidFill>
                  <a:schemeClr val="hlink"/>
                </a:solidFill>
                <a:latin typeface="宋体" panose="02010600030101010101" pitchFamily="2" charset="-122"/>
              </a:rPr>
              <a:t>的格式如下：</a:t>
            </a:r>
            <a:r>
              <a:rPr lang="zh-CN" altLang="en-US" sz="2400" b="1">
                <a:latin typeface="Times New Roman" panose="02020603050405020304" pitchFamily="18" charset="0"/>
              </a:rPr>
              <a:t> </a:t>
            </a:r>
          </a:p>
        </p:txBody>
      </p:sp>
      <p:sp>
        <p:nvSpPr>
          <p:cNvPr id="39938" name="文本框 39938">
            <a:extLst>
              <a:ext uri="{FF2B5EF4-FFF2-40B4-BE49-F238E27FC236}">
                <a16:creationId xmlns:a16="http://schemas.microsoft.com/office/drawing/2014/main" id="{5128BF10-1567-46B2-9A96-3DD63C128058}"/>
              </a:ext>
            </a:extLst>
          </p:cNvPr>
          <p:cNvSpPr txBox="1">
            <a:spLocks noChangeArrowheads="1"/>
          </p:cNvSpPr>
          <p:nvPr/>
        </p:nvSpPr>
        <p:spPr bwMode="auto">
          <a:xfrm>
            <a:off x="3830638" y="2744788"/>
            <a:ext cx="466725"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S7</a:t>
            </a:r>
          </a:p>
        </p:txBody>
      </p:sp>
      <p:sp>
        <p:nvSpPr>
          <p:cNvPr id="39939" name="文本框 39939">
            <a:extLst>
              <a:ext uri="{FF2B5EF4-FFF2-40B4-BE49-F238E27FC236}">
                <a16:creationId xmlns:a16="http://schemas.microsoft.com/office/drawing/2014/main" id="{AC7DD12C-0676-49B9-BC6F-648F30873A65}"/>
              </a:ext>
            </a:extLst>
          </p:cNvPr>
          <p:cNvSpPr txBox="1">
            <a:spLocks noChangeArrowheads="1"/>
          </p:cNvSpPr>
          <p:nvPr/>
        </p:nvSpPr>
        <p:spPr bwMode="auto">
          <a:xfrm>
            <a:off x="3876675" y="2495550"/>
            <a:ext cx="43656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D7</a:t>
            </a:r>
          </a:p>
        </p:txBody>
      </p:sp>
      <p:sp>
        <p:nvSpPr>
          <p:cNvPr id="39940" name="文本框 39940">
            <a:extLst>
              <a:ext uri="{FF2B5EF4-FFF2-40B4-BE49-F238E27FC236}">
                <a16:creationId xmlns:a16="http://schemas.microsoft.com/office/drawing/2014/main" id="{0288AC37-5742-4164-8611-4D4CF8E79255}"/>
              </a:ext>
            </a:extLst>
          </p:cNvPr>
          <p:cNvSpPr txBox="1">
            <a:spLocks noChangeArrowheads="1"/>
          </p:cNvSpPr>
          <p:nvPr/>
        </p:nvSpPr>
        <p:spPr bwMode="auto">
          <a:xfrm>
            <a:off x="3228975" y="2743200"/>
            <a:ext cx="465138" cy="271463"/>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a:latin typeface="Times New Roman" panose="02020603050405020304" pitchFamily="18" charset="0"/>
              </a:rPr>
              <a:t>1</a:t>
            </a:r>
          </a:p>
        </p:txBody>
      </p:sp>
      <p:sp>
        <p:nvSpPr>
          <p:cNvPr id="39941" name="文本框 39941">
            <a:extLst>
              <a:ext uri="{FF2B5EF4-FFF2-40B4-BE49-F238E27FC236}">
                <a16:creationId xmlns:a16="http://schemas.microsoft.com/office/drawing/2014/main" id="{69758AAF-99AF-4C77-B480-63CDF16E7243}"/>
              </a:ext>
            </a:extLst>
          </p:cNvPr>
          <p:cNvSpPr txBox="1">
            <a:spLocks noChangeArrowheads="1"/>
          </p:cNvSpPr>
          <p:nvPr/>
        </p:nvSpPr>
        <p:spPr bwMode="auto">
          <a:xfrm>
            <a:off x="3275013" y="2493963"/>
            <a:ext cx="43338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A0</a:t>
            </a:r>
          </a:p>
        </p:txBody>
      </p:sp>
      <p:sp>
        <p:nvSpPr>
          <p:cNvPr id="39942" name="文本框 39942">
            <a:extLst>
              <a:ext uri="{FF2B5EF4-FFF2-40B4-BE49-F238E27FC236}">
                <a16:creationId xmlns:a16="http://schemas.microsoft.com/office/drawing/2014/main" id="{7B3095DC-9144-48A2-AC0D-DA503894B98E}"/>
              </a:ext>
            </a:extLst>
          </p:cNvPr>
          <p:cNvSpPr txBox="1">
            <a:spLocks noChangeArrowheads="1"/>
          </p:cNvSpPr>
          <p:nvPr/>
        </p:nvSpPr>
        <p:spPr bwMode="auto">
          <a:xfrm>
            <a:off x="4297363" y="2744788"/>
            <a:ext cx="463550"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S6</a:t>
            </a:r>
          </a:p>
        </p:txBody>
      </p:sp>
      <p:sp>
        <p:nvSpPr>
          <p:cNvPr id="39943" name="文本框 39943">
            <a:extLst>
              <a:ext uri="{FF2B5EF4-FFF2-40B4-BE49-F238E27FC236}">
                <a16:creationId xmlns:a16="http://schemas.microsoft.com/office/drawing/2014/main" id="{8157F935-7969-4DE3-BFE3-C2A55B02775C}"/>
              </a:ext>
            </a:extLst>
          </p:cNvPr>
          <p:cNvSpPr txBox="1">
            <a:spLocks noChangeArrowheads="1"/>
          </p:cNvSpPr>
          <p:nvPr/>
        </p:nvSpPr>
        <p:spPr bwMode="auto">
          <a:xfrm>
            <a:off x="4343400" y="2495550"/>
            <a:ext cx="43338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D6</a:t>
            </a:r>
          </a:p>
        </p:txBody>
      </p:sp>
      <p:sp>
        <p:nvSpPr>
          <p:cNvPr id="39944" name="文本框 39944">
            <a:extLst>
              <a:ext uri="{FF2B5EF4-FFF2-40B4-BE49-F238E27FC236}">
                <a16:creationId xmlns:a16="http://schemas.microsoft.com/office/drawing/2014/main" id="{63F40318-871B-4698-A86E-A9201BF9DF56}"/>
              </a:ext>
            </a:extLst>
          </p:cNvPr>
          <p:cNvSpPr txBox="1">
            <a:spLocks noChangeArrowheads="1"/>
          </p:cNvSpPr>
          <p:nvPr/>
        </p:nvSpPr>
        <p:spPr bwMode="auto">
          <a:xfrm>
            <a:off x="4760913" y="2744788"/>
            <a:ext cx="465137"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S5</a:t>
            </a:r>
          </a:p>
        </p:txBody>
      </p:sp>
      <p:sp>
        <p:nvSpPr>
          <p:cNvPr id="39945" name="文本框 39945">
            <a:extLst>
              <a:ext uri="{FF2B5EF4-FFF2-40B4-BE49-F238E27FC236}">
                <a16:creationId xmlns:a16="http://schemas.microsoft.com/office/drawing/2014/main" id="{7F47376C-647B-42FB-A3B6-2B053652FB66}"/>
              </a:ext>
            </a:extLst>
          </p:cNvPr>
          <p:cNvSpPr txBox="1">
            <a:spLocks noChangeArrowheads="1"/>
          </p:cNvSpPr>
          <p:nvPr/>
        </p:nvSpPr>
        <p:spPr bwMode="auto">
          <a:xfrm>
            <a:off x="4808538" y="2495550"/>
            <a:ext cx="43338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D5</a:t>
            </a:r>
          </a:p>
        </p:txBody>
      </p:sp>
      <p:sp>
        <p:nvSpPr>
          <p:cNvPr id="39946" name="文本框 39946">
            <a:extLst>
              <a:ext uri="{FF2B5EF4-FFF2-40B4-BE49-F238E27FC236}">
                <a16:creationId xmlns:a16="http://schemas.microsoft.com/office/drawing/2014/main" id="{722E4D8B-3706-45A3-9E97-E076FDBEDCD0}"/>
              </a:ext>
            </a:extLst>
          </p:cNvPr>
          <p:cNvSpPr txBox="1">
            <a:spLocks noChangeArrowheads="1"/>
          </p:cNvSpPr>
          <p:nvPr/>
        </p:nvSpPr>
        <p:spPr bwMode="auto">
          <a:xfrm>
            <a:off x="5226050" y="2744788"/>
            <a:ext cx="465138"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S4</a:t>
            </a:r>
          </a:p>
        </p:txBody>
      </p:sp>
      <p:sp>
        <p:nvSpPr>
          <p:cNvPr id="39947" name="文本框 39947">
            <a:extLst>
              <a:ext uri="{FF2B5EF4-FFF2-40B4-BE49-F238E27FC236}">
                <a16:creationId xmlns:a16="http://schemas.microsoft.com/office/drawing/2014/main" id="{48A6FB3B-457F-4D3C-AE01-EDA688999C19}"/>
              </a:ext>
            </a:extLst>
          </p:cNvPr>
          <p:cNvSpPr txBox="1">
            <a:spLocks noChangeArrowheads="1"/>
          </p:cNvSpPr>
          <p:nvPr/>
        </p:nvSpPr>
        <p:spPr bwMode="auto">
          <a:xfrm>
            <a:off x="5272088" y="2495550"/>
            <a:ext cx="43338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D4</a:t>
            </a:r>
          </a:p>
        </p:txBody>
      </p:sp>
      <p:sp>
        <p:nvSpPr>
          <p:cNvPr id="39948" name="文本框 39948">
            <a:extLst>
              <a:ext uri="{FF2B5EF4-FFF2-40B4-BE49-F238E27FC236}">
                <a16:creationId xmlns:a16="http://schemas.microsoft.com/office/drawing/2014/main" id="{F99DC9CD-B664-43C3-868E-A2765B5C6710}"/>
              </a:ext>
            </a:extLst>
          </p:cNvPr>
          <p:cNvSpPr txBox="1">
            <a:spLocks noChangeArrowheads="1"/>
          </p:cNvSpPr>
          <p:nvPr/>
        </p:nvSpPr>
        <p:spPr bwMode="auto">
          <a:xfrm>
            <a:off x="5691188" y="2744788"/>
            <a:ext cx="463550"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S3</a:t>
            </a:r>
          </a:p>
        </p:txBody>
      </p:sp>
      <p:sp>
        <p:nvSpPr>
          <p:cNvPr id="39949" name="文本框 39949">
            <a:extLst>
              <a:ext uri="{FF2B5EF4-FFF2-40B4-BE49-F238E27FC236}">
                <a16:creationId xmlns:a16="http://schemas.microsoft.com/office/drawing/2014/main" id="{7AB87DC3-D05A-40F1-8B89-5BB74E3CFFDF}"/>
              </a:ext>
            </a:extLst>
          </p:cNvPr>
          <p:cNvSpPr txBox="1">
            <a:spLocks noChangeArrowheads="1"/>
          </p:cNvSpPr>
          <p:nvPr/>
        </p:nvSpPr>
        <p:spPr bwMode="auto">
          <a:xfrm>
            <a:off x="5737225" y="2495550"/>
            <a:ext cx="43338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D3</a:t>
            </a:r>
          </a:p>
        </p:txBody>
      </p:sp>
      <p:sp>
        <p:nvSpPr>
          <p:cNvPr id="39950" name="文本框 39950">
            <a:extLst>
              <a:ext uri="{FF2B5EF4-FFF2-40B4-BE49-F238E27FC236}">
                <a16:creationId xmlns:a16="http://schemas.microsoft.com/office/drawing/2014/main" id="{7E1F19AC-D270-4A2A-B23A-CD56A0540693}"/>
              </a:ext>
            </a:extLst>
          </p:cNvPr>
          <p:cNvSpPr txBox="1">
            <a:spLocks noChangeArrowheads="1"/>
          </p:cNvSpPr>
          <p:nvPr/>
        </p:nvSpPr>
        <p:spPr bwMode="auto">
          <a:xfrm>
            <a:off x="6162675" y="2744788"/>
            <a:ext cx="466725"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S2</a:t>
            </a:r>
          </a:p>
        </p:txBody>
      </p:sp>
      <p:sp>
        <p:nvSpPr>
          <p:cNvPr id="39951" name="文本框 39951">
            <a:extLst>
              <a:ext uri="{FF2B5EF4-FFF2-40B4-BE49-F238E27FC236}">
                <a16:creationId xmlns:a16="http://schemas.microsoft.com/office/drawing/2014/main" id="{F2840DF5-2C54-4209-B080-E71EF30ED6B9}"/>
              </a:ext>
            </a:extLst>
          </p:cNvPr>
          <p:cNvSpPr txBox="1">
            <a:spLocks noChangeArrowheads="1"/>
          </p:cNvSpPr>
          <p:nvPr/>
        </p:nvSpPr>
        <p:spPr bwMode="auto">
          <a:xfrm>
            <a:off x="6183313" y="2495550"/>
            <a:ext cx="4365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D2</a:t>
            </a:r>
          </a:p>
        </p:txBody>
      </p:sp>
      <p:sp>
        <p:nvSpPr>
          <p:cNvPr id="39952" name="文本框 39952">
            <a:extLst>
              <a:ext uri="{FF2B5EF4-FFF2-40B4-BE49-F238E27FC236}">
                <a16:creationId xmlns:a16="http://schemas.microsoft.com/office/drawing/2014/main" id="{203D429D-F065-479B-BA45-8A6533DABD5E}"/>
              </a:ext>
            </a:extLst>
          </p:cNvPr>
          <p:cNvSpPr txBox="1">
            <a:spLocks noChangeArrowheads="1"/>
          </p:cNvSpPr>
          <p:nvPr/>
        </p:nvSpPr>
        <p:spPr bwMode="auto">
          <a:xfrm>
            <a:off x="6629400" y="2744788"/>
            <a:ext cx="463550"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S1</a:t>
            </a:r>
          </a:p>
        </p:txBody>
      </p:sp>
      <p:sp>
        <p:nvSpPr>
          <p:cNvPr id="39953" name="文本框 39953">
            <a:extLst>
              <a:ext uri="{FF2B5EF4-FFF2-40B4-BE49-F238E27FC236}">
                <a16:creationId xmlns:a16="http://schemas.microsoft.com/office/drawing/2014/main" id="{964384A5-1201-426E-89E8-B8A5642FB029}"/>
              </a:ext>
            </a:extLst>
          </p:cNvPr>
          <p:cNvSpPr txBox="1">
            <a:spLocks noChangeArrowheads="1"/>
          </p:cNvSpPr>
          <p:nvPr/>
        </p:nvSpPr>
        <p:spPr bwMode="auto">
          <a:xfrm>
            <a:off x="6650038" y="2495550"/>
            <a:ext cx="43338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D1</a:t>
            </a:r>
          </a:p>
        </p:txBody>
      </p:sp>
      <p:sp>
        <p:nvSpPr>
          <p:cNvPr id="39954" name="文本框 39954">
            <a:extLst>
              <a:ext uri="{FF2B5EF4-FFF2-40B4-BE49-F238E27FC236}">
                <a16:creationId xmlns:a16="http://schemas.microsoft.com/office/drawing/2014/main" id="{2FFC0B18-3B4A-4CF3-98D1-57C6FBEA2ECC}"/>
              </a:ext>
            </a:extLst>
          </p:cNvPr>
          <p:cNvSpPr txBox="1">
            <a:spLocks noChangeArrowheads="1"/>
          </p:cNvSpPr>
          <p:nvPr/>
        </p:nvSpPr>
        <p:spPr bwMode="auto">
          <a:xfrm>
            <a:off x="7104063" y="2744788"/>
            <a:ext cx="463550" cy="2730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S0</a:t>
            </a:r>
          </a:p>
        </p:txBody>
      </p:sp>
      <p:sp>
        <p:nvSpPr>
          <p:cNvPr id="39955" name="文本框 39955">
            <a:extLst>
              <a:ext uri="{FF2B5EF4-FFF2-40B4-BE49-F238E27FC236}">
                <a16:creationId xmlns:a16="http://schemas.microsoft.com/office/drawing/2014/main" id="{529C1264-D5A9-4355-9E8A-AB17F436A2FD}"/>
              </a:ext>
            </a:extLst>
          </p:cNvPr>
          <p:cNvSpPr txBox="1">
            <a:spLocks noChangeArrowheads="1"/>
          </p:cNvSpPr>
          <p:nvPr/>
        </p:nvSpPr>
        <p:spPr bwMode="auto">
          <a:xfrm>
            <a:off x="7099300" y="2495550"/>
            <a:ext cx="43338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D0</a:t>
            </a:r>
          </a:p>
        </p:txBody>
      </p:sp>
      <p:sp>
        <p:nvSpPr>
          <p:cNvPr id="39956" name="左大括号 39956">
            <a:extLst>
              <a:ext uri="{FF2B5EF4-FFF2-40B4-BE49-F238E27FC236}">
                <a16:creationId xmlns:a16="http://schemas.microsoft.com/office/drawing/2014/main" id="{62D4063A-3BA9-47B9-968E-28A48E1C860D}"/>
              </a:ext>
            </a:extLst>
          </p:cNvPr>
          <p:cNvSpPr>
            <a:spLocks/>
          </p:cNvSpPr>
          <p:nvPr/>
        </p:nvSpPr>
        <p:spPr bwMode="auto">
          <a:xfrm rot="-5400000">
            <a:off x="5635625" y="1508126"/>
            <a:ext cx="142875" cy="3282950"/>
          </a:xfrm>
          <a:prstGeom prst="leftBrace">
            <a:avLst>
              <a:gd name="adj1" fmla="val 191056"/>
              <a:gd name="adj2" fmla="val 52042"/>
            </a:avLst>
          </a:prstGeom>
          <a:noFill/>
          <a:ln w="9525">
            <a:solidFill>
              <a:srgbClr val="00FF00"/>
            </a:solidFill>
            <a:round/>
            <a:headEnd/>
            <a:tailEnd/>
          </a:ln>
          <a:extLst>
            <a:ext uri="{909E8E84-426E-40DD-AFC4-6F175D3DCCD1}">
              <a14:hiddenFill xmlns:a14="http://schemas.microsoft.com/office/drawing/2010/main">
                <a:solidFill>
                  <a:srgbClr val="FFFFFF"/>
                </a:solidFill>
              </a14:hiddenFill>
            </a:ext>
          </a:extLst>
        </p:spPr>
        <p:txBody>
          <a:bodyPr vert="eaVert"/>
          <a:lstStyle/>
          <a:p>
            <a:pPr algn="just" eaLnBrk="0" hangingPunct="0"/>
            <a:endParaRPr lang="zh-CN" altLang="en-US">
              <a:latin typeface="Times New Roman" panose="02020603050405020304" pitchFamily="18" charset="0"/>
            </a:endParaRPr>
          </a:p>
        </p:txBody>
      </p:sp>
      <p:sp>
        <p:nvSpPr>
          <p:cNvPr id="39957" name="文本框 39957">
            <a:extLst>
              <a:ext uri="{FF2B5EF4-FFF2-40B4-BE49-F238E27FC236}">
                <a16:creationId xmlns:a16="http://schemas.microsoft.com/office/drawing/2014/main" id="{E3847DF0-6225-41FB-86A5-8EBF540B1287}"/>
              </a:ext>
            </a:extLst>
          </p:cNvPr>
          <p:cNvSpPr txBox="1">
            <a:spLocks noChangeArrowheads="1"/>
          </p:cNvSpPr>
          <p:nvPr/>
        </p:nvSpPr>
        <p:spPr bwMode="auto">
          <a:xfrm>
            <a:off x="4849813" y="3119438"/>
            <a:ext cx="219551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latin typeface="Times New Roman" panose="02020603050405020304" pitchFamily="18" charset="0"/>
              </a:rPr>
              <a:t>0</a:t>
            </a:r>
            <a:r>
              <a:rPr lang="zh-CN" altLang="en-US">
                <a:latin typeface="Times New Roman" panose="02020603050405020304" pitchFamily="18" charset="0"/>
              </a:rPr>
              <a:t>：</a:t>
            </a:r>
            <a:r>
              <a:rPr lang="en-US" altLang="zh-CN">
                <a:latin typeface="Times New Roman" panose="02020603050405020304" pitchFamily="18" charset="0"/>
              </a:rPr>
              <a:t>IRi</a:t>
            </a:r>
            <a:r>
              <a:rPr lang="zh-CN" altLang="en-US">
                <a:latin typeface="Times New Roman" panose="02020603050405020304" pitchFamily="18" charset="0"/>
              </a:rPr>
              <a:t>上无从片</a:t>
            </a:r>
          </a:p>
          <a:p>
            <a:pPr algn="just" eaLnBrk="0" hangingPunct="0"/>
            <a:r>
              <a:rPr lang="en-US" altLang="zh-CN">
                <a:latin typeface="Times New Roman" panose="02020603050405020304" pitchFamily="18" charset="0"/>
              </a:rPr>
              <a:t>1</a:t>
            </a:r>
            <a:r>
              <a:rPr lang="zh-CN" altLang="en-US">
                <a:latin typeface="Times New Roman" panose="02020603050405020304" pitchFamily="18" charset="0"/>
              </a:rPr>
              <a:t>：</a:t>
            </a:r>
            <a:r>
              <a:rPr lang="en-US" altLang="zh-CN">
                <a:latin typeface="Times New Roman" panose="02020603050405020304" pitchFamily="18" charset="0"/>
              </a:rPr>
              <a:t>IRi</a:t>
            </a:r>
            <a:r>
              <a:rPr lang="zh-CN" altLang="en-US">
                <a:latin typeface="Times New Roman" panose="02020603050405020304" pitchFamily="18" charset="0"/>
              </a:rPr>
              <a:t>上有从片</a:t>
            </a:r>
          </a:p>
        </p:txBody>
      </p:sp>
      <p:sp>
        <p:nvSpPr>
          <p:cNvPr id="39958" name="文本框 39958">
            <a:extLst>
              <a:ext uri="{FF2B5EF4-FFF2-40B4-BE49-F238E27FC236}">
                <a16:creationId xmlns:a16="http://schemas.microsoft.com/office/drawing/2014/main" id="{5E49D54E-E615-4F38-990E-7824ECDBE530}"/>
              </a:ext>
            </a:extLst>
          </p:cNvPr>
          <p:cNvSpPr txBox="1">
            <a:spLocks noChangeArrowheads="1"/>
          </p:cNvSpPr>
          <p:nvPr/>
        </p:nvSpPr>
        <p:spPr bwMode="auto">
          <a:xfrm>
            <a:off x="476250" y="4005263"/>
            <a:ext cx="8382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latin typeface="宋体" panose="02010600030101010101" pitchFamily="2" charset="-122"/>
              </a:rPr>
              <a:t>它指出主片的哪个中断请求输入端</a:t>
            </a:r>
            <a:r>
              <a:rPr lang="en-US" altLang="zh-CN" sz="2000">
                <a:latin typeface="Times New Roman" panose="02020603050405020304" pitchFamily="18" charset="0"/>
              </a:rPr>
              <a:t>IR</a:t>
            </a:r>
            <a:r>
              <a:rPr lang="zh-CN" altLang="en-US" sz="2000">
                <a:latin typeface="宋体" panose="02010600030101010101" pitchFamily="2" charset="-122"/>
              </a:rPr>
              <a:t>连接有从片，</a:t>
            </a:r>
            <a:r>
              <a:rPr lang="en-US" altLang="zh-CN" sz="2000">
                <a:latin typeface="Times New Roman" panose="02020603050405020304" pitchFamily="18" charset="0"/>
              </a:rPr>
              <a:t>D0</a:t>
            </a:r>
            <a:r>
              <a:rPr lang="zh-CN" altLang="en-US" sz="2000">
                <a:latin typeface="宋体" panose="02010600030101010101" pitchFamily="2" charset="-122"/>
              </a:rPr>
              <a:t>对应</a:t>
            </a:r>
            <a:r>
              <a:rPr lang="en-US" altLang="zh-CN" sz="2000">
                <a:latin typeface="Times New Roman" panose="02020603050405020304" pitchFamily="18" charset="0"/>
              </a:rPr>
              <a:t>IR0</a:t>
            </a:r>
            <a:r>
              <a:rPr lang="zh-CN" altLang="en-US" sz="2000">
                <a:latin typeface="宋体" panose="02010600030101010101" pitchFamily="2" charset="-122"/>
              </a:rPr>
              <a:t>、</a:t>
            </a:r>
            <a:r>
              <a:rPr lang="en-US" altLang="zh-CN" sz="2000">
                <a:latin typeface="Times New Roman" panose="02020603050405020304" pitchFamily="18" charset="0"/>
              </a:rPr>
              <a:t>D1</a:t>
            </a:r>
            <a:r>
              <a:rPr lang="zh-CN" altLang="en-US" sz="2000">
                <a:latin typeface="宋体" panose="02010600030101010101" pitchFamily="2" charset="-122"/>
              </a:rPr>
              <a:t>对应</a:t>
            </a:r>
            <a:r>
              <a:rPr lang="en-US" altLang="zh-CN" sz="2000">
                <a:latin typeface="Times New Roman" panose="02020603050405020304" pitchFamily="18" charset="0"/>
              </a:rPr>
              <a:t>IR1</a:t>
            </a:r>
            <a:r>
              <a:rPr lang="zh-CN" altLang="en-US" sz="2000">
                <a:latin typeface="宋体" panose="02010600030101010101" pitchFamily="2" charset="-122"/>
              </a:rPr>
              <a:t>、</a:t>
            </a:r>
            <a:r>
              <a:rPr lang="en-US" altLang="zh-CN" sz="2000">
                <a:latin typeface="宋体" panose="02010600030101010101" pitchFamily="2" charset="-122"/>
              </a:rPr>
              <a:t>…</a:t>
            </a:r>
            <a:r>
              <a:rPr lang="en-US" altLang="zh-CN" sz="2000">
                <a:latin typeface="Times New Roman" panose="02020603050405020304" pitchFamily="18" charset="0"/>
              </a:rPr>
              <a:t> D7</a:t>
            </a:r>
            <a:r>
              <a:rPr lang="zh-CN" altLang="en-US" sz="2000">
                <a:latin typeface="宋体" panose="02010600030101010101" pitchFamily="2" charset="-122"/>
              </a:rPr>
              <a:t>对应</a:t>
            </a:r>
            <a:r>
              <a:rPr lang="en-US" altLang="zh-CN" sz="2000">
                <a:latin typeface="Times New Roman" panose="02020603050405020304" pitchFamily="18" charset="0"/>
              </a:rPr>
              <a:t>IR7</a:t>
            </a:r>
            <a:r>
              <a:rPr lang="zh-CN" altLang="en-US" sz="2000">
                <a:latin typeface="宋体" panose="02010600030101010101" pitchFamily="2" charset="-122"/>
              </a:rPr>
              <a:t>，若某</a:t>
            </a:r>
            <a:r>
              <a:rPr lang="en-US" altLang="zh-CN" sz="2000">
                <a:latin typeface="Times New Roman" panose="02020603050405020304" pitchFamily="18" charset="0"/>
              </a:rPr>
              <a:t>IR</a:t>
            </a:r>
            <a:r>
              <a:rPr lang="zh-CN" altLang="en-US" sz="2000">
                <a:latin typeface="宋体" panose="02010600030101010101" pitchFamily="2" charset="-122"/>
              </a:rPr>
              <a:t>端接有从片，则该位为</a:t>
            </a:r>
            <a:r>
              <a:rPr lang="en-US" altLang="zh-CN" sz="2000">
                <a:latin typeface="Times New Roman" panose="02020603050405020304" pitchFamily="18" charset="0"/>
              </a:rPr>
              <a:t>1</a:t>
            </a:r>
            <a:r>
              <a:rPr lang="zh-CN" altLang="en-US" sz="2000">
                <a:latin typeface="宋体" panose="02010600030101010101" pitchFamily="2" charset="-122"/>
              </a:rPr>
              <a:t>，无从片则为</a:t>
            </a:r>
            <a:r>
              <a:rPr lang="en-US" altLang="zh-CN" sz="2000">
                <a:latin typeface="Times New Roman" panose="02020603050405020304" pitchFamily="18" charset="0"/>
              </a:rPr>
              <a:t>0</a:t>
            </a:r>
            <a:r>
              <a:rPr lang="zh-CN" altLang="en-US" sz="2000">
                <a:latin typeface="宋体" panose="02010600030101010101" pitchFamily="2" charset="-122"/>
              </a:rPr>
              <a:t>。</a:t>
            </a:r>
          </a:p>
        </p:txBody>
      </p:sp>
      <p:sp>
        <p:nvSpPr>
          <p:cNvPr id="39959" name="灯片编号占位符 1">
            <a:extLst>
              <a:ext uri="{FF2B5EF4-FFF2-40B4-BE49-F238E27FC236}">
                <a16:creationId xmlns:a16="http://schemas.microsoft.com/office/drawing/2014/main" id="{B9614772-9973-46D0-B0B0-F9B5C6AEC290}"/>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C8B4C44F-6441-4A47-AB95-4C5411C81950}" type="slidenum">
              <a:rPr lang="zh-CN" altLang="en-US" smtClean="0"/>
              <a:pPr eaLnBrk="0" hangingPunct="0"/>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40961">
            <a:extLst>
              <a:ext uri="{FF2B5EF4-FFF2-40B4-BE49-F238E27FC236}">
                <a16:creationId xmlns:a16="http://schemas.microsoft.com/office/drawing/2014/main" id="{607FF95C-39DC-4C39-8A2A-2A340BECC7F4}"/>
              </a:ext>
            </a:extLst>
          </p:cNvPr>
          <p:cNvSpPr txBox="1">
            <a:spLocks noChangeArrowheads="1"/>
          </p:cNvSpPr>
          <p:nvPr/>
        </p:nvSpPr>
        <p:spPr bwMode="auto">
          <a:xfrm>
            <a:off x="228600" y="815975"/>
            <a:ext cx="8763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b="1">
                <a:latin typeface="Times New Roman" panose="02020603050405020304" pitchFamily="18" charset="0"/>
              </a:rPr>
              <a:t>(3) ICW3</a:t>
            </a:r>
          </a:p>
          <a:p>
            <a:pPr algn="just">
              <a:spcBef>
                <a:spcPct val="50000"/>
              </a:spcBef>
            </a:pPr>
            <a:r>
              <a:rPr lang="en-US" altLang="zh-CN" sz="2000">
                <a:solidFill>
                  <a:schemeClr val="hlink"/>
                </a:solidFill>
                <a:latin typeface="Times New Roman" panose="02020603050405020304" pitchFamily="18" charset="0"/>
              </a:rPr>
              <a:t>8259A</a:t>
            </a:r>
            <a:r>
              <a:rPr lang="zh-CN" altLang="en-US" sz="2000">
                <a:solidFill>
                  <a:schemeClr val="hlink"/>
                </a:solidFill>
                <a:latin typeface="Times New Roman" panose="02020603050405020304" pitchFamily="18" charset="0"/>
              </a:rPr>
              <a:t>多片级连时才需设置</a:t>
            </a:r>
            <a:r>
              <a:rPr lang="en-US" altLang="zh-CN" sz="2000">
                <a:solidFill>
                  <a:schemeClr val="hlink"/>
                </a:solidFill>
                <a:latin typeface="Times New Roman" panose="02020603050405020304" pitchFamily="18" charset="0"/>
              </a:rPr>
              <a:t>ICW3</a:t>
            </a:r>
            <a:r>
              <a:rPr lang="zh-CN" altLang="en-US" sz="2000">
                <a:latin typeface="Times New Roman" panose="02020603050405020304" pitchFamily="18" charset="0"/>
              </a:rPr>
              <a:t>，只有</a:t>
            </a:r>
            <a:r>
              <a:rPr lang="en-US" altLang="zh-CN" sz="2000">
                <a:latin typeface="Times New Roman" panose="02020603050405020304" pitchFamily="18" charset="0"/>
              </a:rPr>
              <a:t>ICW1</a:t>
            </a:r>
            <a:r>
              <a:rPr lang="zh-CN" altLang="en-US" sz="2000">
                <a:latin typeface="Times New Roman" panose="02020603050405020304" pitchFamily="18" charset="0"/>
              </a:rPr>
              <a:t>的</a:t>
            </a:r>
            <a:r>
              <a:rPr lang="en-US" altLang="zh-CN" sz="2000">
                <a:latin typeface="Times New Roman" panose="02020603050405020304" pitchFamily="18" charset="0"/>
              </a:rPr>
              <a:t>D1=1</a:t>
            </a:r>
            <a:r>
              <a:rPr lang="zh-CN" altLang="en-US" sz="2000">
                <a:latin typeface="Times New Roman" panose="02020603050405020304" pitchFamily="18" charset="0"/>
              </a:rPr>
              <a:t>时才需设置</a:t>
            </a:r>
            <a:r>
              <a:rPr lang="en-US" altLang="zh-CN" sz="2000">
                <a:latin typeface="Times New Roman" panose="02020603050405020304" pitchFamily="18" charset="0"/>
              </a:rPr>
              <a:t>ICW3</a:t>
            </a:r>
            <a:r>
              <a:rPr lang="zh-CN" altLang="en-US" sz="2000">
                <a:latin typeface="Times New Roman" panose="02020603050405020304" pitchFamily="18" charset="0"/>
              </a:rPr>
              <a:t>。主、从片的</a:t>
            </a:r>
            <a:r>
              <a:rPr lang="en-US" altLang="zh-CN" sz="2000">
                <a:latin typeface="Times New Roman" panose="02020603050405020304" pitchFamily="18" charset="0"/>
              </a:rPr>
              <a:t>ICW3</a:t>
            </a:r>
            <a:r>
              <a:rPr lang="zh-CN" altLang="en-US" sz="2000">
                <a:latin typeface="Times New Roman" panose="02020603050405020304" pitchFamily="18" charset="0"/>
              </a:rPr>
              <a:t>设置不同。</a:t>
            </a:r>
          </a:p>
        </p:txBody>
      </p:sp>
      <p:sp>
        <p:nvSpPr>
          <p:cNvPr id="40962" name="文本框 40962">
            <a:extLst>
              <a:ext uri="{FF2B5EF4-FFF2-40B4-BE49-F238E27FC236}">
                <a16:creationId xmlns:a16="http://schemas.microsoft.com/office/drawing/2014/main" id="{06B244A8-CD75-4DBA-A8AD-6B6476A93302}"/>
              </a:ext>
            </a:extLst>
          </p:cNvPr>
          <p:cNvSpPr txBox="1">
            <a:spLocks noChangeArrowheads="1"/>
          </p:cNvSpPr>
          <p:nvPr/>
        </p:nvSpPr>
        <p:spPr bwMode="auto">
          <a:xfrm>
            <a:off x="323850" y="2144713"/>
            <a:ext cx="838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chemeClr val="hlink"/>
                </a:solidFill>
                <a:latin typeface="宋体" panose="02010600030101010101" pitchFamily="2" charset="-122"/>
              </a:rPr>
              <a:t>从片</a:t>
            </a:r>
            <a:r>
              <a:rPr lang="en-US" altLang="zh-CN" sz="2000" b="1">
                <a:solidFill>
                  <a:schemeClr val="hlink"/>
                </a:solidFill>
                <a:latin typeface="宋体" panose="02010600030101010101" pitchFamily="2" charset="-122"/>
              </a:rPr>
              <a:t>ICW3</a:t>
            </a:r>
            <a:r>
              <a:rPr lang="zh-CN" altLang="en-US" sz="2000" b="1">
                <a:solidFill>
                  <a:schemeClr val="hlink"/>
                </a:solidFill>
                <a:latin typeface="宋体" panose="02010600030101010101" pitchFamily="2" charset="-122"/>
              </a:rPr>
              <a:t>的格式如下：</a:t>
            </a:r>
            <a:r>
              <a:rPr lang="zh-CN" altLang="en-US" sz="2000">
                <a:latin typeface="Times New Roman" panose="02020603050405020304" pitchFamily="18" charset="0"/>
              </a:rPr>
              <a:t> </a:t>
            </a:r>
          </a:p>
        </p:txBody>
      </p:sp>
      <p:graphicFrame>
        <p:nvGraphicFramePr>
          <p:cNvPr id="40964" name="对象 40963">
            <a:extLst>
              <a:ext uri="{FF2B5EF4-FFF2-40B4-BE49-F238E27FC236}">
                <a16:creationId xmlns:a16="http://schemas.microsoft.com/office/drawing/2014/main" id="{29A8E516-14F5-470E-A2E4-1D9BAA45BB0A}"/>
              </a:ext>
            </a:extLst>
          </p:cNvPr>
          <p:cNvGraphicFramePr>
            <a:graphicFrameLocks noChangeAspect="1"/>
          </p:cNvGraphicFramePr>
          <p:nvPr/>
        </p:nvGraphicFramePr>
        <p:xfrm>
          <a:off x="5364163" y="2060575"/>
          <a:ext cx="3563937" cy="2901950"/>
        </p:xfrm>
        <a:graphic>
          <a:graphicData uri="http://schemas.openxmlformats.org/presentationml/2006/ole">
            <mc:AlternateContent xmlns:mc="http://schemas.openxmlformats.org/markup-compatibility/2006">
              <mc:Choice xmlns:v="urn:schemas-microsoft-com:vml" Requires="v">
                <p:oleObj spid="_x0000_s40970" r:id="rId3" imgW="2924583" imgH="2381582" progId="PBrush">
                  <p:embed/>
                </p:oleObj>
              </mc:Choice>
              <mc:Fallback>
                <p:oleObj r:id="rId3" imgW="2924583" imgH="2381582" progId="PBrush">
                  <p:embed/>
                  <p:pic>
                    <p:nvPicPr>
                      <p:cNvPr id="0" name="对象 409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2060575"/>
                        <a:ext cx="3563937"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文本框 40964">
            <a:extLst>
              <a:ext uri="{FF2B5EF4-FFF2-40B4-BE49-F238E27FC236}">
                <a16:creationId xmlns:a16="http://schemas.microsoft.com/office/drawing/2014/main" id="{28B7E3F1-CECD-4768-B503-CED36294EC3E}"/>
              </a:ext>
            </a:extLst>
          </p:cNvPr>
          <p:cNvSpPr txBox="1">
            <a:spLocks noChangeArrowheads="1"/>
          </p:cNvSpPr>
          <p:nvPr/>
        </p:nvSpPr>
        <p:spPr bwMode="auto">
          <a:xfrm>
            <a:off x="395288" y="2647950"/>
            <a:ext cx="49879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a:latin typeface="Times New Roman" panose="02020603050405020304" pitchFamily="18" charset="0"/>
              </a:rPr>
              <a:t>D2</a:t>
            </a:r>
            <a:r>
              <a:rPr lang="zh-CN" altLang="en-US" sz="2000">
                <a:latin typeface="宋体" panose="02010600030101010101" pitchFamily="2" charset="-122"/>
              </a:rPr>
              <a:t>（</a:t>
            </a:r>
            <a:r>
              <a:rPr lang="en-US" altLang="zh-CN" sz="2000">
                <a:latin typeface="Times New Roman" panose="02020603050405020304" pitchFamily="18" charset="0"/>
              </a:rPr>
              <a:t>ID2</a:t>
            </a:r>
            <a:r>
              <a:rPr lang="zh-CN" altLang="en-US" sz="2000">
                <a:latin typeface="宋体" panose="02010600030101010101" pitchFamily="2" charset="-122"/>
              </a:rPr>
              <a:t>）</a:t>
            </a:r>
            <a:r>
              <a:rPr lang="en-US" altLang="zh-CN" sz="2000">
                <a:latin typeface="Times New Roman" panose="02020603050405020304" pitchFamily="18" charset="0"/>
              </a:rPr>
              <a:t>~D0</a:t>
            </a:r>
            <a:r>
              <a:rPr lang="zh-CN" altLang="en-US" sz="2000">
                <a:latin typeface="宋体" panose="02010600030101010101" pitchFamily="2" charset="-122"/>
              </a:rPr>
              <a:t>（</a:t>
            </a:r>
            <a:r>
              <a:rPr lang="en-US" altLang="zh-CN" sz="2000">
                <a:latin typeface="Times New Roman" panose="02020603050405020304" pitchFamily="18" charset="0"/>
              </a:rPr>
              <a:t>ID0</a:t>
            </a:r>
            <a:r>
              <a:rPr lang="zh-CN" altLang="en-US" sz="2000">
                <a:latin typeface="宋体" panose="02010600030101010101" pitchFamily="2" charset="-122"/>
              </a:rPr>
              <a:t>）位指出该从片接入主片中断请求输入端</a:t>
            </a:r>
            <a:r>
              <a:rPr lang="en-US" altLang="zh-CN" sz="2000">
                <a:latin typeface="Times New Roman" panose="02020603050405020304" pitchFamily="18" charset="0"/>
              </a:rPr>
              <a:t>IR</a:t>
            </a:r>
            <a:r>
              <a:rPr lang="zh-CN" altLang="en-US" sz="2000">
                <a:latin typeface="宋体" panose="02010600030101010101" pitchFamily="2" charset="-122"/>
              </a:rPr>
              <a:t>的编码，如从</a:t>
            </a:r>
            <a:r>
              <a:rPr lang="en-US" altLang="zh-CN" sz="2000">
                <a:latin typeface="Times New Roman" panose="02020603050405020304" pitchFamily="18" charset="0"/>
              </a:rPr>
              <a:t>8259A</a:t>
            </a:r>
            <a:r>
              <a:rPr lang="zh-CN" altLang="en-US" sz="2000">
                <a:latin typeface="宋体" panose="02010600030101010101" pitchFamily="2" charset="-122"/>
              </a:rPr>
              <a:t>接到主</a:t>
            </a:r>
            <a:r>
              <a:rPr lang="en-US" altLang="zh-CN" sz="2000">
                <a:latin typeface="Times New Roman" panose="02020603050405020304" pitchFamily="18" charset="0"/>
              </a:rPr>
              <a:t>8259A</a:t>
            </a:r>
            <a:r>
              <a:rPr lang="zh-CN" altLang="en-US" sz="2000">
                <a:latin typeface="宋体" panose="02010600030101010101" pitchFamily="2" charset="-122"/>
              </a:rPr>
              <a:t>的</a:t>
            </a:r>
            <a:r>
              <a:rPr lang="en-US" altLang="zh-CN" sz="2000">
                <a:latin typeface="Times New Roman" panose="02020603050405020304" pitchFamily="18" charset="0"/>
              </a:rPr>
              <a:t>IR6</a:t>
            </a:r>
            <a:r>
              <a:rPr lang="zh-CN" altLang="en-US" sz="2000">
                <a:latin typeface="宋体" panose="02010600030101010101" pitchFamily="2" charset="-122"/>
              </a:rPr>
              <a:t>，则从片</a:t>
            </a:r>
            <a:r>
              <a:rPr lang="en-US" altLang="zh-CN" sz="2000">
                <a:latin typeface="Times New Roman" panose="02020603050405020304" pitchFamily="18" charset="0"/>
              </a:rPr>
              <a:t>8259A</a:t>
            </a:r>
            <a:r>
              <a:rPr lang="zh-CN" altLang="en-US" sz="2000">
                <a:latin typeface="宋体" panose="02010600030101010101" pitchFamily="2" charset="-122"/>
              </a:rPr>
              <a:t>的</a:t>
            </a:r>
            <a:r>
              <a:rPr lang="en-US" altLang="zh-CN" sz="2000">
                <a:latin typeface="Times New Roman" panose="02020603050405020304" pitchFamily="18" charset="0"/>
              </a:rPr>
              <a:t>D2=1</a:t>
            </a:r>
            <a:r>
              <a:rPr lang="zh-CN" altLang="en-US" sz="2000">
                <a:latin typeface="宋体" panose="02010600030101010101" pitchFamily="2" charset="-122"/>
              </a:rPr>
              <a:t>、</a:t>
            </a:r>
            <a:r>
              <a:rPr lang="en-US" altLang="zh-CN" sz="2000">
                <a:latin typeface="Times New Roman" panose="02020603050405020304" pitchFamily="18" charset="0"/>
              </a:rPr>
              <a:t>D1=1</a:t>
            </a:r>
            <a:r>
              <a:rPr lang="zh-CN" altLang="en-US" sz="2000">
                <a:latin typeface="宋体" panose="02010600030101010101" pitchFamily="2" charset="-122"/>
              </a:rPr>
              <a:t>、</a:t>
            </a:r>
            <a:r>
              <a:rPr lang="en-US" altLang="zh-CN" sz="2000">
                <a:latin typeface="Times New Roman" panose="02020603050405020304" pitchFamily="18" charset="0"/>
              </a:rPr>
              <a:t>D0=0</a:t>
            </a:r>
            <a:r>
              <a:rPr lang="zh-CN" altLang="en-US" sz="2000">
                <a:latin typeface="宋体" panose="02010600030101010101" pitchFamily="2" charset="-122"/>
              </a:rPr>
              <a:t>，其余以此类推。</a:t>
            </a:r>
            <a:r>
              <a:rPr lang="zh-CN" altLang="en-US" sz="2000" b="1">
                <a:latin typeface="Times New Roman" panose="02020603050405020304" pitchFamily="18" charset="0"/>
              </a:rPr>
              <a:t> </a:t>
            </a:r>
          </a:p>
        </p:txBody>
      </p:sp>
      <p:graphicFrame>
        <p:nvGraphicFramePr>
          <p:cNvPr id="40966" name="内容占位符 40965">
            <a:extLst>
              <a:ext uri="{FF2B5EF4-FFF2-40B4-BE49-F238E27FC236}">
                <a16:creationId xmlns:a16="http://schemas.microsoft.com/office/drawing/2014/main" id="{676A37DD-8DAE-4B9D-BCF5-54E9798C7F90}"/>
              </a:ext>
            </a:extLst>
          </p:cNvPr>
          <p:cNvGraphicFramePr>
            <a:graphicFrameLocks noGrp="1" noChangeAspect="1"/>
          </p:cNvGraphicFramePr>
          <p:nvPr>
            <p:ph idx="4294967295"/>
          </p:nvPr>
        </p:nvGraphicFramePr>
        <p:xfrm>
          <a:off x="5435600" y="2636838"/>
          <a:ext cx="3270250" cy="3694112"/>
        </p:xfrm>
        <a:graphic>
          <a:graphicData uri="http://schemas.openxmlformats.org/presentationml/2006/ole">
            <mc:AlternateContent xmlns:mc="http://schemas.openxmlformats.org/markup-compatibility/2006">
              <mc:Choice xmlns:v="urn:schemas-microsoft-com:vml" Requires="v">
                <p:oleObj spid="_x0000_s40971" r:id="rId5" imgW="3090240" imgH="3490920" progId="Visio.Drawing.11">
                  <p:embed/>
                </p:oleObj>
              </mc:Choice>
              <mc:Fallback>
                <p:oleObj r:id="rId5" imgW="3090240" imgH="3490920" progId="Visio.Drawing.11">
                  <p:embed/>
                  <p:pic>
                    <p:nvPicPr>
                      <p:cNvPr id="0" name="内容占位符 4096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2636838"/>
                        <a:ext cx="3270250" cy="369411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7" name="文本框 40966">
            <a:extLst>
              <a:ext uri="{FF2B5EF4-FFF2-40B4-BE49-F238E27FC236}">
                <a16:creationId xmlns:a16="http://schemas.microsoft.com/office/drawing/2014/main" id="{07158F02-218E-449F-8DD0-8E5514D9A88E}"/>
              </a:ext>
            </a:extLst>
          </p:cNvPr>
          <p:cNvSpPr txBox="1">
            <a:spLocks noChangeArrowheads="1"/>
          </p:cNvSpPr>
          <p:nvPr/>
        </p:nvSpPr>
        <p:spPr bwMode="auto">
          <a:xfrm>
            <a:off x="395288" y="4448175"/>
            <a:ext cx="4987925"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FF0000"/>
                </a:solidFill>
                <a:latin typeface="Times New Roman" panose="02020603050405020304" pitchFamily="18" charset="0"/>
              </a:rPr>
              <a:t>级联工作时过程</a:t>
            </a:r>
            <a:r>
              <a:rPr lang="zh-CN" altLang="en-US" sz="2000">
                <a:latin typeface="Times New Roman" panose="02020603050405020304" pitchFamily="18" charset="0"/>
              </a:rPr>
              <a:t>：当</a:t>
            </a:r>
            <a:r>
              <a:rPr lang="en-US" altLang="zh-CN" sz="2000">
                <a:latin typeface="Times New Roman" panose="02020603050405020304" pitchFamily="18" charset="0"/>
              </a:rPr>
              <a:t>CPU</a:t>
            </a:r>
            <a:r>
              <a:rPr lang="zh-CN" altLang="en-US" sz="2000">
                <a:latin typeface="Times New Roman" panose="02020603050405020304" pitchFamily="18" charset="0"/>
              </a:rPr>
              <a:t>第一个</a:t>
            </a:r>
            <a:r>
              <a:rPr lang="en-US" altLang="zh-CN" sz="2000">
                <a:latin typeface="Times New Roman" panose="02020603050405020304" pitchFamily="18" charset="0"/>
              </a:rPr>
              <a:t>INTA</a:t>
            </a:r>
            <a:r>
              <a:rPr lang="zh-CN" altLang="en-US" sz="2000">
                <a:latin typeface="Times New Roman" panose="02020603050405020304" pitchFamily="18" charset="0"/>
              </a:rPr>
              <a:t>脉冲到来时，主片通过</a:t>
            </a:r>
            <a:r>
              <a:rPr lang="en-US" altLang="zh-CN" sz="2000">
                <a:latin typeface="Times New Roman" panose="02020603050405020304" pitchFamily="18" charset="0"/>
              </a:rPr>
              <a:t>CAS0~CAS2</a:t>
            </a:r>
            <a:r>
              <a:rPr lang="zh-CN" altLang="en-US" sz="2000">
                <a:latin typeface="Times New Roman" panose="02020603050405020304" pitchFamily="18" charset="0"/>
              </a:rPr>
              <a:t>向从片发送编码</a:t>
            </a:r>
            <a:r>
              <a:rPr lang="en-US" altLang="zh-CN" sz="2000">
                <a:latin typeface="Times New Roman" panose="02020603050405020304" pitchFamily="18" charset="0"/>
              </a:rPr>
              <a:t>ID2-</a:t>
            </a:r>
            <a:r>
              <a:rPr lang="en-US" altLang="zh-CN" sz="2000" b="1">
                <a:latin typeface="Times New Roman" panose="02020603050405020304" pitchFamily="18" charset="0"/>
              </a:rPr>
              <a:t>ID0</a:t>
            </a:r>
            <a:r>
              <a:rPr lang="zh-CN" altLang="en-US" sz="2000" b="1">
                <a:latin typeface="Times New Roman" panose="02020603050405020304" pitchFamily="18" charset="0"/>
              </a:rPr>
              <a:t>，从片收到后与自身</a:t>
            </a:r>
            <a:r>
              <a:rPr lang="en-US" altLang="zh-CN" sz="2000" b="1">
                <a:latin typeface="Times New Roman" panose="02020603050405020304" pitchFamily="18" charset="0"/>
              </a:rPr>
              <a:t>ICW3</a:t>
            </a:r>
            <a:r>
              <a:rPr lang="zh-CN" altLang="en-US" sz="2000" b="1">
                <a:latin typeface="Times New Roman" panose="02020603050405020304" pitchFamily="18" charset="0"/>
              </a:rPr>
              <a:t>中的值进行比较，如果相等，则在第二个</a:t>
            </a:r>
            <a:r>
              <a:rPr lang="en-US" altLang="zh-CN">
                <a:latin typeface="Times New Roman" panose="02020603050405020304" pitchFamily="18" charset="0"/>
              </a:rPr>
              <a:t>INTA</a:t>
            </a:r>
            <a:r>
              <a:rPr lang="zh-CN" altLang="en-US">
                <a:latin typeface="Times New Roman" panose="02020603050405020304" pitchFamily="18" charset="0"/>
              </a:rPr>
              <a:t>脉冲到来时将自己的中断类型号发送到数据总线上</a:t>
            </a:r>
          </a:p>
        </p:txBody>
      </p:sp>
      <p:sp>
        <p:nvSpPr>
          <p:cNvPr id="3" name="灯片编号占位符 1">
            <a:extLst>
              <a:ext uri="{FF2B5EF4-FFF2-40B4-BE49-F238E27FC236}">
                <a16:creationId xmlns:a16="http://schemas.microsoft.com/office/drawing/2014/main" id="{257480CB-1EDD-4E5C-BEAD-C6D5AE8D538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AC2BD422-13F8-4CD1-9F48-08A54C07FD6E}" type="slidenum">
              <a:rPr lang="zh-CN" altLang="en-US" smtClean="0"/>
              <a:pPr eaLnBrk="0" hangingPunct="0"/>
              <a:t>37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40964"/>
                                        </p:tgtEl>
                                        <p:attrNameLst>
                                          <p:attrName>ppt_x</p:attrName>
                                        </p:attrNameLst>
                                      </p:cBhvr>
                                      <p:tavLst>
                                        <p:tav tm="0">
                                          <p:val>
                                            <p:strVal val="ppt_x"/>
                                          </p:val>
                                        </p:tav>
                                        <p:tav tm="100000">
                                          <p:val>
                                            <p:strVal val="ppt_x"/>
                                          </p:val>
                                        </p:tav>
                                      </p:tavLst>
                                    </p:anim>
                                    <p:anim calcmode="lin" valueType="num">
                                      <p:cBhvr additive="base">
                                        <p:cTn id="7" dur="500"/>
                                        <p:tgtEl>
                                          <p:spTgt spid="40964"/>
                                        </p:tgtEl>
                                        <p:attrNameLst>
                                          <p:attrName>ppt_y</p:attrName>
                                        </p:attrNameLst>
                                      </p:cBhvr>
                                      <p:tavLst>
                                        <p:tav tm="0">
                                          <p:val>
                                            <p:strVal val="ppt_y"/>
                                          </p:val>
                                        </p:tav>
                                        <p:tav tm="100000">
                                          <p:val>
                                            <p:strVal val="1+ppt_h/2"/>
                                          </p:val>
                                        </p:tav>
                                      </p:tavLst>
                                    </p:anim>
                                    <p:set>
                                      <p:cBhvr>
                                        <p:cTn id="8" dur="1" fill="hold">
                                          <p:stCondLst>
                                            <p:cond delay="499"/>
                                          </p:stCondLst>
                                        </p:cTn>
                                        <p:tgtEl>
                                          <p:spTgt spid="40964"/>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0966"/>
                                        </p:tgtEl>
                                        <p:attrNameLst>
                                          <p:attrName>style.visibility</p:attrName>
                                        </p:attrNameLst>
                                      </p:cBhvr>
                                      <p:to>
                                        <p:strVal val="visible"/>
                                      </p:to>
                                    </p:set>
                                    <p:anim calcmode="lin" valueType="num">
                                      <p:cBhvr additive="base">
                                        <p:cTn id="13" dur="500" fill="hold"/>
                                        <p:tgtEl>
                                          <p:spTgt spid="40966"/>
                                        </p:tgtEl>
                                        <p:attrNameLst>
                                          <p:attrName>ppt_x</p:attrName>
                                        </p:attrNameLst>
                                      </p:cBhvr>
                                      <p:tavLst>
                                        <p:tav tm="0">
                                          <p:val>
                                            <p:strVal val="#ppt_x"/>
                                          </p:val>
                                        </p:tav>
                                        <p:tav tm="100000">
                                          <p:val>
                                            <p:strVal val="#ppt_x"/>
                                          </p:val>
                                        </p:tav>
                                      </p:tavLst>
                                    </p:anim>
                                    <p:anim calcmode="lin" valueType="num">
                                      <p:cBhvr additive="base">
                                        <p:cTn id="14" dur="500" fill="hold"/>
                                        <p:tgtEl>
                                          <p:spTgt spid="4096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0967"/>
                                        </p:tgtEl>
                                        <p:attrNameLst>
                                          <p:attrName>style.visibility</p:attrName>
                                        </p:attrNameLst>
                                      </p:cBhvr>
                                      <p:to>
                                        <p:strVal val="visible"/>
                                      </p:to>
                                    </p:set>
                                    <p:anim calcmode="lin" valueType="num">
                                      <p:cBhvr additive="base">
                                        <p:cTn id="17" dur="500" fill="hold"/>
                                        <p:tgtEl>
                                          <p:spTgt spid="40967"/>
                                        </p:tgtEl>
                                        <p:attrNameLst>
                                          <p:attrName>ppt_x</p:attrName>
                                        </p:attrNameLst>
                                      </p:cBhvr>
                                      <p:tavLst>
                                        <p:tav tm="0">
                                          <p:val>
                                            <p:strVal val="#ppt_x"/>
                                          </p:val>
                                        </p:tav>
                                        <p:tav tm="100000">
                                          <p:val>
                                            <p:strVal val="#ppt_x"/>
                                          </p:val>
                                        </p:tav>
                                      </p:tavLst>
                                    </p:anim>
                                    <p:anim calcmode="lin" valueType="num">
                                      <p:cBhvr additive="base">
                                        <p:cTn id="18"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41985">
            <a:extLst>
              <a:ext uri="{FF2B5EF4-FFF2-40B4-BE49-F238E27FC236}">
                <a16:creationId xmlns:a16="http://schemas.microsoft.com/office/drawing/2014/main" id="{821707E1-D2DE-4CB4-A3F1-D3789F780CDE}"/>
              </a:ext>
            </a:extLst>
          </p:cNvPr>
          <p:cNvSpPr txBox="1">
            <a:spLocks noChangeArrowheads="1"/>
          </p:cNvSpPr>
          <p:nvPr/>
        </p:nvSpPr>
        <p:spPr bwMode="auto">
          <a:xfrm>
            <a:off x="250825" y="836613"/>
            <a:ext cx="8305800"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sz="2400" b="1">
                <a:latin typeface="Times New Roman" panose="02020603050405020304" pitchFamily="18" charset="0"/>
              </a:rPr>
              <a:t>（</a:t>
            </a:r>
            <a:r>
              <a:rPr lang="en-US" altLang="zh-CN" sz="2400" b="1">
                <a:latin typeface="Times New Roman" panose="02020603050405020304" pitchFamily="18" charset="0"/>
              </a:rPr>
              <a:t>4</a:t>
            </a:r>
            <a:r>
              <a:rPr lang="zh-CN" altLang="en-US" sz="2400" b="1">
                <a:latin typeface="Times New Roman" panose="02020603050405020304" pitchFamily="18" charset="0"/>
              </a:rPr>
              <a:t>）</a:t>
            </a:r>
            <a:r>
              <a:rPr lang="en-US" altLang="zh-CN" sz="2400" b="1">
                <a:latin typeface="Times New Roman" panose="02020603050405020304" pitchFamily="18" charset="0"/>
              </a:rPr>
              <a:t>ICW4</a:t>
            </a:r>
          </a:p>
          <a:p>
            <a:pPr>
              <a:spcBef>
                <a:spcPct val="50000"/>
              </a:spcBef>
            </a:pPr>
            <a:r>
              <a:rPr lang="en-US" altLang="zh-CN" sz="2400" b="1">
                <a:latin typeface="Times New Roman" panose="02020603050405020304" pitchFamily="18" charset="0"/>
              </a:rPr>
              <a:t>     </a:t>
            </a:r>
            <a:r>
              <a:rPr lang="en-US" altLang="zh-CN" sz="2400">
                <a:latin typeface="Times New Roman" panose="02020603050405020304" pitchFamily="18" charset="0"/>
              </a:rPr>
              <a:t>ICW1</a:t>
            </a:r>
            <a:r>
              <a:rPr lang="zh-CN" altLang="en-US" sz="2400">
                <a:latin typeface="宋体" panose="02010600030101010101" pitchFamily="2" charset="-122"/>
              </a:rPr>
              <a:t>的</a:t>
            </a:r>
            <a:r>
              <a:rPr lang="en-US" altLang="zh-CN" sz="2400">
                <a:latin typeface="Times New Roman" panose="02020603050405020304" pitchFamily="18" charset="0"/>
              </a:rPr>
              <a:t>D0=1</a:t>
            </a:r>
            <a:r>
              <a:rPr lang="zh-CN" altLang="en-US" sz="2400">
                <a:latin typeface="宋体" panose="02010600030101010101" pitchFamily="2" charset="-122"/>
              </a:rPr>
              <a:t>时（表示要设置</a:t>
            </a:r>
            <a:r>
              <a:rPr lang="en-US" altLang="zh-CN" sz="2400">
                <a:latin typeface="宋体" panose="02010600030101010101" pitchFamily="2" charset="-122"/>
              </a:rPr>
              <a:t>ICW4</a:t>
            </a:r>
            <a:r>
              <a:rPr lang="zh-CN" altLang="en-US" sz="2400">
                <a:latin typeface="宋体" panose="02010600030101010101" pitchFamily="2" charset="-122"/>
              </a:rPr>
              <a:t>）必须设置此命令字。格式如下：</a:t>
            </a:r>
            <a:r>
              <a:rPr lang="zh-CN" altLang="en-US" sz="2400" b="1">
                <a:latin typeface="Times New Roman" panose="02020603050405020304" pitchFamily="18" charset="0"/>
              </a:rPr>
              <a:t> </a:t>
            </a:r>
          </a:p>
        </p:txBody>
      </p:sp>
      <p:sp>
        <p:nvSpPr>
          <p:cNvPr id="41986" name="文本框 41986">
            <a:extLst>
              <a:ext uri="{FF2B5EF4-FFF2-40B4-BE49-F238E27FC236}">
                <a16:creationId xmlns:a16="http://schemas.microsoft.com/office/drawing/2014/main" id="{64AF55D3-08DB-4801-8C50-03C0FE0420AC}"/>
              </a:ext>
            </a:extLst>
          </p:cNvPr>
          <p:cNvSpPr txBox="1">
            <a:spLocks noChangeArrowheads="1"/>
          </p:cNvSpPr>
          <p:nvPr/>
        </p:nvSpPr>
        <p:spPr bwMode="auto">
          <a:xfrm>
            <a:off x="2085975" y="2130425"/>
            <a:ext cx="388938"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1</a:t>
            </a:r>
          </a:p>
        </p:txBody>
      </p:sp>
      <p:sp>
        <p:nvSpPr>
          <p:cNvPr id="41987" name="文本框 41987">
            <a:extLst>
              <a:ext uri="{FF2B5EF4-FFF2-40B4-BE49-F238E27FC236}">
                <a16:creationId xmlns:a16="http://schemas.microsoft.com/office/drawing/2014/main" id="{F4E34724-8DB6-4A32-89D0-072BBB346BC0}"/>
              </a:ext>
            </a:extLst>
          </p:cNvPr>
          <p:cNvSpPr txBox="1">
            <a:spLocks noChangeArrowheads="1"/>
          </p:cNvSpPr>
          <p:nvPr/>
        </p:nvSpPr>
        <p:spPr bwMode="auto">
          <a:xfrm>
            <a:off x="2111375"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A0</a:t>
            </a:r>
          </a:p>
        </p:txBody>
      </p:sp>
      <p:sp>
        <p:nvSpPr>
          <p:cNvPr id="41988" name="文本框 41988">
            <a:extLst>
              <a:ext uri="{FF2B5EF4-FFF2-40B4-BE49-F238E27FC236}">
                <a16:creationId xmlns:a16="http://schemas.microsoft.com/office/drawing/2014/main" id="{561BBC23-9F63-48E5-A023-48BB9E40F295}"/>
              </a:ext>
            </a:extLst>
          </p:cNvPr>
          <p:cNvSpPr txBox="1">
            <a:spLocks noChangeArrowheads="1"/>
          </p:cNvSpPr>
          <p:nvPr/>
        </p:nvSpPr>
        <p:spPr bwMode="auto">
          <a:xfrm>
            <a:off x="2603500" y="2130425"/>
            <a:ext cx="388938"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0</a:t>
            </a:r>
          </a:p>
        </p:txBody>
      </p:sp>
      <p:sp>
        <p:nvSpPr>
          <p:cNvPr id="41989" name="文本框 41989">
            <a:extLst>
              <a:ext uri="{FF2B5EF4-FFF2-40B4-BE49-F238E27FC236}">
                <a16:creationId xmlns:a16="http://schemas.microsoft.com/office/drawing/2014/main" id="{93A7B9FD-F58C-4B1A-B8A5-036915E7F260}"/>
              </a:ext>
            </a:extLst>
          </p:cNvPr>
          <p:cNvSpPr txBox="1">
            <a:spLocks noChangeArrowheads="1"/>
          </p:cNvSpPr>
          <p:nvPr/>
        </p:nvSpPr>
        <p:spPr bwMode="auto">
          <a:xfrm>
            <a:off x="2628900"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D7</a:t>
            </a:r>
          </a:p>
        </p:txBody>
      </p:sp>
      <p:sp>
        <p:nvSpPr>
          <p:cNvPr id="41990" name="文本框 41990">
            <a:extLst>
              <a:ext uri="{FF2B5EF4-FFF2-40B4-BE49-F238E27FC236}">
                <a16:creationId xmlns:a16="http://schemas.microsoft.com/office/drawing/2014/main" id="{A3CA41D1-E178-436D-9675-1C598AB500FF}"/>
              </a:ext>
            </a:extLst>
          </p:cNvPr>
          <p:cNvSpPr txBox="1">
            <a:spLocks noChangeArrowheads="1"/>
          </p:cNvSpPr>
          <p:nvPr/>
        </p:nvSpPr>
        <p:spPr bwMode="auto">
          <a:xfrm>
            <a:off x="2990850" y="2130425"/>
            <a:ext cx="388938"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0</a:t>
            </a:r>
          </a:p>
        </p:txBody>
      </p:sp>
      <p:sp>
        <p:nvSpPr>
          <p:cNvPr id="41991" name="文本框 41991">
            <a:extLst>
              <a:ext uri="{FF2B5EF4-FFF2-40B4-BE49-F238E27FC236}">
                <a16:creationId xmlns:a16="http://schemas.microsoft.com/office/drawing/2014/main" id="{F4A4E8AE-979A-49CD-B7FE-FE99164B94C4}"/>
              </a:ext>
            </a:extLst>
          </p:cNvPr>
          <p:cNvSpPr txBox="1">
            <a:spLocks noChangeArrowheads="1"/>
          </p:cNvSpPr>
          <p:nvPr/>
        </p:nvSpPr>
        <p:spPr bwMode="auto">
          <a:xfrm>
            <a:off x="3016250"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D6</a:t>
            </a:r>
          </a:p>
        </p:txBody>
      </p:sp>
      <p:sp>
        <p:nvSpPr>
          <p:cNvPr id="41992" name="文本框 41992">
            <a:extLst>
              <a:ext uri="{FF2B5EF4-FFF2-40B4-BE49-F238E27FC236}">
                <a16:creationId xmlns:a16="http://schemas.microsoft.com/office/drawing/2014/main" id="{3D0D35C7-EE92-441E-992D-A61D69690506}"/>
              </a:ext>
            </a:extLst>
          </p:cNvPr>
          <p:cNvSpPr txBox="1">
            <a:spLocks noChangeArrowheads="1"/>
          </p:cNvSpPr>
          <p:nvPr/>
        </p:nvSpPr>
        <p:spPr bwMode="auto">
          <a:xfrm>
            <a:off x="5759450" y="2130425"/>
            <a:ext cx="658813"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AEOI</a:t>
            </a:r>
          </a:p>
        </p:txBody>
      </p:sp>
      <p:sp>
        <p:nvSpPr>
          <p:cNvPr id="41993" name="文本框 41993">
            <a:extLst>
              <a:ext uri="{FF2B5EF4-FFF2-40B4-BE49-F238E27FC236}">
                <a16:creationId xmlns:a16="http://schemas.microsoft.com/office/drawing/2014/main" id="{97A1EB94-D9CF-42E3-8837-BF0613677E68}"/>
              </a:ext>
            </a:extLst>
          </p:cNvPr>
          <p:cNvSpPr txBox="1">
            <a:spLocks noChangeArrowheads="1"/>
          </p:cNvSpPr>
          <p:nvPr/>
        </p:nvSpPr>
        <p:spPr bwMode="auto">
          <a:xfrm>
            <a:off x="5938838"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D1</a:t>
            </a:r>
          </a:p>
        </p:txBody>
      </p:sp>
      <p:sp>
        <p:nvSpPr>
          <p:cNvPr id="41994" name="文本框 41994">
            <a:extLst>
              <a:ext uri="{FF2B5EF4-FFF2-40B4-BE49-F238E27FC236}">
                <a16:creationId xmlns:a16="http://schemas.microsoft.com/office/drawing/2014/main" id="{7CFAA177-CB7E-477D-9DD1-045284B9EC3F}"/>
              </a:ext>
            </a:extLst>
          </p:cNvPr>
          <p:cNvSpPr txBox="1">
            <a:spLocks noChangeArrowheads="1"/>
          </p:cNvSpPr>
          <p:nvPr/>
        </p:nvSpPr>
        <p:spPr bwMode="auto">
          <a:xfrm>
            <a:off x="3376613" y="2130425"/>
            <a:ext cx="388937"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0</a:t>
            </a:r>
          </a:p>
        </p:txBody>
      </p:sp>
      <p:sp>
        <p:nvSpPr>
          <p:cNvPr id="41995" name="文本框 41995">
            <a:extLst>
              <a:ext uri="{FF2B5EF4-FFF2-40B4-BE49-F238E27FC236}">
                <a16:creationId xmlns:a16="http://schemas.microsoft.com/office/drawing/2014/main" id="{FA33A881-1F81-4791-A763-2B97449AEAE7}"/>
              </a:ext>
            </a:extLst>
          </p:cNvPr>
          <p:cNvSpPr txBox="1">
            <a:spLocks noChangeArrowheads="1"/>
          </p:cNvSpPr>
          <p:nvPr/>
        </p:nvSpPr>
        <p:spPr bwMode="auto">
          <a:xfrm>
            <a:off x="3402013"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D5</a:t>
            </a:r>
          </a:p>
        </p:txBody>
      </p:sp>
      <p:sp>
        <p:nvSpPr>
          <p:cNvPr id="41996" name="文本框 41996">
            <a:extLst>
              <a:ext uri="{FF2B5EF4-FFF2-40B4-BE49-F238E27FC236}">
                <a16:creationId xmlns:a16="http://schemas.microsoft.com/office/drawing/2014/main" id="{2F480B69-3F20-431B-B66C-6E219497FFE7}"/>
              </a:ext>
            </a:extLst>
          </p:cNvPr>
          <p:cNvSpPr txBox="1">
            <a:spLocks noChangeArrowheads="1"/>
          </p:cNvSpPr>
          <p:nvPr/>
        </p:nvSpPr>
        <p:spPr bwMode="auto">
          <a:xfrm>
            <a:off x="6402388" y="2130425"/>
            <a:ext cx="388937"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1</a:t>
            </a:r>
          </a:p>
        </p:txBody>
      </p:sp>
      <p:sp>
        <p:nvSpPr>
          <p:cNvPr id="41997" name="文本框 41997">
            <a:extLst>
              <a:ext uri="{FF2B5EF4-FFF2-40B4-BE49-F238E27FC236}">
                <a16:creationId xmlns:a16="http://schemas.microsoft.com/office/drawing/2014/main" id="{B64F7377-C37F-49AF-9327-AC920F1E88F9}"/>
              </a:ext>
            </a:extLst>
          </p:cNvPr>
          <p:cNvSpPr txBox="1">
            <a:spLocks noChangeArrowheads="1"/>
          </p:cNvSpPr>
          <p:nvPr/>
        </p:nvSpPr>
        <p:spPr bwMode="auto">
          <a:xfrm>
            <a:off x="6427788"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D0</a:t>
            </a:r>
          </a:p>
        </p:txBody>
      </p:sp>
      <p:sp>
        <p:nvSpPr>
          <p:cNvPr id="41998" name="文本框 41998">
            <a:extLst>
              <a:ext uri="{FF2B5EF4-FFF2-40B4-BE49-F238E27FC236}">
                <a16:creationId xmlns:a16="http://schemas.microsoft.com/office/drawing/2014/main" id="{912A530D-6A64-4924-8B19-6EB7621AC968}"/>
              </a:ext>
            </a:extLst>
          </p:cNvPr>
          <p:cNvSpPr txBox="1">
            <a:spLocks noChangeArrowheads="1"/>
          </p:cNvSpPr>
          <p:nvPr/>
        </p:nvSpPr>
        <p:spPr bwMode="auto">
          <a:xfrm>
            <a:off x="3756025" y="2130425"/>
            <a:ext cx="685800"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SFNM</a:t>
            </a:r>
          </a:p>
        </p:txBody>
      </p:sp>
      <p:sp>
        <p:nvSpPr>
          <p:cNvPr id="41999" name="文本框 41999">
            <a:extLst>
              <a:ext uri="{FF2B5EF4-FFF2-40B4-BE49-F238E27FC236}">
                <a16:creationId xmlns:a16="http://schemas.microsoft.com/office/drawing/2014/main" id="{4DCF614F-A0AA-4E89-B929-5506D6D90649}"/>
              </a:ext>
            </a:extLst>
          </p:cNvPr>
          <p:cNvSpPr txBox="1">
            <a:spLocks noChangeArrowheads="1"/>
          </p:cNvSpPr>
          <p:nvPr/>
        </p:nvSpPr>
        <p:spPr bwMode="auto">
          <a:xfrm>
            <a:off x="3937000"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D4</a:t>
            </a:r>
          </a:p>
        </p:txBody>
      </p:sp>
      <p:sp>
        <p:nvSpPr>
          <p:cNvPr id="42000" name="文本框 42000">
            <a:extLst>
              <a:ext uri="{FF2B5EF4-FFF2-40B4-BE49-F238E27FC236}">
                <a16:creationId xmlns:a16="http://schemas.microsoft.com/office/drawing/2014/main" id="{4666CFB4-97F6-4487-895D-6CC838AEBB78}"/>
              </a:ext>
            </a:extLst>
          </p:cNvPr>
          <p:cNvSpPr txBox="1">
            <a:spLocks noChangeArrowheads="1"/>
          </p:cNvSpPr>
          <p:nvPr/>
        </p:nvSpPr>
        <p:spPr bwMode="auto">
          <a:xfrm>
            <a:off x="4438650" y="2130425"/>
            <a:ext cx="660400"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BUF</a:t>
            </a:r>
          </a:p>
        </p:txBody>
      </p:sp>
      <p:sp>
        <p:nvSpPr>
          <p:cNvPr id="42001" name="文本框 42001">
            <a:extLst>
              <a:ext uri="{FF2B5EF4-FFF2-40B4-BE49-F238E27FC236}">
                <a16:creationId xmlns:a16="http://schemas.microsoft.com/office/drawing/2014/main" id="{A9FD5FED-2A65-4007-B6C0-7DD83A74D392}"/>
              </a:ext>
            </a:extLst>
          </p:cNvPr>
          <p:cNvSpPr txBox="1">
            <a:spLocks noChangeArrowheads="1"/>
          </p:cNvSpPr>
          <p:nvPr/>
        </p:nvSpPr>
        <p:spPr bwMode="auto">
          <a:xfrm>
            <a:off x="4619625"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D3</a:t>
            </a:r>
          </a:p>
        </p:txBody>
      </p:sp>
      <p:sp>
        <p:nvSpPr>
          <p:cNvPr id="42002" name="文本框 42002">
            <a:extLst>
              <a:ext uri="{FF2B5EF4-FFF2-40B4-BE49-F238E27FC236}">
                <a16:creationId xmlns:a16="http://schemas.microsoft.com/office/drawing/2014/main" id="{CC7535E6-7630-4879-8E9E-9ACB2F5EAF81}"/>
              </a:ext>
            </a:extLst>
          </p:cNvPr>
          <p:cNvSpPr txBox="1">
            <a:spLocks noChangeArrowheads="1"/>
          </p:cNvSpPr>
          <p:nvPr/>
        </p:nvSpPr>
        <p:spPr bwMode="auto">
          <a:xfrm>
            <a:off x="5099050" y="2130425"/>
            <a:ext cx="660400" cy="219075"/>
          </a:xfrm>
          <a:prstGeom prst="rect">
            <a:avLst/>
          </a:prstGeom>
          <a:solidFill>
            <a:schemeClr val="accent1"/>
          </a:solidFill>
          <a:ln w="9525">
            <a:solidFill>
              <a:srgbClr val="66FF33"/>
            </a:solidFill>
            <a:miter lim="800000"/>
            <a:headEnd/>
            <a:tailEnd/>
          </a:ln>
        </p:spPr>
        <p:txBody>
          <a:bodyPr tIns="0" bIns="0"/>
          <a:lstStyle/>
          <a:p>
            <a:pPr algn="just" eaLnBrk="0" hangingPunct="0"/>
            <a:r>
              <a:rPr lang="en-US" altLang="zh-CN" sz="1200">
                <a:latin typeface="Times New Roman" panose="02020603050405020304" pitchFamily="18" charset="0"/>
              </a:rPr>
              <a:t>M/S</a:t>
            </a:r>
          </a:p>
        </p:txBody>
      </p:sp>
      <p:sp>
        <p:nvSpPr>
          <p:cNvPr id="42003" name="文本框 42003">
            <a:extLst>
              <a:ext uri="{FF2B5EF4-FFF2-40B4-BE49-F238E27FC236}">
                <a16:creationId xmlns:a16="http://schemas.microsoft.com/office/drawing/2014/main" id="{9570E4B6-F640-4855-AEB9-3E370FFE1E6E}"/>
              </a:ext>
            </a:extLst>
          </p:cNvPr>
          <p:cNvSpPr txBox="1">
            <a:spLocks noChangeArrowheads="1"/>
          </p:cNvSpPr>
          <p:nvPr/>
        </p:nvSpPr>
        <p:spPr bwMode="auto">
          <a:xfrm>
            <a:off x="5280025" y="1897063"/>
            <a:ext cx="361950" cy="219075"/>
          </a:xfrm>
          <a:prstGeom prst="rect">
            <a:avLst/>
          </a:prstGeom>
          <a:solidFill>
            <a:schemeClr val="accent1"/>
          </a:solidFill>
          <a:ln w="9525">
            <a:solidFill>
              <a:srgbClr val="66FF33"/>
            </a:solidFill>
            <a:miter lim="800000"/>
            <a:headEnd/>
            <a:tailEnd/>
          </a:ln>
        </p:spPr>
        <p:txBody>
          <a:bodyPr lIns="36000" tIns="0" rIns="36000" bIns="0"/>
          <a:lstStyle/>
          <a:p>
            <a:pPr algn="just" eaLnBrk="0" hangingPunct="0"/>
            <a:r>
              <a:rPr lang="en-US" altLang="zh-CN" sz="1200">
                <a:latin typeface="Times New Roman" panose="02020603050405020304" pitchFamily="18" charset="0"/>
              </a:rPr>
              <a:t>D2</a:t>
            </a:r>
          </a:p>
        </p:txBody>
      </p:sp>
      <p:sp>
        <p:nvSpPr>
          <p:cNvPr id="42004" name="文本框 42004">
            <a:extLst>
              <a:ext uri="{FF2B5EF4-FFF2-40B4-BE49-F238E27FC236}">
                <a16:creationId xmlns:a16="http://schemas.microsoft.com/office/drawing/2014/main" id="{1F39E009-87F8-4E9D-BF79-C58F266803D5}"/>
              </a:ext>
            </a:extLst>
          </p:cNvPr>
          <p:cNvSpPr txBox="1">
            <a:spLocks noChangeArrowheads="1"/>
          </p:cNvSpPr>
          <p:nvPr/>
        </p:nvSpPr>
        <p:spPr bwMode="auto">
          <a:xfrm>
            <a:off x="611188" y="2349500"/>
            <a:ext cx="8077200"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10000"/>
              </a:spcBef>
            </a:pPr>
            <a:r>
              <a:rPr lang="en-US" altLang="zh-CN" sz="2000">
                <a:latin typeface="Times New Roman" panose="02020603050405020304" pitchFamily="18" charset="0"/>
              </a:rPr>
              <a:t>D7~D5</a:t>
            </a:r>
            <a:r>
              <a:rPr lang="zh-CN" altLang="en-US" sz="2000">
                <a:latin typeface="Times New Roman" panose="02020603050405020304" pitchFamily="18" charset="0"/>
              </a:rPr>
              <a:t>：</a:t>
            </a:r>
            <a:r>
              <a:rPr lang="en-US" altLang="zh-CN" sz="2000">
                <a:latin typeface="Times New Roman" panose="02020603050405020304" pitchFamily="18" charset="0"/>
              </a:rPr>
              <a:t>ICW4</a:t>
            </a:r>
            <a:r>
              <a:rPr lang="zh-CN" altLang="en-US" sz="2000">
                <a:latin typeface="Times New Roman" panose="02020603050405020304" pitchFamily="18" charset="0"/>
              </a:rPr>
              <a:t>的特征位，总是设置为</a:t>
            </a:r>
            <a:r>
              <a:rPr lang="en-US" altLang="zh-CN" sz="2000">
                <a:latin typeface="Times New Roman" panose="02020603050405020304" pitchFamily="18" charset="0"/>
              </a:rPr>
              <a:t>0</a:t>
            </a:r>
            <a:r>
              <a:rPr lang="zh-CN" altLang="en-US" sz="2000">
                <a:latin typeface="Times New Roman" panose="02020603050405020304" pitchFamily="18" charset="0"/>
              </a:rPr>
              <a:t>。</a:t>
            </a:r>
          </a:p>
          <a:p>
            <a:pPr algn="just">
              <a:spcBef>
                <a:spcPct val="10000"/>
              </a:spcBef>
            </a:pPr>
            <a:r>
              <a:rPr lang="en-US" altLang="zh-CN" sz="2000">
                <a:latin typeface="Times New Roman" panose="02020603050405020304" pitchFamily="18" charset="0"/>
              </a:rPr>
              <a:t>D4</a:t>
            </a:r>
            <a:r>
              <a:rPr lang="zh-CN" altLang="en-US" sz="2000">
                <a:latin typeface="Times New Roman" panose="02020603050405020304" pitchFamily="18" charset="0"/>
              </a:rPr>
              <a:t>（</a:t>
            </a:r>
            <a:r>
              <a:rPr lang="en-US" altLang="zh-CN" sz="2000">
                <a:latin typeface="Times New Roman" panose="02020603050405020304" pitchFamily="18" charset="0"/>
              </a:rPr>
              <a:t>SFNM</a:t>
            </a:r>
            <a:r>
              <a:rPr lang="zh-CN" altLang="en-US" sz="2000">
                <a:latin typeface="Times New Roman" panose="02020603050405020304" pitchFamily="18" charset="0"/>
              </a:rPr>
              <a:t>）：专用于指定多片</a:t>
            </a:r>
            <a:r>
              <a:rPr lang="en-US" altLang="zh-CN" sz="2000">
                <a:latin typeface="Times New Roman" panose="02020603050405020304" pitchFamily="18" charset="0"/>
              </a:rPr>
              <a:t>8259A</a:t>
            </a:r>
            <a:r>
              <a:rPr lang="zh-CN" altLang="en-US" sz="2000">
                <a:latin typeface="Times New Roman" panose="02020603050405020304" pitchFamily="18" charset="0"/>
              </a:rPr>
              <a:t>级连方式是否采用特殊完全嵌套方式进行中断优先权管理。</a:t>
            </a:r>
            <a:r>
              <a:rPr lang="en-US" altLang="zh-CN" sz="2000">
                <a:latin typeface="Times New Roman" panose="02020603050405020304" pitchFamily="18" charset="0"/>
              </a:rPr>
              <a:t>D4=0</a:t>
            </a:r>
            <a:r>
              <a:rPr lang="zh-CN" altLang="en-US" sz="2000">
                <a:latin typeface="Times New Roman" panose="02020603050405020304" pitchFamily="18" charset="0"/>
              </a:rPr>
              <a:t>，指定非特殊完全嵌套方式；</a:t>
            </a:r>
            <a:r>
              <a:rPr lang="en-US" altLang="zh-CN" sz="2000">
                <a:latin typeface="Times New Roman" panose="02020603050405020304" pitchFamily="18" charset="0"/>
              </a:rPr>
              <a:t>D4=1</a:t>
            </a:r>
            <a:r>
              <a:rPr lang="zh-CN" altLang="en-US" sz="2000">
                <a:latin typeface="Times New Roman" panose="02020603050405020304" pitchFamily="18" charset="0"/>
              </a:rPr>
              <a:t>，指定特殊完全嵌套方式。</a:t>
            </a:r>
          </a:p>
          <a:p>
            <a:pPr algn="just">
              <a:spcBef>
                <a:spcPct val="10000"/>
              </a:spcBef>
            </a:pPr>
            <a:r>
              <a:rPr lang="zh-CN" altLang="en-US" sz="2000">
                <a:latin typeface="Times New Roman" panose="02020603050405020304" pitchFamily="18" charset="0"/>
              </a:rPr>
              <a:t>    </a:t>
            </a:r>
            <a:r>
              <a:rPr lang="en-US" altLang="zh-CN" sz="2000">
                <a:latin typeface="Times New Roman" panose="02020603050405020304" pitchFamily="18" charset="0"/>
              </a:rPr>
              <a:t>D3</a:t>
            </a:r>
            <a:r>
              <a:rPr lang="zh-CN" altLang="en-US" sz="2000">
                <a:latin typeface="Times New Roman" panose="02020603050405020304" pitchFamily="18" charset="0"/>
              </a:rPr>
              <a:t>（</a:t>
            </a:r>
            <a:r>
              <a:rPr lang="en-US" altLang="zh-CN" sz="2000">
                <a:latin typeface="Times New Roman" panose="02020603050405020304" pitchFamily="18" charset="0"/>
              </a:rPr>
              <a:t>BUF</a:t>
            </a:r>
            <a:r>
              <a:rPr lang="zh-CN" altLang="en-US" sz="2000">
                <a:latin typeface="Times New Roman" panose="02020603050405020304" pitchFamily="18" charset="0"/>
              </a:rPr>
              <a:t>）：指出</a:t>
            </a:r>
            <a:r>
              <a:rPr lang="en-US" altLang="zh-CN" sz="2000">
                <a:latin typeface="Times New Roman" panose="02020603050405020304" pitchFamily="18" charset="0"/>
              </a:rPr>
              <a:t>CPU</a:t>
            </a:r>
            <a:r>
              <a:rPr lang="zh-CN" altLang="en-US" sz="2000">
                <a:latin typeface="Times New Roman" panose="02020603050405020304" pitchFamily="18" charset="0"/>
              </a:rPr>
              <a:t>的数据总线是否需增加缓冲器。</a:t>
            </a:r>
            <a:r>
              <a:rPr lang="en-US" altLang="zh-CN" sz="2000">
                <a:latin typeface="Times New Roman" panose="02020603050405020304" pitchFamily="18" charset="0"/>
              </a:rPr>
              <a:t>D3=0</a:t>
            </a:r>
            <a:r>
              <a:rPr lang="zh-CN" altLang="en-US" sz="2000">
                <a:latin typeface="Times New Roman" panose="02020603050405020304" pitchFamily="18" charset="0"/>
              </a:rPr>
              <a:t>，为非缓冲方式；</a:t>
            </a:r>
            <a:r>
              <a:rPr lang="en-US" altLang="zh-CN" sz="2000">
                <a:latin typeface="Times New Roman" panose="02020603050405020304" pitchFamily="18" charset="0"/>
              </a:rPr>
              <a:t>D3=1</a:t>
            </a:r>
            <a:r>
              <a:rPr lang="zh-CN" altLang="en-US" sz="2000">
                <a:latin typeface="Times New Roman" panose="02020603050405020304" pitchFamily="18" charset="0"/>
              </a:rPr>
              <a:t>，为缓冲方式，此时，引脚</a:t>
            </a:r>
            <a:r>
              <a:rPr lang="en-US" altLang="zh-CN" sz="2000">
                <a:latin typeface="Times New Roman" panose="02020603050405020304" pitchFamily="18" charset="0"/>
              </a:rPr>
              <a:t>SP/EN</a:t>
            </a:r>
            <a:r>
              <a:rPr lang="zh-CN" altLang="en-US" sz="2000">
                <a:latin typeface="Times New Roman" panose="02020603050405020304" pitchFamily="18" charset="0"/>
              </a:rPr>
              <a:t>为输出端，当</a:t>
            </a:r>
            <a:r>
              <a:rPr lang="en-US" altLang="zh-CN" sz="2000">
                <a:latin typeface="Times New Roman" panose="02020603050405020304" pitchFamily="18" charset="0"/>
              </a:rPr>
              <a:t>8259A</a:t>
            </a:r>
            <a:r>
              <a:rPr lang="zh-CN" altLang="en-US" sz="2000">
                <a:latin typeface="Times New Roman" panose="02020603050405020304" pitchFamily="18" charset="0"/>
              </a:rPr>
              <a:t>与</a:t>
            </a:r>
            <a:r>
              <a:rPr lang="en-US" altLang="zh-CN" sz="2000">
                <a:latin typeface="Times New Roman" panose="02020603050405020304" pitchFamily="18" charset="0"/>
              </a:rPr>
              <a:t>CPU</a:t>
            </a:r>
            <a:r>
              <a:rPr lang="zh-CN" altLang="en-US" sz="2000">
                <a:latin typeface="Times New Roman" panose="02020603050405020304" pitchFamily="18" charset="0"/>
              </a:rPr>
              <a:t>间传送数据时，它启动数据总线缓冲器。</a:t>
            </a:r>
          </a:p>
          <a:p>
            <a:pPr algn="just">
              <a:spcBef>
                <a:spcPct val="10000"/>
              </a:spcBef>
            </a:pPr>
            <a:r>
              <a:rPr lang="zh-CN" altLang="en-US" sz="2000">
                <a:latin typeface="Times New Roman" panose="02020603050405020304" pitchFamily="18" charset="0"/>
              </a:rPr>
              <a:t>    </a:t>
            </a:r>
            <a:r>
              <a:rPr lang="en-US" altLang="zh-CN" sz="2000">
                <a:latin typeface="Times New Roman" panose="02020603050405020304" pitchFamily="18" charset="0"/>
              </a:rPr>
              <a:t>D2</a:t>
            </a:r>
            <a:r>
              <a:rPr lang="zh-CN" altLang="en-US" sz="2000">
                <a:latin typeface="Times New Roman" panose="02020603050405020304" pitchFamily="18" charset="0"/>
              </a:rPr>
              <a:t>（</a:t>
            </a:r>
            <a:r>
              <a:rPr lang="en-US" altLang="zh-CN" sz="2000">
                <a:latin typeface="Times New Roman" panose="02020603050405020304" pitchFamily="18" charset="0"/>
              </a:rPr>
              <a:t>M/S</a:t>
            </a:r>
            <a:r>
              <a:rPr lang="zh-CN" altLang="en-US" sz="2000">
                <a:latin typeface="Times New Roman" panose="02020603050405020304" pitchFamily="18" charset="0"/>
              </a:rPr>
              <a:t>）：指出在缓冲方式下本片是主片还是从片。它与</a:t>
            </a:r>
            <a:r>
              <a:rPr lang="en-US" altLang="zh-CN" sz="2000">
                <a:latin typeface="Times New Roman" panose="02020603050405020304" pitchFamily="18" charset="0"/>
              </a:rPr>
              <a:t>D3</a:t>
            </a:r>
            <a:r>
              <a:rPr lang="zh-CN" altLang="en-US" sz="2000">
                <a:latin typeface="Times New Roman" panose="02020603050405020304" pitchFamily="18" charset="0"/>
              </a:rPr>
              <a:t>位配合使用，</a:t>
            </a:r>
            <a:r>
              <a:rPr lang="en-US" altLang="zh-CN" sz="2000">
                <a:latin typeface="Times New Roman" panose="02020603050405020304" pitchFamily="18" charset="0"/>
              </a:rPr>
              <a:t>D3=0</a:t>
            </a:r>
            <a:r>
              <a:rPr lang="zh-CN" altLang="en-US" sz="2000">
                <a:latin typeface="Times New Roman" panose="02020603050405020304" pitchFamily="18" charset="0"/>
              </a:rPr>
              <a:t>时，</a:t>
            </a:r>
            <a:r>
              <a:rPr lang="en-US" altLang="zh-CN" sz="2000">
                <a:latin typeface="Times New Roman" panose="02020603050405020304" pitchFamily="18" charset="0"/>
              </a:rPr>
              <a:t>D2</a:t>
            </a:r>
            <a:r>
              <a:rPr lang="zh-CN" altLang="en-US" sz="2000">
                <a:latin typeface="Times New Roman" panose="02020603050405020304" pitchFamily="18" charset="0"/>
              </a:rPr>
              <a:t>位不起作用。</a:t>
            </a:r>
          </a:p>
          <a:p>
            <a:pPr algn="just">
              <a:spcBef>
                <a:spcPct val="10000"/>
              </a:spcBef>
            </a:pPr>
            <a:r>
              <a:rPr lang="en-US" altLang="zh-CN" sz="2000">
                <a:latin typeface="Times New Roman" panose="02020603050405020304" pitchFamily="18" charset="0"/>
              </a:rPr>
              <a:t>D3=1</a:t>
            </a:r>
            <a:r>
              <a:rPr lang="zh-CN" altLang="en-US" sz="2000">
                <a:latin typeface="Times New Roman" panose="02020603050405020304" pitchFamily="18" charset="0"/>
              </a:rPr>
              <a:t>时，</a:t>
            </a:r>
            <a:r>
              <a:rPr lang="en-US" altLang="zh-CN" sz="2000">
                <a:latin typeface="Times New Roman" panose="02020603050405020304" pitchFamily="18" charset="0"/>
              </a:rPr>
              <a:t>D2=0</a:t>
            </a:r>
            <a:r>
              <a:rPr lang="zh-CN" altLang="en-US" sz="2000">
                <a:latin typeface="Times New Roman" panose="02020603050405020304" pitchFamily="18" charset="0"/>
              </a:rPr>
              <a:t>，本片为从片；</a:t>
            </a:r>
            <a:r>
              <a:rPr lang="en-US" altLang="zh-CN" sz="2000">
                <a:latin typeface="Times New Roman" panose="02020603050405020304" pitchFamily="18" charset="0"/>
              </a:rPr>
              <a:t>D2=1</a:t>
            </a:r>
            <a:r>
              <a:rPr lang="zh-CN" altLang="en-US" sz="2000">
                <a:latin typeface="Times New Roman" panose="02020603050405020304" pitchFamily="18" charset="0"/>
              </a:rPr>
              <a:t>，本片为主片。</a:t>
            </a:r>
          </a:p>
          <a:p>
            <a:pPr>
              <a:spcBef>
                <a:spcPct val="10000"/>
              </a:spcBef>
            </a:pPr>
            <a:r>
              <a:rPr lang="zh-CN" altLang="en-US" sz="2000">
                <a:latin typeface="Times New Roman" panose="02020603050405020304" pitchFamily="18" charset="0"/>
              </a:rPr>
              <a:t>    </a:t>
            </a:r>
            <a:r>
              <a:rPr lang="en-US" altLang="zh-CN" sz="2000">
                <a:latin typeface="Times New Roman" panose="02020603050405020304" pitchFamily="18" charset="0"/>
              </a:rPr>
              <a:t>D1</a:t>
            </a:r>
            <a:r>
              <a:rPr lang="zh-CN" altLang="en-US" sz="2000">
                <a:latin typeface="宋体" panose="02010600030101010101" pitchFamily="2" charset="-122"/>
              </a:rPr>
              <a:t>（</a:t>
            </a:r>
            <a:r>
              <a:rPr lang="en-US" altLang="zh-CN" sz="2000">
                <a:latin typeface="Times New Roman" panose="02020603050405020304" pitchFamily="18" charset="0"/>
              </a:rPr>
              <a:t>AEOI</a:t>
            </a:r>
            <a:r>
              <a:rPr lang="zh-CN" altLang="en-US" sz="2000">
                <a:latin typeface="宋体" panose="02010600030101010101" pitchFamily="2" charset="-122"/>
              </a:rPr>
              <a:t>）：指定</a:t>
            </a:r>
            <a:r>
              <a:rPr lang="en-US" altLang="zh-CN" sz="2000">
                <a:latin typeface="Times New Roman" panose="02020603050405020304" pitchFamily="18" charset="0"/>
              </a:rPr>
              <a:t>8259A</a:t>
            </a:r>
            <a:r>
              <a:rPr lang="zh-CN" altLang="en-US" sz="2000">
                <a:latin typeface="宋体" panose="02010600030101010101" pitchFamily="2" charset="-122"/>
              </a:rPr>
              <a:t>是否采用自动中断结束方式。</a:t>
            </a:r>
            <a:r>
              <a:rPr lang="en-US" altLang="zh-CN" sz="2000">
                <a:latin typeface="Times New Roman" panose="02020603050405020304" pitchFamily="18" charset="0"/>
              </a:rPr>
              <a:t>D1=0</a:t>
            </a:r>
            <a:r>
              <a:rPr lang="zh-CN" altLang="en-US" sz="2000">
                <a:latin typeface="宋体" panose="02010600030101010101" pitchFamily="2" charset="-122"/>
              </a:rPr>
              <a:t>，为正常中断结束方式；</a:t>
            </a:r>
            <a:r>
              <a:rPr lang="en-US" altLang="zh-CN" sz="2000">
                <a:latin typeface="Times New Roman" panose="02020603050405020304" pitchFamily="18" charset="0"/>
              </a:rPr>
              <a:t>D1=1</a:t>
            </a:r>
            <a:r>
              <a:rPr lang="zh-CN" altLang="en-US" sz="2000">
                <a:latin typeface="宋体" panose="02010600030101010101" pitchFamily="2" charset="-122"/>
              </a:rPr>
              <a:t>，为自动中断结束方式。</a:t>
            </a:r>
            <a:r>
              <a:rPr lang="zh-CN" altLang="en-US" sz="2400" b="1">
                <a:latin typeface="Times New Roman" panose="02020603050405020304" pitchFamily="18" charset="0"/>
              </a:rPr>
              <a:t> </a:t>
            </a:r>
          </a:p>
        </p:txBody>
      </p:sp>
      <p:sp>
        <p:nvSpPr>
          <p:cNvPr id="42005" name="灯片编号占位符 1">
            <a:extLst>
              <a:ext uri="{FF2B5EF4-FFF2-40B4-BE49-F238E27FC236}">
                <a16:creationId xmlns:a16="http://schemas.microsoft.com/office/drawing/2014/main" id="{0B9DEA8B-B374-4320-90CF-0483727DCD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50DE8126-DA3F-495D-9931-8F9E188B5EF0}" type="slidenum">
              <a:rPr lang="zh-CN" altLang="en-US" smtClean="0"/>
              <a:pPr eaLnBrk="0" hangingPunct="0"/>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框 43009">
            <a:extLst>
              <a:ext uri="{FF2B5EF4-FFF2-40B4-BE49-F238E27FC236}">
                <a16:creationId xmlns:a16="http://schemas.microsoft.com/office/drawing/2014/main" id="{916394FE-3C83-4A34-94E2-B6ADBDD0E54A}"/>
              </a:ext>
            </a:extLst>
          </p:cNvPr>
          <p:cNvSpPr txBox="1">
            <a:spLocks noChangeArrowheads="1"/>
          </p:cNvSpPr>
          <p:nvPr/>
        </p:nvSpPr>
        <p:spPr bwMode="auto">
          <a:xfrm>
            <a:off x="838200" y="792163"/>
            <a:ext cx="7316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600" b="1">
                <a:solidFill>
                  <a:srgbClr val="FF0000"/>
                </a:solidFill>
                <a:latin typeface="Times New Roman" panose="02020603050405020304" pitchFamily="18" charset="0"/>
                <a:ea typeface="黑体" panose="02010609060101010101" pitchFamily="49" charset="-122"/>
              </a:rPr>
              <a:t>例</a:t>
            </a:r>
          </a:p>
        </p:txBody>
      </p:sp>
      <p:sp>
        <p:nvSpPr>
          <p:cNvPr id="43011" name="矩形 43010">
            <a:extLst>
              <a:ext uri="{FF2B5EF4-FFF2-40B4-BE49-F238E27FC236}">
                <a16:creationId xmlns:a16="http://schemas.microsoft.com/office/drawing/2014/main" id="{476B7602-3AAF-466B-9C13-42B29EC3E804}"/>
              </a:ext>
            </a:extLst>
          </p:cNvPr>
          <p:cNvSpPr>
            <a:spLocks noChangeArrowheads="1"/>
          </p:cNvSpPr>
          <p:nvPr/>
        </p:nvSpPr>
        <p:spPr bwMode="auto">
          <a:xfrm>
            <a:off x="990600" y="1524000"/>
            <a:ext cx="78486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b="1">
                <a:solidFill>
                  <a:schemeClr val="folHlink"/>
                </a:solidFill>
                <a:latin typeface="Times New Roman" panose="02020603050405020304" pitchFamily="18" charset="0"/>
              </a:rPr>
              <a:t>将</a:t>
            </a:r>
            <a:r>
              <a:rPr lang="en-US" altLang="zh-CN" sz="2400" b="1">
                <a:solidFill>
                  <a:schemeClr val="folHlink"/>
                </a:solidFill>
                <a:latin typeface="黑体" panose="02010609060101010101" pitchFamily="49" charset="-122"/>
              </a:rPr>
              <a:t>8259A</a:t>
            </a:r>
            <a:r>
              <a:rPr lang="zh-CN" altLang="en-US" sz="2400" b="1">
                <a:solidFill>
                  <a:schemeClr val="folHlink"/>
                </a:solidFill>
                <a:latin typeface="Times New Roman" panose="02020603050405020304" pitchFamily="18" charset="0"/>
              </a:rPr>
              <a:t>按以下条件初始化：单片</a:t>
            </a:r>
            <a:r>
              <a:rPr lang="en-US" altLang="zh-CN" sz="2400" b="1">
                <a:solidFill>
                  <a:schemeClr val="folHlink"/>
                </a:solidFill>
                <a:latin typeface="黑体" panose="02010609060101010101" pitchFamily="49" charset="-122"/>
              </a:rPr>
              <a:t>8259A</a:t>
            </a:r>
            <a:r>
              <a:rPr lang="zh-CN" altLang="en-US" sz="2400" b="1">
                <a:solidFill>
                  <a:schemeClr val="folHlink"/>
                </a:solidFill>
                <a:latin typeface="Times New Roman" panose="02020603050405020304" pitchFamily="18" charset="0"/>
              </a:rPr>
              <a:t>工作，中断请求信号为边沿触发方式，中断类型号的高</a:t>
            </a:r>
            <a:r>
              <a:rPr lang="en-US" altLang="zh-CN" sz="2400" b="1">
                <a:solidFill>
                  <a:schemeClr val="folHlink"/>
                </a:solidFill>
                <a:latin typeface="黑体" panose="02010609060101010101" pitchFamily="49" charset="-122"/>
              </a:rPr>
              <a:t>5</a:t>
            </a:r>
            <a:r>
              <a:rPr lang="zh-CN" altLang="en-US" sz="2400" b="1">
                <a:solidFill>
                  <a:schemeClr val="folHlink"/>
                </a:solidFill>
                <a:latin typeface="Times New Roman" panose="02020603050405020304" pitchFamily="18" charset="0"/>
              </a:rPr>
              <a:t>位为</a:t>
            </a:r>
            <a:r>
              <a:rPr lang="en-US" altLang="zh-CN" sz="2400" b="1">
                <a:solidFill>
                  <a:schemeClr val="folHlink"/>
                </a:solidFill>
                <a:latin typeface="黑体" panose="02010609060101010101" pitchFamily="49" charset="-122"/>
              </a:rPr>
              <a:t>00011</a:t>
            </a:r>
            <a:r>
              <a:rPr lang="zh-CN" altLang="en-US" sz="2400" b="1">
                <a:solidFill>
                  <a:schemeClr val="folHlink"/>
                </a:solidFill>
                <a:latin typeface="Times New Roman" panose="02020603050405020304" pitchFamily="18" charset="0"/>
              </a:rPr>
              <a:t>，采用自动中断结束方式。设</a:t>
            </a:r>
            <a:r>
              <a:rPr lang="en-US" altLang="zh-CN" sz="2400" b="1">
                <a:solidFill>
                  <a:schemeClr val="folHlink"/>
                </a:solidFill>
                <a:latin typeface="黑体" panose="02010609060101010101" pitchFamily="49" charset="-122"/>
              </a:rPr>
              <a:t>8259A</a:t>
            </a:r>
            <a:r>
              <a:rPr lang="zh-CN" altLang="en-US" sz="2400" b="1">
                <a:solidFill>
                  <a:schemeClr val="folHlink"/>
                </a:solidFill>
                <a:latin typeface="Times New Roman" panose="02020603050405020304" pitchFamily="18" charset="0"/>
              </a:rPr>
              <a:t>的端口地址为</a:t>
            </a:r>
            <a:r>
              <a:rPr lang="en-US" altLang="zh-CN" sz="2400" b="1">
                <a:solidFill>
                  <a:schemeClr val="folHlink"/>
                </a:solidFill>
                <a:latin typeface="黑体" panose="02010609060101010101" pitchFamily="49" charset="-122"/>
              </a:rPr>
              <a:t>20H</a:t>
            </a:r>
            <a:r>
              <a:rPr lang="zh-CN" altLang="en-US" sz="2400" b="1">
                <a:solidFill>
                  <a:schemeClr val="folHlink"/>
                </a:solidFill>
                <a:latin typeface="Times New Roman" panose="02020603050405020304" pitchFamily="18" charset="0"/>
              </a:rPr>
              <a:t>和</a:t>
            </a:r>
            <a:r>
              <a:rPr lang="en-US" altLang="zh-CN" sz="2400" b="1">
                <a:solidFill>
                  <a:schemeClr val="folHlink"/>
                </a:solidFill>
                <a:latin typeface="黑体" panose="02010609060101010101" pitchFamily="49" charset="-122"/>
              </a:rPr>
              <a:t>21H</a:t>
            </a:r>
            <a:r>
              <a:rPr lang="zh-CN" altLang="en-US" sz="2400" b="1">
                <a:solidFill>
                  <a:schemeClr val="folHlink"/>
                </a:solidFill>
                <a:latin typeface="Times New Roman" panose="02020603050405020304" pitchFamily="18" charset="0"/>
              </a:rPr>
              <a:t>。</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Times New Roman" panose="02020603050405020304" pitchFamily="18" charset="0"/>
              </a:rPr>
              <a:t>初始化程序如下：</a:t>
            </a:r>
          </a:p>
          <a:p>
            <a:pPr algn="just"/>
            <a:endParaRPr lang="zh-CN" altLang="en-US" sz="2400" b="1">
              <a:solidFill>
                <a:schemeClr val="folHlink"/>
              </a:solidFill>
              <a:latin typeface="黑体" panose="02010609060101010101" pitchFamily="49" charset="-122"/>
            </a:endParaRPr>
          </a:p>
          <a:p>
            <a:pPr algn="just"/>
            <a:r>
              <a:rPr lang="zh-CN" altLang="en-US" sz="2400">
                <a:solidFill>
                  <a:srgbClr val="92C09D"/>
                </a:solidFill>
                <a:latin typeface="黑体" panose="02010609060101010101" pitchFamily="49" charset="-122"/>
              </a:rPr>
              <a:t>       </a:t>
            </a:r>
            <a:r>
              <a:rPr lang="en-US" altLang="zh-CN" sz="2400" b="1">
                <a:solidFill>
                  <a:srgbClr val="3399FF"/>
                </a:solidFill>
                <a:latin typeface="Times New Roman" panose="02020603050405020304" pitchFamily="18" charset="0"/>
              </a:rPr>
              <a:t>MOV  AL</a:t>
            </a:r>
            <a:r>
              <a:rPr lang="zh-CN" altLang="en-US" sz="2400" b="1">
                <a:solidFill>
                  <a:srgbClr val="3399FF"/>
                </a:solidFill>
                <a:latin typeface="Times New Roman" panose="02020603050405020304" pitchFamily="18" charset="0"/>
              </a:rPr>
              <a:t>，</a:t>
            </a:r>
            <a:r>
              <a:rPr lang="en-US" altLang="zh-CN" sz="2400" b="1">
                <a:solidFill>
                  <a:srgbClr val="3399FF"/>
                </a:solidFill>
                <a:latin typeface="Times New Roman" panose="02020603050405020304" pitchFamily="18" charset="0"/>
              </a:rPr>
              <a:t>13H</a:t>
            </a:r>
          </a:p>
          <a:p>
            <a:pPr algn="just"/>
            <a:r>
              <a:rPr lang="en-US" altLang="zh-CN" sz="2400" b="1">
                <a:solidFill>
                  <a:srgbClr val="3399FF"/>
                </a:solidFill>
                <a:latin typeface="Times New Roman" panose="02020603050405020304" pitchFamily="18" charset="0"/>
              </a:rPr>
              <a:t>              OUT  20H</a:t>
            </a:r>
            <a:r>
              <a:rPr lang="zh-CN" altLang="en-US" sz="2400" b="1">
                <a:solidFill>
                  <a:srgbClr val="3399FF"/>
                </a:solidFill>
                <a:latin typeface="Times New Roman" panose="02020603050405020304" pitchFamily="18" charset="0"/>
              </a:rPr>
              <a:t>，</a:t>
            </a:r>
            <a:r>
              <a:rPr lang="en-US" altLang="zh-CN" sz="2400" b="1">
                <a:solidFill>
                  <a:srgbClr val="3399FF"/>
                </a:solidFill>
                <a:latin typeface="Times New Roman" panose="02020603050405020304" pitchFamily="18" charset="0"/>
              </a:rPr>
              <a:t>AL       </a:t>
            </a:r>
            <a:r>
              <a:rPr lang="zh-CN" altLang="en-US" sz="2400" b="1">
                <a:solidFill>
                  <a:srgbClr val="3399FF"/>
                </a:solidFill>
                <a:latin typeface="Times New Roman" panose="02020603050405020304" pitchFamily="18" charset="0"/>
              </a:rPr>
              <a:t>；设置</a:t>
            </a:r>
            <a:r>
              <a:rPr lang="en-US" altLang="zh-CN" sz="2400" b="1">
                <a:solidFill>
                  <a:srgbClr val="3399FF"/>
                </a:solidFill>
                <a:latin typeface="Times New Roman" panose="02020603050405020304" pitchFamily="18" charset="0"/>
              </a:rPr>
              <a:t>ICW1</a:t>
            </a:r>
          </a:p>
          <a:p>
            <a:pPr algn="just"/>
            <a:r>
              <a:rPr lang="en-US" altLang="zh-CN" sz="2400" b="1">
                <a:solidFill>
                  <a:srgbClr val="3399FF"/>
                </a:solidFill>
                <a:latin typeface="Times New Roman" panose="02020603050405020304" pitchFamily="18" charset="0"/>
              </a:rPr>
              <a:t>              MOV  AL</a:t>
            </a:r>
            <a:r>
              <a:rPr lang="zh-CN" altLang="en-US" sz="2400" b="1">
                <a:solidFill>
                  <a:srgbClr val="3399FF"/>
                </a:solidFill>
                <a:latin typeface="Times New Roman" panose="02020603050405020304" pitchFamily="18" charset="0"/>
              </a:rPr>
              <a:t>，</a:t>
            </a:r>
            <a:r>
              <a:rPr lang="en-US" altLang="zh-CN" sz="2400" b="1">
                <a:solidFill>
                  <a:srgbClr val="3399FF"/>
                </a:solidFill>
                <a:latin typeface="Times New Roman" panose="02020603050405020304" pitchFamily="18" charset="0"/>
              </a:rPr>
              <a:t>18H</a:t>
            </a:r>
          </a:p>
          <a:p>
            <a:pPr algn="just"/>
            <a:r>
              <a:rPr lang="en-US" altLang="zh-CN" sz="2400" b="1">
                <a:solidFill>
                  <a:srgbClr val="3399FF"/>
                </a:solidFill>
                <a:latin typeface="Times New Roman" panose="02020603050405020304" pitchFamily="18" charset="0"/>
              </a:rPr>
              <a:t>              OUT  21H</a:t>
            </a:r>
            <a:r>
              <a:rPr lang="zh-CN" altLang="en-US" sz="2400" b="1">
                <a:solidFill>
                  <a:srgbClr val="3399FF"/>
                </a:solidFill>
                <a:latin typeface="Times New Roman" panose="02020603050405020304" pitchFamily="18" charset="0"/>
              </a:rPr>
              <a:t>，</a:t>
            </a:r>
            <a:r>
              <a:rPr lang="en-US" altLang="zh-CN" sz="2400" b="1">
                <a:solidFill>
                  <a:srgbClr val="3399FF"/>
                </a:solidFill>
                <a:latin typeface="Times New Roman" panose="02020603050405020304" pitchFamily="18" charset="0"/>
              </a:rPr>
              <a:t>AL       </a:t>
            </a:r>
            <a:r>
              <a:rPr lang="zh-CN" altLang="en-US" sz="2400" b="1">
                <a:solidFill>
                  <a:srgbClr val="3399FF"/>
                </a:solidFill>
                <a:latin typeface="Times New Roman" panose="02020603050405020304" pitchFamily="18" charset="0"/>
              </a:rPr>
              <a:t>；设置</a:t>
            </a:r>
            <a:r>
              <a:rPr lang="en-US" altLang="zh-CN" sz="2400" b="1">
                <a:solidFill>
                  <a:srgbClr val="3399FF"/>
                </a:solidFill>
                <a:latin typeface="Times New Roman" panose="02020603050405020304" pitchFamily="18" charset="0"/>
              </a:rPr>
              <a:t>ICW2</a:t>
            </a:r>
          </a:p>
          <a:p>
            <a:pPr algn="just"/>
            <a:r>
              <a:rPr lang="en-US" altLang="zh-CN" sz="2400" b="1">
                <a:solidFill>
                  <a:srgbClr val="3399FF"/>
                </a:solidFill>
                <a:latin typeface="Times New Roman" panose="02020603050405020304" pitchFamily="18" charset="0"/>
              </a:rPr>
              <a:t>              MOV  AL</a:t>
            </a:r>
            <a:r>
              <a:rPr lang="zh-CN" altLang="en-US" sz="2400" b="1">
                <a:solidFill>
                  <a:srgbClr val="3399FF"/>
                </a:solidFill>
                <a:latin typeface="Times New Roman" panose="02020603050405020304" pitchFamily="18" charset="0"/>
              </a:rPr>
              <a:t>，</a:t>
            </a:r>
            <a:r>
              <a:rPr lang="en-US" altLang="zh-CN" sz="2400" b="1">
                <a:solidFill>
                  <a:srgbClr val="3399FF"/>
                </a:solidFill>
                <a:latin typeface="Times New Roman" panose="02020603050405020304" pitchFamily="18" charset="0"/>
              </a:rPr>
              <a:t>03H</a:t>
            </a:r>
          </a:p>
          <a:p>
            <a:pPr algn="just"/>
            <a:r>
              <a:rPr lang="en-US" altLang="zh-CN" sz="2400" b="1">
                <a:solidFill>
                  <a:srgbClr val="3399FF"/>
                </a:solidFill>
                <a:latin typeface="Times New Roman" panose="02020603050405020304" pitchFamily="18" charset="0"/>
              </a:rPr>
              <a:t>              OUT  21H</a:t>
            </a:r>
            <a:r>
              <a:rPr lang="zh-CN" altLang="en-US" sz="2400" b="1">
                <a:solidFill>
                  <a:srgbClr val="3399FF"/>
                </a:solidFill>
                <a:latin typeface="Times New Roman" panose="02020603050405020304" pitchFamily="18" charset="0"/>
              </a:rPr>
              <a:t>，</a:t>
            </a:r>
            <a:r>
              <a:rPr lang="en-US" altLang="zh-CN" sz="2400" b="1">
                <a:solidFill>
                  <a:srgbClr val="3399FF"/>
                </a:solidFill>
                <a:latin typeface="Times New Roman" panose="02020603050405020304" pitchFamily="18" charset="0"/>
              </a:rPr>
              <a:t>AL       </a:t>
            </a:r>
            <a:r>
              <a:rPr lang="zh-CN" altLang="en-US" sz="2400" b="1">
                <a:solidFill>
                  <a:srgbClr val="3399FF"/>
                </a:solidFill>
                <a:latin typeface="Times New Roman" panose="02020603050405020304" pitchFamily="18" charset="0"/>
              </a:rPr>
              <a:t>；设置</a:t>
            </a:r>
            <a:r>
              <a:rPr lang="en-US" altLang="zh-CN" sz="2400" b="1">
                <a:solidFill>
                  <a:srgbClr val="3399FF"/>
                </a:solidFill>
                <a:latin typeface="Times New Roman" panose="02020603050405020304" pitchFamily="18" charset="0"/>
              </a:rPr>
              <a:t>ICW4</a:t>
            </a:r>
          </a:p>
          <a:p>
            <a:pPr algn="just"/>
            <a:endParaRPr lang="zh-CN" altLang="en-US" sz="2400" b="1">
              <a:solidFill>
                <a:srgbClr val="3399FF"/>
              </a:solidFill>
              <a:latin typeface="黑体" panose="02010609060101010101" pitchFamily="49" charset="-122"/>
              <a:ea typeface="黑体" panose="02010609060101010101" pitchFamily="49" charset="-122"/>
            </a:endParaRPr>
          </a:p>
        </p:txBody>
      </p:sp>
      <p:sp>
        <p:nvSpPr>
          <p:cNvPr id="2" name="文本框 43011">
            <a:extLst>
              <a:ext uri="{FF2B5EF4-FFF2-40B4-BE49-F238E27FC236}">
                <a16:creationId xmlns:a16="http://schemas.microsoft.com/office/drawing/2014/main" id="{3A0B4759-47EB-4C0E-B337-B58B55804F8B}"/>
              </a:ext>
            </a:extLst>
          </p:cNvPr>
          <p:cNvSpPr txBox="1">
            <a:spLocks noChangeArrowheads="1"/>
          </p:cNvSpPr>
          <p:nvPr/>
        </p:nvSpPr>
        <p:spPr bwMode="auto">
          <a:xfrm>
            <a:off x="3995738" y="5949950"/>
            <a:ext cx="172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spcBef>
                <a:spcPct val="50000"/>
              </a:spcBef>
            </a:pPr>
            <a:r>
              <a:rPr lang="zh-CN" altLang="en-US">
                <a:latin typeface="Garamond" panose="02020404030301010803" pitchFamily="18" charset="0"/>
              </a:rPr>
              <a:t>第</a:t>
            </a:r>
            <a:r>
              <a:rPr lang="en-US" altLang="zh-CN">
                <a:latin typeface="Garamond" panose="02020404030301010803" pitchFamily="18" charset="0"/>
              </a:rPr>
              <a:t>12</a:t>
            </a:r>
            <a:r>
              <a:rPr lang="zh-CN" altLang="en-US">
                <a:latin typeface="Garamond" panose="02020404030301010803" pitchFamily="18" charset="0"/>
              </a:rPr>
              <a:t>周</a:t>
            </a:r>
            <a:r>
              <a:rPr lang="en-US" altLang="zh-CN">
                <a:latin typeface="Garamond" panose="02020404030301010803" pitchFamily="18" charset="0"/>
              </a:rPr>
              <a:t>5here</a:t>
            </a:r>
          </a:p>
        </p:txBody>
      </p:sp>
      <p:sp>
        <p:nvSpPr>
          <p:cNvPr id="43012" name="灯片编号占位符 1">
            <a:extLst>
              <a:ext uri="{FF2B5EF4-FFF2-40B4-BE49-F238E27FC236}">
                <a16:creationId xmlns:a16="http://schemas.microsoft.com/office/drawing/2014/main" id="{3486752C-C6B1-4057-B96E-63039A82FC2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41DA5BAC-ADA7-4FD3-ADC7-F264C5B25D2C}" type="slidenum">
              <a:rPr lang="zh-CN" altLang="en-US" smtClean="0"/>
              <a:pPr eaLnBrk="0" hangingPunct="0"/>
              <a:t>39</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slide(fromLeft)">
                                      <p:cBhvr>
                                        <p:cTn id="7" dur="500"/>
                                        <p:tgtEl>
                                          <p:spTgt spid="43010"/>
                                        </p:tgtEl>
                                      </p:cBhvr>
                                    </p:animEffect>
                                  </p:childTnLst>
                                </p:cTn>
                              </p:par>
                            </p:childTnLst>
                          </p:cTn>
                        </p:par>
                        <p:par>
                          <p:cTn id="8" fill="hold" nodeType="afterGroup">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3011"/>
                                        </p:tgtEl>
                                        <p:attrNameLst>
                                          <p:attrName>style.visibility</p:attrName>
                                        </p:attrNameLst>
                                      </p:cBhvr>
                                      <p:to>
                                        <p:strVal val="visible"/>
                                      </p:to>
                                    </p:set>
                                    <p:animEffect transition="in" filter="barn(outVertical)">
                                      <p:cBhvr>
                                        <p:cTn id="11" dur="500"/>
                                        <p:tgtEl>
                                          <p:spTgt spid="4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P spid="430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文本框 44033">
            <a:extLst>
              <a:ext uri="{FF2B5EF4-FFF2-40B4-BE49-F238E27FC236}">
                <a16:creationId xmlns:a16="http://schemas.microsoft.com/office/drawing/2014/main" id="{1DAE275B-9BE4-4581-9DA7-D67C4FE1CF02}"/>
              </a:ext>
            </a:extLst>
          </p:cNvPr>
          <p:cNvSpPr txBox="1">
            <a:spLocks noChangeArrowheads="1"/>
          </p:cNvSpPr>
          <p:nvPr/>
        </p:nvSpPr>
        <p:spPr bwMode="auto">
          <a:xfrm>
            <a:off x="323850" y="446088"/>
            <a:ext cx="86106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b="1">
                <a:solidFill>
                  <a:srgbClr val="FFFF00"/>
                </a:solidFill>
                <a:latin typeface="Times New Roman" panose="02020603050405020304" pitchFamily="18" charset="0"/>
              </a:rPr>
              <a:t>二、操作命令字</a:t>
            </a:r>
          </a:p>
          <a:p>
            <a:pPr algn="just"/>
            <a:r>
              <a:rPr lang="zh-CN" altLang="en-US" sz="2400" b="1">
                <a:latin typeface="Times New Roman" panose="02020603050405020304" pitchFamily="18" charset="0"/>
              </a:rPr>
              <a:t>    </a:t>
            </a:r>
            <a:r>
              <a:rPr lang="zh-CN" altLang="en-US" sz="2400">
                <a:latin typeface="Times New Roman" panose="02020603050405020304" pitchFamily="18" charset="0"/>
              </a:rPr>
              <a:t>向</a:t>
            </a:r>
            <a:r>
              <a:rPr lang="en-US" altLang="zh-CN" sz="2400">
                <a:latin typeface="Times New Roman" panose="02020603050405020304" pitchFamily="18" charset="0"/>
              </a:rPr>
              <a:t>8259A</a:t>
            </a:r>
            <a:r>
              <a:rPr lang="zh-CN" altLang="en-US" sz="2400">
                <a:latin typeface="Times New Roman" panose="02020603050405020304" pitchFamily="18" charset="0"/>
              </a:rPr>
              <a:t>写入初始化命令字后，</a:t>
            </a:r>
            <a:r>
              <a:rPr lang="en-US" altLang="zh-CN" sz="2400">
                <a:latin typeface="Times New Roman" panose="02020603050405020304" pitchFamily="18" charset="0"/>
              </a:rPr>
              <a:t>8259A</a:t>
            </a:r>
            <a:r>
              <a:rPr lang="zh-CN" altLang="en-US" sz="2400">
                <a:latin typeface="Times New Roman" panose="02020603050405020304" pitchFamily="18" charset="0"/>
              </a:rPr>
              <a:t>便可接受外部的中断请求信号，且工作于完成嵌套工作方式。若在中断处理过程欲动态地改变初始化时设置的中断控制方式，必须继续写入操作命令字。</a:t>
            </a:r>
          </a:p>
          <a:p>
            <a:pPr algn="just"/>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OCW1</a:t>
            </a:r>
          </a:p>
          <a:p>
            <a:r>
              <a:rPr lang="zh-CN" altLang="en-US" sz="2400">
                <a:latin typeface="宋体" panose="02010600030101010101" pitchFamily="2" charset="-122"/>
              </a:rPr>
              <a:t>中断屏蔽命令字，其内容被存入中断屏蔽寄存器</a:t>
            </a:r>
            <a:r>
              <a:rPr lang="en-US" altLang="zh-CN" sz="2400">
                <a:latin typeface="Times New Roman" panose="02020603050405020304" pitchFamily="18" charset="0"/>
              </a:rPr>
              <a:t>IMR</a:t>
            </a:r>
            <a:r>
              <a:rPr lang="zh-CN" altLang="en-US" sz="2400">
                <a:latin typeface="宋体" panose="02010600030101010101" pitchFamily="2" charset="-122"/>
              </a:rPr>
              <a:t>中，格式如下：</a:t>
            </a:r>
            <a:r>
              <a:rPr lang="zh-CN" altLang="en-US" sz="2400">
                <a:latin typeface="Times New Roman" panose="02020603050405020304" pitchFamily="18" charset="0"/>
              </a:rPr>
              <a:t> </a:t>
            </a:r>
          </a:p>
        </p:txBody>
      </p:sp>
      <p:sp>
        <p:nvSpPr>
          <p:cNvPr id="44034" name="文本框 44034">
            <a:extLst>
              <a:ext uri="{FF2B5EF4-FFF2-40B4-BE49-F238E27FC236}">
                <a16:creationId xmlns:a16="http://schemas.microsoft.com/office/drawing/2014/main" id="{D0F3FA75-FB22-4ABC-B77C-68BC83A77927}"/>
              </a:ext>
            </a:extLst>
          </p:cNvPr>
          <p:cNvSpPr txBox="1">
            <a:spLocks noChangeAspect="1" noChangeArrowheads="1"/>
          </p:cNvSpPr>
          <p:nvPr/>
        </p:nvSpPr>
        <p:spPr bwMode="auto">
          <a:xfrm>
            <a:off x="2889250" y="3605213"/>
            <a:ext cx="46831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M7</a:t>
            </a:r>
          </a:p>
        </p:txBody>
      </p:sp>
      <p:sp>
        <p:nvSpPr>
          <p:cNvPr id="44035" name="文本框 44035">
            <a:extLst>
              <a:ext uri="{FF2B5EF4-FFF2-40B4-BE49-F238E27FC236}">
                <a16:creationId xmlns:a16="http://schemas.microsoft.com/office/drawing/2014/main" id="{8EA695BE-7AB0-4B22-AC3F-0A968CE8EEE8}"/>
              </a:ext>
            </a:extLst>
          </p:cNvPr>
          <p:cNvSpPr txBox="1">
            <a:spLocks noChangeAspect="1" noChangeArrowheads="1"/>
          </p:cNvSpPr>
          <p:nvPr/>
        </p:nvSpPr>
        <p:spPr bwMode="auto">
          <a:xfrm>
            <a:off x="2936875"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D7</a:t>
            </a:r>
          </a:p>
        </p:txBody>
      </p:sp>
      <p:sp>
        <p:nvSpPr>
          <p:cNvPr id="44036" name="文本框 44036">
            <a:extLst>
              <a:ext uri="{FF2B5EF4-FFF2-40B4-BE49-F238E27FC236}">
                <a16:creationId xmlns:a16="http://schemas.microsoft.com/office/drawing/2014/main" id="{08B52617-4F7C-4098-B1E5-CA139EDF9DDE}"/>
              </a:ext>
            </a:extLst>
          </p:cNvPr>
          <p:cNvSpPr txBox="1">
            <a:spLocks noChangeAspect="1" noChangeArrowheads="1"/>
          </p:cNvSpPr>
          <p:nvPr/>
        </p:nvSpPr>
        <p:spPr bwMode="auto">
          <a:xfrm>
            <a:off x="2286000" y="3602038"/>
            <a:ext cx="46831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1</a:t>
            </a:r>
          </a:p>
        </p:txBody>
      </p:sp>
      <p:sp>
        <p:nvSpPr>
          <p:cNvPr id="44037" name="文本框 44037">
            <a:extLst>
              <a:ext uri="{FF2B5EF4-FFF2-40B4-BE49-F238E27FC236}">
                <a16:creationId xmlns:a16="http://schemas.microsoft.com/office/drawing/2014/main" id="{E78705CF-1A98-4039-98B4-0949BED503E5}"/>
              </a:ext>
            </a:extLst>
          </p:cNvPr>
          <p:cNvSpPr txBox="1">
            <a:spLocks noChangeAspect="1" noChangeArrowheads="1"/>
          </p:cNvSpPr>
          <p:nvPr/>
        </p:nvSpPr>
        <p:spPr bwMode="auto">
          <a:xfrm>
            <a:off x="2333625" y="3276600"/>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A0</a:t>
            </a:r>
          </a:p>
        </p:txBody>
      </p:sp>
      <p:sp>
        <p:nvSpPr>
          <p:cNvPr id="44038" name="文本框 44038">
            <a:extLst>
              <a:ext uri="{FF2B5EF4-FFF2-40B4-BE49-F238E27FC236}">
                <a16:creationId xmlns:a16="http://schemas.microsoft.com/office/drawing/2014/main" id="{5818D891-C09C-4D42-8EC1-D1C7EA7B77A0}"/>
              </a:ext>
            </a:extLst>
          </p:cNvPr>
          <p:cNvSpPr txBox="1">
            <a:spLocks noChangeAspect="1" noChangeArrowheads="1"/>
          </p:cNvSpPr>
          <p:nvPr/>
        </p:nvSpPr>
        <p:spPr bwMode="auto">
          <a:xfrm>
            <a:off x="3355975" y="3605213"/>
            <a:ext cx="46831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M6</a:t>
            </a:r>
          </a:p>
        </p:txBody>
      </p:sp>
      <p:sp>
        <p:nvSpPr>
          <p:cNvPr id="44039" name="文本框 44039">
            <a:extLst>
              <a:ext uri="{FF2B5EF4-FFF2-40B4-BE49-F238E27FC236}">
                <a16:creationId xmlns:a16="http://schemas.microsoft.com/office/drawing/2014/main" id="{84F116CF-78FA-4262-BD39-533C804FDA11}"/>
              </a:ext>
            </a:extLst>
          </p:cNvPr>
          <p:cNvSpPr txBox="1">
            <a:spLocks noChangeAspect="1" noChangeArrowheads="1"/>
          </p:cNvSpPr>
          <p:nvPr/>
        </p:nvSpPr>
        <p:spPr bwMode="auto">
          <a:xfrm>
            <a:off x="3403600"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D6</a:t>
            </a:r>
          </a:p>
        </p:txBody>
      </p:sp>
      <p:sp>
        <p:nvSpPr>
          <p:cNvPr id="44040" name="文本框 44040">
            <a:extLst>
              <a:ext uri="{FF2B5EF4-FFF2-40B4-BE49-F238E27FC236}">
                <a16:creationId xmlns:a16="http://schemas.microsoft.com/office/drawing/2014/main" id="{317F7D0E-02AB-40EB-A1C6-F70B7B1490CD}"/>
              </a:ext>
            </a:extLst>
          </p:cNvPr>
          <p:cNvSpPr txBox="1">
            <a:spLocks noChangeAspect="1" noChangeArrowheads="1"/>
          </p:cNvSpPr>
          <p:nvPr/>
        </p:nvSpPr>
        <p:spPr bwMode="auto">
          <a:xfrm>
            <a:off x="3822700" y="3605213"/>
            <a:ext cx="46831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M5</a:t>
            </a:r>
          </a:p>
        </p:txBody>
      </p:sp>
      <p:sp>
        <p:nvSpPr>
          <p:cNvPr id="44041" name="文本框 44041">
            <a:extLst>
              <a:ext uri="{FF2B5EF4-FFF2-40B4-BE49-F238E27FC236}">
                <a16:creationId xmlns:a16="http://schemas.microsoft.com/office/drawing/2014/main" id="{376DDDA3-E854-48D2-ACB4-67F761613B74}"/>
              </a:ext>
            </a:extLst>
          </p:cNvPr>
          <p:cNvSpPr txBox="1">
            <a:spLocks noChangeAspect="1" noChangeArrowheads="1"/>
          </p:cNvSpPr>
          <p:nvPr/>
        </p:nvSpPr>
        <p:spPr bwMode="auto">
          <a:xfrm>
            <a:off x="3870325"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D5</a:t>
            </a:r>
          </a:p>
        </p:txBody>
      </p:sp>
      <p:sp>
        <p:nvSpPr>
          <p:cNvPr id="44042" name="文本框 44042">
            <a:extLst>
              <a:ext uri="{FF2B5EF4-FFF2-40B4-BE49-F238E27FC236}">
                <a16:creationId xmlns:a16="http://schemas.microsoft.com/office/drawing/2014/main" id="{F096B2A5-A85F-4C3F-A96A-18821DAA2FA1}"/>
              </a:ext>
            </a:extLst>
          </p:cNvPr>
          <p:cNvSpPr txBox="1">
            <a:spLocks noChangeAspect="1" noChangeArrowheads="1"/>
          </p:cNvSpPr>
          <p:nvPr/>
        </p:nvSpPr>
        <p:spPr bwMode="auto">
          <a:xfrm>
            <a:off x="4287838" y="3605213"/>
            <a:ext cx="468312"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M4</a:t>
            </a:r>
          </a:p>
        </p:txBody>
      </p:sp>
      <p:sp>
        <p:nvSpPr>
          <p:cNvPr id="44043" name="文本框 44043">
            <a:extLst>
              <a:ext uri="{FF2B5EF4-FFF2-40B4-BE49-F238E27FC236}">
                <a16:creationId xmlns:a16="http://schemas.microsoft.com/office/drawing/2014/main" id="{19644289-5AAB-447A-81DE-0FD39A56F109}"/>
              </a:ext>
            </a:extLst>
          </p:cNvPr>
          <p:cNvSpPr txBox="1">
            <a:spLocks noChangeAspect="1" noChangeArrowheads="1"/>
          </p:cNvSpPr>
          <p:nvPr/>
        </p:nvSpPr>
        <p:spPr bwMode="auto">
          <a:xfrm>
            <a:off x="4335463"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D4</a:t>
            </a:r>
          </a:p>
        </p:txBody>
      </p:sp>
      <p:sp>
        <p:nvSpPr>
          <p:cNvPr id="44044" name="文本框 44044">
            <a:extLst>
              <a:ext uri="{FF2B5EF4-FFF2-40B4-BE49-F238E27FC236}">
                <a16:creationId xmlns:a16="http://schemas.microsoft.com/office/drawing/2014/main" id="{BD89BA0C-DEE8-46D9-B90C-352F902BE796}"/>
              </a:ext>
            </a:extLst>
          </p:cNvPr>
          <p:cNvSpPr txBox="1">
            <a:spLocks noChangeAspect="1" noChangeArrowheads="1"/>
          </p:cNvSpPr>
          <p:nvPr/>
        </p:nvSpPr>
        <p:spPr bwMode="auto">
          <a:xfrm>
            <a:off x="4752975" y="3605213"/>
            <a:ext cx="46831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M3</a:t>
            </a:r>
          </a:p>
        </p:txBody>
      </p:sp>
      <p:sp>
        <p:nvSpPr>
          <p:cNvPr id="44045" name="文本框 44045">
            <a:extLst>
              <a:ext uri="{FF2B5EF4-FFF2-40B4-BE49-F238E27FC236}">
                <a16:creationId xmlns:a16="http://schemas.microsoft.com/office/drawing/2014/main" id="{428C3FD2-BF16-48BF-BA1C-697B3E7C314A}"/>
              </a:ext>
            </a:extLst>
          </p:cNvPr>
          <p:cNvSpPr txBox="1">
            <a:spLocks noChangeAspect="1" noChangeArrowheads="1"/>
          </p:cNvSpPr>
          <p:nvPr/>
        </p:nvSpPr>
        <p:spPr bwMode="auto">
          <a:xfrm>
            <a:off x="4800600"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D3</a:t>
            </a:r>
          </a:p>
        </p:txBody>
      </p:sp>
      <p:sp>
        <p:nvSpPr>
          <p:cNvPr id="44046" name="文本框 44046">
            <a:extLst>
              <a:ext uri="{FF2B5EF4-FFF2-40B4-BE49-F238E27FC236}">
                <a16:creationId xmlns:a16="http://schemas.microsoft.com/office/drawing/2014/main" id="{21E41426-B62E-4DDD-922B-72546DFAF3E8}"/>
              </a:ext>
            </a:extLst>
          </p:cNvPr>
          <p:cNvSpPr txBox="1">
            <a:spLocks noChangeAspect="1" noChangeArrowheads="1"/>
          </p:cNvSpPr>
          <p:nvPr/>
        </p:nvSpPr>
        <p:spPr bwMode="auto">
          <a:xfrm>
            <a:off x="5202238" y="3605213"/>
            <a:ext cx="468312"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M2</a:t>
            </a:r>
          </a:p>
        </p:txBody>
      </p:sp>
      <p:sp>
        <p:nvSpPr>
          <p:cNvPr id="44047" name="文本框 44047">
            <a:extLst>
              <a:ext uri="{FF2B5EF4-FFF2-40B4-BE49-F238E27FC236}">
                <a16:creationId xmlns:a16="http://schemas.microsoft.com/office/drawing/2014/main" id="{67172C49-26DE-4A46-86FE-D8A1C4248BBE}"/>
              </a:ext>
            </a:extLst>
          </p:cNvPr>
          <p:cNvSpPr txBox="1">
            <a:spLocks noChangeAspect="1" noChangeArrowheads="1"/>
          </p:cNvSpPr>
          <p:nvPr/>
        </p:nvSpPr>
        <p:spPr bwMode="auto">
          <a:xfrm>
            <a:off x="5249863"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D2</a:t>
            </a:r>
          </a:p>
        </p:txBody>
      </p:sp>
      <p:sp>
        <p:nvSpPr>
          <p:cNvPr id="44048" name="文本框 44048">
            <a:extLst>
              <a:ext uri="{FF2B5EF4-FFF2-40B4-BE49-F238E27FC236}">
                <a16:creationId xmlns:a16="http://schemas.microsoft.com/office/drawing/2014/main" id="{86369270-DA67-4066-9E20-F040E9AD8928}"/>
              </a:ext>
            </a:extLst>
          </p:cNvPr>
          <p:cNvSpPr txBox="1">
            <a:spLocks noChangeAspect="1" noChangeArrowheads="1"/>
          </p:cNvSpPr>
          <p:nvPr/>
        </p:nvSpPr>
        <p:spPr bwMode="auto">
          <a:xfrm>
            <a:off x="5668963" y="3605213"/>
            <a:ext cx="468312"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M1</a:t>
            </a:r>
          </a:p>
        </p:txBody>
      </p:sp>
      <p:sp>
        <p:nvSpPr>
          <p:cNvPr id="44049" name="文本框 44049">
            <a:extLst>
              <a:ext uri="{FF2B5EF4-FFF2-40B4-BE49-F238E27FC236}">
                <a16:creationId xmlns:a16="http://schemas.microsoft.com/office/drawing/2014/main" id="{0194399B-D866-4D2B-BAC4-E8B93F717E35}"/>
              </a:ext>
            </a:extLst>
          </p:cNvPr>
          <p:cNvSpPr txBox="1">
            <a:spLocks noChangeAspect="1" noChangeArrowheads="1"/>
          </p:cNvSpPr>
          <p:nvPr/>
        </p:nvSpPr>
        <p:spPr bwMode="auto">
          <a:xfrm>
            <a:off x="5716588"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D1</a:t>
            </a:r>
          </a:p>
        </p:txBody>
      </p:sp>
      <p:sp>
        <p:nvSpPr>
          <p:cNvPr id="44050" name="文本框 44050">
            <a:extLst>
              <a:ext uri="{FF2B5EF4-FFF2-40B4-BE49-F238E27FC236}">
                <a16:creationId xmlns:a16="http://schemas.microsoft.com/office/drawing/2014/main" id="{3810A255-70CA-49E4-8CB3-9C4BD6AA309E}"/>
              </a:ext>
            </a:extLst>
          </p:cNvPr>
          <p:cNvSpPr txBox="1">
            <a:spLocks noChangeAspect="1" noChangeArrowheads="1"/>
          </p:cNvSpPr>
          <p:nvPr/>
        </p:nvSpPr>
        <p:spPr bwMode="auto">
          <a:xfrm>
            <a:off x="6118225" y="3605213"/>
            <a:ext cx="46831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sz="1400">
                <a:latin typeface="Times New Roman" panose="02020603050405020304" pitchFamily="18" charset="0"/>
              </a:rPr>
              <a:t>M0</a:t>
            </a:r>
          </a:p>
        </p:txBody>
      </p:sp>
      <p:sp>
        <p:nvSpPr>
          <p:cNvPr id="44051" name="文本框 44051">
            <a:extLst>
              <a:ext uri="{FF2B5EF4-FFF2-40B4-BE49-F238E27FC236}">
                <a16:creationId xmlns:a16="http://schemas.microsoft.com/office/drawing/2014/main" id="{01D98497-9220-43C2-BDA4-07AC9ECCF0D1}"/>
              </a:ext>
            </a:extLst>
          </p:cNvPr>
          <p:cNvSpPr txBox="1">
            <a:spLocks noChangeAspect="1" noChangeArrowheads="1"/>
          </p:cNvSpPr>
          <p:nvPr/>
        </p:nvSpPr>
        <p:spPr bwMode="auto">
          <a:xfrm>
            <a:off x="6165850" y="3279775"/>
            <a:ext cx="4349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sz="1400">
                <a:latin typeface="Times New Roman" panose="02020603050405020304" pitchFamily="18" charset="0"/>
              </a:rPr>
              <a:t>D0</a:t>
            </a:r>
          </a:p>
        </p:txBody>
      </p:sp>
      <p:sp>
        <p:nvSpPr>
          <p:cNvPr id="44052" name="左大括号 44052">
            <a:extLst>
              <a:ext uri="{FF2B5EF4-FFF2-40B4-BE49-F238E27FC236}">
                <a16:creationId xmlns:a16="http://schemas.microsoft.com/office/drawing/2014/main" id="{F6515BD1-BBB2-4D1A-A1D2-2F16781E7EB8}"/>
              </a:ext>
            </a:extLst>
          </p:cNvPr>
          <p:cNvSpPr>
            <a:spLocks noChangeAspect="1"/>
          </p:cNvSpPr>
          <p:nvPr/>
        </p:nvSpPr>
        <p:spPr bwMode="auto">
          <a:xfrm rot="-5400000">
            <a:off x="4614863" y="2478088"/>
            <a:ext cx="185737" cy="3290887"/>
          </a:xfrm>
          <a:prstGeom prst="leftBrace">
            <a:avLst>
              <a:gd name="adj1" fmla="val 147322"/>
              <a:gd name="adj2" fmla="val 52042"/>
            </a:avLst>
          </a:prstGeom>
          <a:noFill/>
          <a:ln w="9525">
            <a:solidFill>
              <a:srgbClr val="66FF33"/>
            </a:solidFill>
            <a:round/>
            <a:headEnd/>
            <a:tailEnd/>
          </a:ln>
          <a:extLst>
            <a:ext uri="{909E8E84-426E-40DD-AFC4-6F175D3DCCD1}">
              <a14:hiddenFill xmlns:a14="http://schemas.microsoft.com/office/drawing/2010/main">
                <a:solidFill>
                  <a:srgbClr val="FFFFFF"/>
                </a:solidFill>
              </a14:hiddenFill>
            </a:ext>
          </a:extLst>
        </p:spPr>
        <p:txBody>
          <a:bodyPr vert="eaVert"/>
          <a:lstStyle/>
          <a:p>
            <a:pPr algn="just" eaLnBrk="0" hangingPunct="0"/>
            <a:endParaRPr lang="zh-CN" altLang="en-US" sz="1400">
              <a:latin typeface="Times New Roman" panose="02020603050405020304" pitchFamily="18" charset="0"/>
            </a:endParaRPr>
          </a:p>
        </p:txBody>
      </p:sp>
      <p:sp>
        <p:nvSpPr>
          <p:cNvPr id="44053" name="文本框 44053">
            <a:extLst>
              <a:ext uri="{FF2B5EF4-FFF2-40B4-BE49-F238E27FC236}">
                <a16:creationId xmlns:a16="http://schemas.microsoft.com/office/drawing/2014/main" id="{A5465AA4-3F6A-47C0-AF36-7F1AF2934547}"/>
              </a:ext>
            </a:extLst>
          </p:cNvPr>
          <p:cNvSpPr txBox="1">
            <a:spLocks noChangeAspect="1" noChangeArrowheads="1"/>
          </p:cNvSpPr>
          <p:nvPr/>
        </p:nvSpPr>
        <p:spPr bwMode="auto">
          <a:xfrm>
            <a:off x="3848100" y="4221163"/>
            <a:ext cx="18907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400">
                <a:latin typeface="Times New Roman" panose="02020603050405020304" pitchFamily="18" charset="0"/>
              </a:rPr>
              <a:t>0</a:t>
            </a:r>
            <a:r>
              <a:rPr lang="zh-CN" altLang="en-US" sz="1400">
                <a:latin typeface="Times New Roman" panose="02020603050405020304" pitchFamily="18" charset="0"/>
              </a:rPr>
              <a:t>：开放中断请求</a:t>
            </a:r>
          </a:p>
          <a:p>
            <a:pPr algn="just" eaLnBrk="0" hangingPunct="0"/>
            <a:r>
              <a:rPr lang="en-US" altLang="zh-CN" sz="1400">
                <a:latin typeface="Times New Roman" panose="02020603050405020304" pitchFamily="18" charset="0"/>
              </a:rPr>
              <a:t>1</a:t>
            </a:r>
            <a:r>
              <a:rPr lang="zh-CN" altLang="en-US" sz="1400">
                <a:latin typeface="Times New Roman" panose="02020603050405020304" pitchFamily="18" charset="0"/>
              </a:rPr>
              <a:t>：屏蔽中断请求</a:t>
            </a:r>
          </a:p>
        </p:txBody>
      </p:sp>
      <p:sp>
        <p:nvSpPr>
          <p:cNvPr id="44054" name="文本框 44054">
            <a:extLst>
              <a:ext uri="{FF2B5EF4-FFF2-40B4-BE49-F238E27FC236}">
                <a16:creationId xmlns:a16="http://schemas.microsoft.com/office/drawing/2014/main" id="{FF281734-8DE0-42A1-9CB4-8EF869547B91}"/>
              </a:ext>
            </a:extLst>
          </p:cNvPr>
          <p:cNvSpPr txBox="1">
            <a:spLocks noChangeArrowheads="1"/>
          </p:cNvSpPr>
          <p:nvPr/>
        </p:nvSpPr>
        <p:spPr bwMode="auto">
          <a:xfrm>
            <a:off x="381000" y="4721225"/>
            <a:ext cx="876300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a:latin typeface="Times New Roman" panose="02020603050405020304" pitchFamily="18" charset="0"/>
              </a:rPr>
              <a:t>OCW1</a:t>
            </a:r>
            <a:r>
              <a:rPr lang="zh-CN" altLang="en-US" sz="2400">
                <a:latin typeface="Times New Roman" panose="02020603050405020304" pitchFamily="18" charset="0"/>
              </a:rPr>
              <a:t>中某位为</a:t>
            </a:r>
            <a:r>
              <a:rPr lang="en-US" altLang="zh-CN" sz="2400">
                <a:latin typeface="Times New Roman" panose="02020603050405020304" pitchFamily="18" charset="0"/>
              </a:rPr>
              <a:t>1</a:t>
            </a:r>
            <a:r>
              <a:rPr lang="zh-CN" altLang="en-US" sz="2400">
                <a:latin typeface="Times New Roman" panose="02020603050405020304" pitchFamily="18" charset="0"/>
              </a:rPr>
              <a:t>时，对应该位的中断请求就被屏蔽，为</a:t>
            </a:r>
            <a:r>
              <a:rPr lang="en-US" altLang="zh-CN" sz="2400">
                <a:latin typeface="Times New Roman" panose="02020603050405020304" pitchFamily="18" charset="0"/>
              </a:rPr>
              <a:t>0</a:t>
            </a:r>
            <a:r>
              <a:rPr lang="zh-CN" altLang="en-US" sz="2400">
                <a:latin typeface="Times New Roman" panose="02020603050405020304" pitchFamily="18" charset="0"/>
              </a:rPr>
              <a:t>时，表示对应位的中断请求是开放的。</a:t>
            </a:r>
          </a:p>
          <a:p>
            <a:pPr algn="just">
              <a:spcBef>
                <a:spcPct val="20000"/>
              </a:spcBef>
            </a:pPr>
            <a:r>
              <a:rPr lang="zh-CN" altLang="en-US" sz="2400">
                <a:latin typeface="Times New Roman" panose="02020603050405020304" pitchFamily="18" charset="0"/>
              </a:rPr>
              <a:t>例如，以下指令开放了</a:t>
            </a:r>
            <a:r>
              <a:rPr lang="en-US" altLang="zh-CN" sz="2400">
                <a:latin typeface="Times New Roman" panose="02020603050405020304" pitchFamily="18" charset="0"/>
              </a:rPr>
              <a:t>IR4</a:t>
            </a:r>
            <a:r>
              <a:rPr lang="zh-CN" altLang="en-US" sz="2400">
                <a:latin typeface="Times New Roman" panose="02020603050405020304" pitchFamily="18" charset="0"/>
              </a:rPr>
              <a:t>和</a:t>
            </a:r>
            <a:r>
              <a:rPr lang="en-US" altLang="zh-CN" sz="2400">
                <a:latin typeface="Times New Roman" panose="02020603050405020304" pitchFamily="18" charset="0"/>
              </a:rPr>
              <a:t>IR3</a:t>
            </a:r>
            <a:r>
              <a:rPr lang="zh-CN" altLang="en-US" sz="2400">
                <a:latin typeface="Times New Roman" panose="02020603050405020304" pitchFamily="18" charset="0"/>
              </a:rPr>
              <a:t>，而屏蔽了其余中断请求。</a:t>
            </a:r>
          </a:p>
          <a:p>
            <a:pPr algn="just">
              <a:spcBef>
                <a:spcPct val="20000"/>
              </a:spcBef>
            </a:pPr>
            <a:r>
              <a:rPr lang="zh-CN" altLang="en-US" sz="2400">
                <a:latin typeface="Times New Roman" panose="02020603050405020304" pitchFamily="18" charset="0"/>
              </a:rPr>
              <a:t>               </a:t>
            </a:r>
            <a:r>
              <a:rPr lang="en-US" altLang="zh-CN" sz="2400">
                <a:latin typeface="Times New Roman" panose="02020603050405020304" pitchFamily="18" charset="0"/>
              </a:rPr>
              <a:t>MOV  AL</a:t>
            </a:r>
            <a:r>
              <a:rPr lang="zh-CN" altLang="en-US" sz="2400">
                <a:latin typeface="Times New Roman" panose="02020603050405020304" pitchFamily="18" charset="0"/>
              </a:rPr>
              <a:t>，</a:t>
            </a:r>
            <a:r>
              <a:rPr lang="en-US" altLang="zh-CN" sz="2400">
                <a:latin typeface="Times New Roman" panose="02020603050405020304" pitchFamily="18" charset="0"/>
              </a:rPr>
              <a:t>11100111B</a:t>
            </a:r>
          </a:p>
          <a:p>
            <a:pPr algn="just">
              <a:spcBef>
                <a:spcPct val="20000"/>
              </a:spcBef>
            </a:pPr>
            <a:r>
              <a:rPr lang="en-US" altLang="zh-CN" sz="2400">
                <a:latin typeface="Times New Roman" panose="02020603050405020304" pitchFamily="18" charset="0"/>
              </a:rPr>
              <a:t>               OUT  21H</a:t>
            </a:r>
            <a:r>
              <a:rPr lang="zh-CN" altLang="en-US" sz="2400">
                <a:latin typeface="Times New Roman" panose="02020603050405020304" pitchFamily="18" charset="0"/>
              </a:rPr>
              <a:t>，</a:t>
            </a:r>
            <a:r>
              <a:rPr lang="en-US" altLang="zh-CN" sz="2400">
                <a:latin typeface="Times New Roman" panose="02020603050405020304" pitchFamily="18" charset="0"/>
              </a:rPr>
              <a:t>AL</a:t>
            </a:r>
          </a:p>
        </p:txBody>
      </p:sp>
      <p:sp>
        <p:nvSpPr>
          <p:cNvPr id="44055" name="灯片编号占位符 1">
            <a:extLst>
              <a:ext uri="{FF2B5EF4-FFF2-40B4-BE49-F238E27FC236}">
                <a16:creationId xmlns:a16="http://schemas.microsoft.com/office/drawing/2014/main" id="{1370FE1B-8DBA-46C3-B709-1DED033D160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34645E70-3868-4DEC-B12E-DA294EB72005}" type="slidenum">
              <a:rPr lang="zh-CN" altLang="en-US" smtClean="0"/>
              <a:pPr eaLnBrk="0" hangingPunct="0"/>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文本框 45057">
            <a:extLst>
              <a:ext uri="{FF2B5EF4-FFF2-40B4-BE49-F238E27FC236}">
                <a16:creationId xmlns:a16="http://schemas.microsoft.com/office/drawing/2014/main" id="{530653AC-B011-4B77-9F11-4963B38D7F30}"/>
              </a:ext>
            </a:extLst>
          </p:cNvPr>
          <p:cNvSpPr txBox="1">
            <a:spLocks noChangeArrowheads="1"/>
          </p:cNvSpPr>
          <p:nvPr/>
        </p:nvSpPr>
        <p:spPr bwMode="auto">
          <a:xfrm>
            <a:off x="611188" y="476250"/>
            <a:ext cx="87630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sz="2000" b="1">
                <a:solidFill>
                  <a:srgbClr val="FFFF00"/>
                </a:solidFill>
                <a:latin typeface="Times New Roman" panose="02020603050405020304" pitchFamily="18" charset="0"/>
              </a:rPr>
              <a:t>（</a:t>
            </a:r>
            <a:r>
              <a:rPr lang="en-US" altLang="zh-CN" sz="2000" b="1">
                <a:solidFill>
                  <a:srgbClr val="FFFF00"/>
                </a:solidFill>
                <a:latin typeface="Times New Roman" panose="02020603050405020304" pitchFamily="18" charset="0"/>
              </a:rPr>
              <a:t>2</a:t>
            </a:r>
            <a:r>
              <a:rPr lang="zh-CN" altLang="en-US" sz="2000" b="1">
                <a:solidFill>
                  <a:srgbClr val="FFFF00"/>
                </a:solidFill>
                <a:latin typeface="Times New Roman" panose="02020603050405020304" pitchFamily="18" charset="0"/>
              </a:rPr>
              <a:t>）</a:t>
            </a:r>
            <a:r>
              <a:rPr lang="en-US" altLang="zh-CN" sz="2000" b="1">
                <a:solidFill>
                  <a:srgbClr val="FFFF00"/>
                </a:solidFill>
                <a:latin typeface="Times New Roman" panose="02020603050405020304" pitchFamily="18" charset="0"/>
              </a:rPr>
              <a:t>OCW2</a:t>
            </a:r>
          </a:p>
          <a:p>
            <a:pPr>
              <a:spcBef>
                <a:spcPct val="50000"/>
              </a:spcBef>
            </a:pPr>
            <a:r>
              <a:rPr lang="zh-CN" altLang="en-US" sz="2000">
                <a:latin typeface="宋体" panose="02010600030101010101" pitchFamily="2" charset="-122"/>
              </a:rPr>
              <a:t>用于设置</a:t>
            </a:r>
            <a:r>
              <a:rPr lang="zh-CN" altLang="en-US" sz="2000" b="1">
                <a:solidFill>
                  <a:srgbClr val="FF0000"/>
                </a:solidFill>
                <a:latin typeface="宋体" panose="02010600030101010101" pitchFamily="2" charset="-122"/>
              </a:rPr>
              <a:t>优先权循环的方式</a:t>
            </a:r>
            <a:r>
              <a:rPr lang="zh-CN" altLang="en-US" sz="2000">
                <a:latin typeface="宋体" panose="02010600030101010101" pitchFamily="2" charset="-122"/>
              </a:rPr>
              <a:t>和</a:t>
            </a:r>
            <a:r>
              <a:rPr lang="zh-CN" altLang="en-US" sz="2000" b="1">
                <a:solidFill>
                  <a:srgbClr val="FF0000"/>
                </a:solidFill>
                <a:latin typeface="宋体" panose="02010600030101010101" pitchFamily="2" charset="-122"/>
              </a:rPr>
              <a:t>中断结束的方式</a:t>
            </a:r>
            <a:r>
              <a:rPr lang="zh-CN" altLang="en-US" sz="2000">
                <a:latin typeface="宋体" panose="02010600030101010101" pitchFamily="2" charset="-122"/>
              </a:rPr>
              <a:t>。格式及各位组合功能如下：</a:t>
            </a:r>
            <a:r>
              <a:rPr lang="zh-CN" altLang="en-US" sz="2000" b="1">
                <a:latin typeface="Times New Roman" panose="02020603050405020304" pitchFamily="18" charset="0"/>
              </a:rPr>
              <a:t> </a:t>
            </a:r>
          </a:p>
        </p:txBody>
      </p:sp>
      <p:graphicFrame>
        <p:nvGraphicFramePr>
          <p:cNvPr id="45058" name="对象 45058">
            <a:extLst>
              <a:ext uri="{FF2B5EF4-FFF2-40B4-BE49-F238E27FC236}">
                <a16:creationId xmlns:a16="http://schemas.microsoft.com/office/drawing/2014/main" id="{F8CB486B-188B-4BDE-9000-518A6593FB26}"/>
              </a:ext>
            </a:extLst>
          </p:cNvPr>
          <p:cNvGraphicFramePr>
            <a:graphicFrameLocks noChangeAspect="1"/>
          </p:cNvGraphicFramePr>
          <p:nvPr/>
        </p:nvGraphicFramePr>
        <p:xfrm>
          <a:off x="539750" y="1511300"/>
          <a:ext cx="6013450" cy="3502025"/>
        </p:xfrm>
        <a:graphic>
          <a:graphicData uri="http://schemas.openxmlformats.org/presentationml/2006/ole">
            <mc:AlternateContent xmlns:mc="http://schemas.openxmlformats.org/markup-compatibility/2006">
              <mc:Choice xmlns:v="urn:schemas-microsoft-com:vml" Requires="v">
                <p:oleObj spid="_x0000_s45063" r:id="rId3" imgW="4334480" imgH="2523810" progId="PBrush">
                  <p:embed/>
                </p:oleObj>
              </mc:Choice>
              <mc:Fallback>
                <p:oleObj r:id="rId3" imgW="4334480" imgH="2523810" progId="PBrush">
                  <p:embed/>
                  <p:pic>
                    <p:nvPicPr>
                      <p:cNvPr id="0" name="对象 450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511300"/>
                        <a:ext cx="6013450" cy="350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59" name="文本框 45059">
            <a:extLst>
              <a:ext uri="{FF2B5EF4-FFF2-40B4-BE49-F238E27FC236}">
                <a16:creationId xmlns:a16="http://schemas.microsoft.com/office/drawing/2014/main" id="{C5A45AE3-10AA-4AB0-8BB2-911C55BB51F0}"/>
              </a:ext>
            </a:extLst>
          </p:cNvPr>
          <p:cNvSpPr txBox="1">
            <a:spLocks noChangeArrowheads="1"/>
          </p:cNvSpPr>
          <p:nvPr/>
        </p:nvSpPr>
        <p:spPr bwMode="auto">
          <a:xfrm>
            <a:off x="381000" y="4860925"/>
            <a:ext cx="86106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en-US" altLang="zh-CN" sz="2000" b="1">
                <a:latin typeface="Times New Roman" panose="02020603050405020304" pitchFamily="18" charset="0"/>
              </a:rPr>
              <a:t>D4</a:t>
            </a:r>
            <a:r>
              <a:rPr lang="zh-CN" altLang="en-US" sz="2000" b="1">
                <a:latin typeface="Times New Roman" panose="02020603050405020304" pitchFamily="18" charset="0"/>
              </a:rPr>
              <a:t>、</a:t>
            </a:r>
            <a:r>
              <a:rPr lang="en-US" altLang="zh-CN" sz="2000" b="1">
                <a:latin typeface="Times New Roman" panose="02020603050405020304" pitchFamily="18" charset="0"/>
              </a:rPr>
              <a:t>D3</a:t>
            </a:r>
            <a:r>
              <a:rPr lang="zh-CN" altLang="en-US" sz="2000" b="1">
                <a:latin typeface="Times New Roman" panose="02020603050405020304" pitchFamily="18" charset="0"/>
              </a:rPr>
              <a:t>均为</a:t>
            </a:r>
            <a:r>
              <a:rPr lang="en-US" altLang="zh-CN" sz="2000" b="1">
                <a:latin typeface="Times New Roman" panose="02020603050405020304" pitchFamily="18" charset="0"/>
              </a:rPr>
              <a:t>0</a:t>
            </a:r>
            <a:r>
              <a:rPr lang="zh-CN" altLang="en-US" sz="2000" b="1">
                <a:latin typeface="Times New Roman" panose="02020603050405020304" pitchFamily="18" charset="0"/>
              </a:rPr>
              <a:t>，为</a:t>
            </a:r>
            <a:r>
              <a:rPr lang="en-US" altLang="zh-CN" sz="2000" b="1">
                <a:latin typeface="Times New Roman" panose="02020603050405020304" pitchFamily="18" charset="0"/>
              </a:rPr>
              <a:t>OCW2</a:t>
            </a:r>
            <a:r>
              <a:rPr lang="zh-CN" altLang="en-US" sz="2000" b="1">
                <a:latin typeface="Times New Roman" panose="02020603050405020304" pitchFamily="18" charset="0"/>
              </a:rPr>
              <a:t>的标志位。</a:t>
            </a:r>
          </a:p>
          <a:p>
            <a:pPr algn="just">
              <a:spcBef>
                <a:spcPct val="20000"/>
              </a:spcBef>
            </a:pPr>
            <a:r>
              <a:rPr lang="en-US" altLang="zh-CN" sz="2000" b="1">
                <a:latin typeface="Times New Roman" panose="02020603050405020304" pitchFamily="18" charset="0"/>
              </a:rPr>
              <a:t>D7</a:t>
            </a:r>
            <a:r>
              <a:rPr lang="zh-CN" altLang="en-US" sz="2000" b="1">
                <a:latin typeface="Times New Roman" panose="02020603050405020304" pitchFamily="18" charset="0"/>
              </a:rPr>
              <a:t>（</a:t>
            </a:r>
            <a:r>
              <a:rPr lang="en-US" altLang="zh-CN" sz="2000" b="1">
                <a:latin typeface="Times New Roman" panose="02020603050405020304" pitchFamily="18" charset="0"/>
              </a:rPr>
              <a:t>R</a:t>
            </a:r>
            <a:r>
              <a:rPr lang="zh-CN" altLang="en-US" sz="2000" b="1">
                <a:latin typeface="Times New Roman" panose="02020603050405020304" pitchFamily="18" charset="0"/>
              </a:rPr>
              <a:t>）：用于优先权控制。</a:t>
            </a:r>
            <a:r>
              <a:rPr lang="en-US" altLang="zh-CN" sz="2000" b="1">
                <a:latin typeface="Times New Roman" panose="02020603050405020304" pitchFamily="18" charset="0"/>
              </a:rPr>
              <a:t>D7=0</a:t>
            </a:r>
            <a:r>
              <a:rPr lang="zh-CN" altLang="en-US" sz="2000" b="1">
                <a:latin typeface="Times New Roman" panose="02020603050405020304" pitchFamily="18" charset="0"/>
              </a:rPr>
              <a:t>，为</a:t>
            </a:r>
            <a:r>
              <a:rPr lang="zh-CN" altLang="en-US" sz="2000" b="1">
                <a:solidFill>
                  <a:srgbClr val="FF0000"/>
                </a:solidFill>
                <a:latin typeface="Times New Roman" panose="02020603050405020304" pitchFamily="18" charset="0"/>
              </a:rPr>
              <a:t>固定优先权方式</a:t>
            </a:r>
            <a:r>
              <a:rPr lang="zh-CN" altLang="en-US" sz="2000" b="1">
                <a:latin typeface="Times New Roman" panose="02020603050405020304" pitchFamily="18" charset="0"/>
              </a:rPr>
              <a:t>（</a:t>
            </a:r>
            <a:r>
              <a:rPr lang="en-US" altLang="zh-CN" sz="2000" b="1">
                <a:latin typeface="Times New Roman" panose="02020603050405020304" pitchFamily="18" charset="0"/>
              </a:rPr>
              <a:t>IR0</a:t>
            </a:r>
            <a:r>
              <a:rPr lang="zh-CN" altLang="en-US" sz="2000" b="1">
                <a:latin typeface="Times New Roman" panose="02020603050405020304" pitchFamily="18" charset="0"/>
              </a:rPr>
              <a:t>最高，</a:t>
            </a:r>
            <a:r>
              <a:rPr lang="en-US" altLang="zh-CN" sz="2000" b="1">
                <a:latin typeface="Times New Roman" panose="02020603050405020304" pitchFamily="18" charset="0"/>
              </a:rPr>
              <a:t>IR7</a:t>
            </a:r>
            <a:r>
              <a:rPr lang="zh-CN" altLang="en-US" sz="2000" b="1">
                <a:latin typeface="Times New Roman" panose="02020603050405020304" pitchFamily="18" charset="0"/>
              </a:rPr>
              <a:t>最低）；</a:t>
            </a:r>
            <a:r>
              <a:rPr lang="en-US" altLang="zh-CN" sz="2000" b="1">
                <a:latin typeface="Times New Roman" panose="02020603050405020304" pitchFamily="18" charset="0"/>
              </a:rPr>
              <a:t>D7=1</a:t>
            </a:r>
            <a:r>
              <a:rPr lang="zh-CN" altLang="en-US" sz="2000" b="1">
                <a:latin typeface="Times New Roman" panose="02020603050405020304" pitchFamily="18" charset="0"/>
              </a:rPr>
              <a:t>，为</a:t>
            </a:r>
            <a:r>
              <a:rPr lang="zh-CN" altLang="en-US" sz="2000" b="1">
                <a:solidFill>
                  <a:srgbClr val="FF0000"/>
                </a:solidFill>
                <a:latin typeface="Times New Roman" panose="02020603050405020304" pitchFamily="18" charset="0"/>
              </a:rPr>
              <a:t>优先权循环方式</a:t>
            </a:r>
            <a:r>
              <a:rPr lang="zh-CN" altLang="en-US" sz="2000" b="1">
                <a:latin typeface="Times New Roman" panose="02020603050405020304" pitchFamily="18" charset="0"/>
              </a:rPr>
              <a:t>。</a:t>
            </a:r>
          </a:p>
          <a:p>
            <a:pPr algn="just">
              <a:spcBef>
                <a:spcPct val="20000"/>
              </a:spcBef>
            </a:pPr>
            <a:r>
              <a:rPr lang="en-US" altLang="zh-CN" sz="2000" b="1">
                <a:latin typeface="Times New Roman" panose="02020603050405020304" pitchFamily="18" charset="0"/>
              </a:rPr>
              <a:t>D6</a:t>
            </a:r>
            <a:r>
              <a:rPr lang="zh-CN" altLang="en-US" sz="2000" b="1">
                <a:latin typeface="Times New Roman" panose="02020603050405020304" pitchFamily="18" charset="0"/>
              </a:rPr>
              <a:t>（</a:t>
            </a:r>
            <a:r>
              <a:rPr lang="en-US" altLang="zh-CN" sz="2000" b="1">
                <a:latin typeface="Times New Roman" panose="02020603050405020304" pitchFamily="18" charset="0"/>
              </a:rPr>
              <a:t>SL</a:t>
            </a:r>
            <a:r>
              <a:rPr lang="zh-CN" altLang="en-US" sz="2000" b="1">
                <a:latin typeface="Times New Roman" panose="02020603050405020304" pitchFamily="18" charset="0"/>
              </a:rPr>
              <a:t>）：用于</a:t>
            </a:r>
            <a:r>
              <a:rPr lang="zh-CN" altLang="en-US" sz="2000" b="1">
                <a:solidFill>
                  <a:srgbClr val="FF0000"/>
                </a:solidFill>
                <a:latin typeface="Times New Roman" panose="02020603050405020304" pitchFamily="18" charset="0"/>
              </a:rPr>
              <a:t>决定</a:t>
            </a:r>
            <a:r>
              <a:rPr lang="en-US" altLang="zh-CN" sz="2000" b="1">
                <a:solidFill>
                  <a:srgbClr val="FF0000"/>
                </a:solidFill>
                <a:latin typeface="Times New Roman" panose="02020603050405020304" pitchFamily="18" charset="0"/>
              </a:rPr>
              <a:t>OCW2</a:t>
            </a:r>
            <a:r>
              <a:rPr lang="zh-CN" altLang="en-US" sz="2000" b="1">
                <a:solidFill>
                  <a:srgbClr val="FF0000"/>
                </a:solidFill>
                <a:latin typeface="Times New Roman" panose="02020603050405020304" pitchFamily="18" charset="0"/>
              </a:rPr>
              <a:t>中的</a:t>
            </a:r>
            <a:r>
              <a:rPr lang="en-US" altLang="zh-CN" sz="2000" b="1">
                <a:solidFill>
                  <a:srgbClr val="FF0000"/>
                </a:solidFill>
                <a:latin typeface="Times New Roman" panose="02020603050405020304" pitchFamily="18" charset="0"/>
              </a:rPr>
              <a:t>L2</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L1</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L0</a:t>
            </a:r>
            <a:r>
              <a:rPr lang="zh-CN" altLang="en-US" sz="2000" b="1">
                <a:solidFill>
                  <a:srgbClr val="FF0000"/>
                </a:solidFill>
                <a:latin typeface="Times New Roman" panose="02020603050405020304" pitchFamily="18" charset="0"/>
              </a:rPr>
              <a:t>是否有效</a:t>
            </a:r>
            <a:r>
              <a:rPr lang="zh-CN" altLang="en-US" sz="2000" b="1">
                <a:latin typeface="Times New Roman" panose="02020603050405020304" pitchFamily="18" charset="0"/>
              </a:rPr>
              <a:t>。</a:t>
            </a:r>
            <a:r>
              <a:rPr lang="en-US" altLang="zh-CN" sz="2000" b="1">
                <a:latin typeface="Times New Roman" panose="02020603050405020304" pitchFamily="18" charset="0"/>
              </a:rPr>
              <a:t>D6=0</a:t>
            </a:r>
            <a:r>
              <a:rPr lang="zh-CN" altLang="en-US" sz="2000" b="1">
                <a:latin typeface="Times New Roman" panose="02020603050405020304" pitchFamily="18" charset="0"/>
              </a:rPr>
              <a:t>，表示无效；</a:t>
            </a:r>
            <a:r>
              <a:rPr lang="en-US" altLang="zh-CN" sz="2000" b="1">
                <a:latin typeface="Times New Roman" panose="02020603050405020304" pitchFamily="18" charset="0"/>
              </a:rPr>
              <a:t>D6=1</a:t>
            </a:r>
            <a:r>
              <a:rPr lang="zh-CN" altLang="en-US" sz="2000" b="1">
                <a:latin typeface="Times New Roman" panose="02020603050405020304" pitchFamily="18" charset="0"/>
              </a:rPr>
              <a:t>，表示有效。</a:t>
            </a:r>
          </a:p>
        </p:txBody>
      </p:sp>
      <p:sp>
        <p:nvSpPr>
          <p:cNvPr id="45060" name="椭圆形标注 45060">
            <a:extLst>
              <a:ext uri="{FF2B5EF4-FFF2-40B4-BE49-F238E27FC236}">
                <a16:creationId xmlns:a16="http://schemas.microsoft.com/office/drawing/2014/main" id="{C44A6970-2E12-4FB2-AEDF-30A484DF4162}"/>
              </a:ext>
            </a:extLst>
          </p:cNvPr>
          <p:cNvSpPr>
            <a:spLocks noChangeArrowheads="1"/>
          </p:cNvSpPr>
          <p:nvPr/>
        </p:nvSpPr>
        <p:spPr bwMode="auto">
          <a:xfrm>
            <a:off x="6516688" y="1268413"/>
            <a:ext cx="2376487" cy="1655762"/>
          </a:xfrm>
          <a:prstGeom prst="wedgeEllipseCallout">
            <a:avLst>
              <a:gd name="adj1" fmla="val -186204"/>
              <a:gd name="adj2" fmla="val 112894"/>
            </a:avLst>
          </a:prstGeom>
          <a:solidFill>
            <a:schemeClr val="accent1"/>
          </a:solidFill>
          <a:ln w="9525">
            <a:solidFill>
              <a:schemeClr val="tx1"/>
            </a:solidFill>
            <a:miter lim="800000"/>
            <a:headEnd/>
            <a:tailEnd/>
          </a:ln>
        </p:spPr>
        <p:txBody>
          <a:bodyPr tIns="0" bIns="0"/>
          <a:lstStyle/>
          <a:p>
            <a:pPr algn="ctr"/>
            <a:r>
              <a:rPr lang="en-US" altLang="zh-CN">
                <a:latin typeface="Garamond" panose="02020404030301010803" pitchFamily="18" charset="0"/>
              </a:rPr>
              <a:t>D7</a:t>
            </a:r>
            <a:r>
              <a:rPr lang="zh-CN" altLang="en-US">
                <a:latin typeface="Garamond" panose="02020404030301010803" pitchFamily="18" charset="0"/>
              </a:rPr>
              <a:t>、</a:t>
            </a:r>
            <a:r>
              <a:rPr lang="en-US" altLang="zh-CN">
                <a:latin typeface="Garamond" panose="02020404030301010803" pitchFamily="18" charset="0"/>
              </a:rPr>
              <a:t>D6</a:t>
            </a:r>
            <a:r>
              <a:rPr lang="zh-CN" altLang="en-US">
                <a:latin typeface="Garamond" panose="02020404030301010803" pitchFamily="18" charset="0"/>
              </a:rPr>
              <a:t>和</a:t>
            </a:r>
            <a:r>
              <a:rPr lang="en-US" altLang="zh-CN">
                <a:latin typeface="Garamond" panose="02020404030301010803" pitchFamily="18" charset="0"/>
              </a:rPr>
              <a:t>D5</a:t>
            </a:r>
            <a:r>
              <a:rPr lang="zh-CN" altLang="en-US">
                <a:latin typeface="Garamond" panose="02020404030301010803" pitchFamily="18" charset="0"/>
              </a:rPr>
              <a:t>分别具有各自功能，组合起来构成复合功能</a:t>
            </a:r>
          </a:p>
        </p:txBody>
      </p:sp>
      <p:sp>
        <p:nvSpPr>
          <p:cNvPr id="45061" name="灯片编号占位符 1">
            <a:extLst>
              <a:ext uri="{FF2B5EF4-FFF2-40B4-BE49-F238E27FC236}">
                <a16:creationId xmlns:a16="http://schemas.microsoft.com/office/drawing/2014/main" id="{63F84AA7-41BE-4FC7-8BB7-A4A519E8BDB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1113BCCB-4001-4AFC-86EE-5F63380C0A45}" type="slidenum">
              <a:rPr lang="zh-CN" altLang="en-US" smtClean="0"/>
              <a:pPr eaLnBrk="0" hangingPunct="0"/>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框 46081">
            <a:extLst>
              <a:ext uri="{FF2B5EF4-FFF2-40B4-BE49-F238E27FC236}">
                <a16:creationId xmlns:a16="http://schemas.microsoft.com/office/drawing/2014/main" id="{93C70DC4-2644-4E6D-ADA9-FA4BB7BD2C3B}"/>
              </a:ext>
            </a:extLst>
          </p:cNvPr>
          <p:cNvSpPr txBox="1">
            <a:spLocks noChangeArrowheads="1"/>
          </p:cNvSpPr>
          <p:nvPr/>
        </p:nvSpPr>
        <p:spPr bwMode="auto">
          <a:xfrm>
            <a:off x="611188" y="1268413"/>
            <a:ext cx="80772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a:latin typeface="Times New Roman" panose="02020603050405020304" pitchFamily="18" charset="0"/>
              </a:rPr>
              <a:t>D5</a:t>
            </a:r>
            <a:r>
              <a:rPr lang="zh-CN" altLang="en-US" sz="2400">
                <a:latin typeface="Times New Roman" panose="02020603050405020304" pitchFamily="18" charset="0"/>
              </a:rPr>
              <a:t>（</a:t>
            </a:r>
            <a:r>
              <a:rPr lang="en-US" altLang="zh-CN" sz="2400">
                <a:latin typeface="Times New Roman" panose="02020603050405020304" pitchFamily="18" charset="0"/>
              </a:rPr>
              <a:t>EOI</a:t>
            </a:r>
            <a:r>
              <a:rPr lang="zh-CN" altLang="en-US" sz="2400">
                <a:latin typeface="Times New Roman" panose="02020603050405020304" pitchFamily="18" charset="0"/>
              </a:rPr>
              <a:t>）：用于中断结束命令。</a:t>
            </a:r>
            <a:r>
              <a:rPr lang="en-US" altLang="zh-CN" sz="2400">
                <a:latin typeface="Times New Roman" panose="02020603050405020304" pitchFamily="18" charset="0"/>
              </a:rPr>
              <a:t>D5=1</a:t>
            </a:r>
            <a:r>
              <a:rPr lang="zh-CN" altLang="en-US" sz="2400">
                <a:latin typeface="Times New Roman" panose="02020603050405020304" pitchFamily="18" charset="0"/>
              </a:rPr>
              <a:t>，使中断服务寄存器</a:t>
            </a:r>
            <a:r>
              <a:rPr lang="en-US" altLang="zh-CN" sz="2400">
                <a:latin typeface="Times New Roman" panose="02020603050405020304" pitchFamily="18" charset="0"/>
              </a:rPr>
              <a:t>ISR</a:t>
            </a:r>
            <a:r>
              <a:rPr lang="zh-CN" altLang="en-US" sz="2400">
                <a:latin typeface="Times New Roman" panose="02020603050405020304" pitchFamily="18" charset="0"/>
              </a:rPr>
              <a:t>的对应位置</a:t>
            </a:r>
            <a:r>
              <a:rPr lang="en-US" altLang="zh-CN" sz="2400">
                <a:latin typeface="Times New Roman" panose="02020603050405020304" pitchFamily="18" charset="0"/>
              </a:rPr>
              <a:t>0</a:t>
            </a:r>
            <a:r>
              <a:rPr lang="zh-CN" altLang="en-US" sz="2400">
                <a:latin typeface="Times New Roman" panose="02020603050405020304" pitchFamily="18" charset="0"/>
              </a:rPr>
              <a:t>。</a:t>
            </a:r>
          </a:p>
          <a:p>
            <a:pPr algn="just">
              <a:spcBef>
                <a:spcPct val="50000"/>
              </a:spcBef>
            </a:pPr>
            <a:endParaRPr lang="zh-CN" altLang="en-US" sz="2400">
              <a:latin typeface="Times New Roman" panose="02020603050405020304" pitchFamily="18" charset="0"/>
            </a:endParaRPr>
          </a:p>
          <a:p>
            <a:pPr>
              <a:spcBef>
                <a:spcPct val="50000"/>
              </a:spcBef>
            </a:pPr>
            <a:r>
              <a:rPr lang="en-US" altLang="zh-CN" sz="2400">
                <a:latin typeface="Times New Roman" panose="02020603050405020304" pitchFamily="18" charset="0"/>
              </a:rPr>
              <a:t>D2~D0</a:t>
            </a:r>
            <a:r>
              <a:rPr lang="zh-CN" altLang="en-US" sz="2400">
                <a:latin typeface="宋体" panose="02010600030101010101" pitchFamily="2" charset="-122"/>
              </a:rPr>
              <a:t>（</a:t>
            </a:r>
            <a:r>
              <a:rPr lang="en-US" altLang="zh-CN" sz="2400">
                <a:latin typeface="Times New Roman" panose="02020603050405020304" pitchFamily="18" charset="0"/>
              </a:rPr>
              <a:t>L2~L0</a:t>
            </a:r>
            <a:r>
              <a:rPr lang="zh-CN" altLang="en-US" sz="2400">
                <a:latin typeface="宋体" panose="02010600030101010101" pitchFamily="2" charset="-122"/>
              </a:rPr>
              <a:t>）有两个作用：</a:t>
            </a:r>
            <a:r>
              <a:rPr lang="en-US" altLang="zh-CN" sz="2400">
                <a:solidFill>
                  <a:srgbClr val="FF0000"/>
                </a:solidFill>
                <a:latin typeface="宋体" panose="02010600030101010101" pitchFamily="2" charset="-122"/>
              </a:rPr>
              <a:t>1</a:t>
            </a:r>
            <a:r>
              <a:rPr lang="zh-CN" altLang="en-US" sz="2400">
                <a:solidFill>
                  <a:srgbClr val="FF0000"/>
                </a:solidFill>
                <a:latin typeface="宋体" panose="02010600030101010101" pitchFamily="2" charset="-122"/>
              </a:rPr>
              <a:t>、用于决定</a:t>
            </a:r>
            <a:r>
              <a:rPr lang="en-US" altLang="zh-CN" sz="2400">
                <a:solidFill>
                  <a:srgbClr val="FF0000"/>
                </a:solidFill>
                <a:latin typeface="Times New Roman" panose="02020603050405020304" pitchFamily="18" charset="0"/>
              </a:rPr>
              <a:t>8259A</a:t>
            </a:r>
            <a:r>
              <a:rPr lang="zh-CN" altLang="en-US" sz="2400">
                <a:solidFill>
                  <a:srgbClr val="FF0000"/>
                </a:solidFill>
                <a:latin typeface="宋体" panose="02010600030101010101" pitchFamily="2" charset="-122"/>
              </a:rPr>
              <a:t>优先级循环中的最低优先级编码</a:t>
            </a:r>
            <a:r>
              <a:rPr lang="zh-CN" altLang="en-US" sz="2400">
                <a:latin typeface="宋体" panose="02010600030101010101" pitchFamily="2" charset="-122"/>
              </a:rPr>
              <a:t>，以此改变</a:t>
            </a:r>
            <a:r>
              <a:rPr lang="en-US" altLang="zh-CN" sz="2400">
                <a:latin typeface="Times New Roman" panose="02020603050405020304" pitchFamily="18" charset="0"/>
              </a:rPr>
              <a:t>8259A</a:t>
            </a:r>
            <a:r>
              <a:rPr lang="zh-CN" altLang="en-US" sz="2400">
                <a:latin typeface="宋体" panose="02010600030101010101" pitchFamily="2" charset="-122"/>
              </a:rPr>
              <a:t>复位后自动设置的固定优先级（</a:t>
            </a:r>
            <a:r>
              <a:rPr lang="en-US" altLang="zh-CN" sz="2400">
                <a:latin typeface="Times New Roman" panose="02020603050405020304" pitchFamily="18" charset="0"/>
              </a:rPr>
              <a:t>IR0</a:t>
            </a:r>
            <a:r>
              <a:rPr lang="zh-CN" altLang="en-US" sz="2400">
                <a:latin typeface="宋体" panose="02010600030101010101" pitchFamily="2" charset="-122"/>
              </a:rPr>
              <a:t>最高，</a:t>
            </a:r>
            <a:r>
              <a:rPr lang="en-US" altLang="zh-CN" sz="2400">
                <a:latin typeface="Times New Roman" panose="02020603050405020304" pitchFamily="18" charset="0"/>
              </a:rPr>
              <a:t>IR7</a:t>
            </a:r>
            <a:r>
              <a:rPr lang="zh-CN" altLang="en-US" sz="2400">
                <a:latin typeface="宋体" panose="02010600030101010101" pitchFamily="2" charset="-122"/>
              </a:rPr>
              <a:t>最低）；如，设</a:t>
            </a:r>
            <a:r>
              <a:rPr lang="en-US" altLang="zh-CN" sz="2400">
                <a:latin typeface="Times New Roman" panose="02020603050405020304" pitchFamily="18" charset="0"/>
              </a:rPr>
              <a:t>L2</a:t>
            </a:r>
            <a:r>
              <a:rPr lang="zh-CN" altLang="en-US" sz="2400">
                <a:latin typeface="宋体" panose="02010600030101010101" pitchFamily="2" charset="-122"/>
              </a:rPr>
              <a:t>、</a:t>
            </a:r>
            <a:r>
              <a:rPr lang="en-US" altLang="zh-CN" sz="2400">
                <a:latin typeface="Times New Roman" panose="02020603050405020304" pitchFamily="18" charset="0"/>
              </a:rPr>
              <a:t>L1</a:t>
            </a:r>
            <a:r>
              <a:rPr lang="zh-CN" altLang="en-US" sz="2400">
                <a:latin typeface="宋体" panose="02010600030101010101" pitchFamily="2" charset="-122"/>
              </a:rPr>
              <a:t>、</a:t>
            </a:r>
            <a:r>
              <a:rPr lang="en-US" altLang="zh-CN" sz="2400">
                <a:latin typeface="Times New Roman" panose="02020603050405020304" pitchFamily="18" charset="0"/>
              </a:rPr>
              <a:t>L0</a:t>
            </a:r>
            <a:r>
              <a:rPr lang="zh-CN" altLang="en-US" sz="2400">
                <a:latin typeface="宋体" panose="02010600030101010101" pitchFamily="2" charset="-122"/>
              </a:rPr>
              <a:t>分别为</a:t>
            </a:r>
            <a:r>
              <a:rPr lang="en-US" altLang="zh-CN" sz="2400">
                <a:latin typeface="Times New Roman" panose="02020603050405020304" pitchFamily="18" charset="0"/>
              </a:rPr>
              <a:t>1</a:t>
            </a:r>
            <a:r>
              <a:rPr lang="zh-CN" altLang="en-US" sz="2400">
                <a:latin typeface="宋体" panose="02010600030101010101" pitchFamily="2" charset="-122"/>
              </a:rPr>
              <a:t>、</a:t>
            </a:r>
            <a:r>
              <a:rPr lang="en-US" altLang="zh-CN" sz="2400">
                <a:latin typeface="Times New Roman" panose="02020603050405020304" pitchFamily="18" charset="0"/>
              </a:rPr>
              <a:t>1</a:t>
            </a:r>
            <a:r>
              <a:rPr lang="zh-CN" altLang="en-US" sz="2400">
                <a:latin typeface="宋体" panose="02010600030101010101" pitchFamily="2" charset="-122"/>
              </a:rPr>
              <a:t>、</a:t>
            </a:r>
            <a:r>
              <a:rPr lang="en-US" altLang="zh-CN" sz="2400">
                <a:latin typeface="Times New Roman" panose="02020603050405020304" pitchFamily="18" charset="0"/>
              </a:rPr>
              <a:t>0</a:t>
            </a:r>
            <a:r>
              <a:rPr lang="zh-CN" altLang="en-US" sz="2400">
                <a:latin typeface="宋体" panose="02010600030101010101" pitchFamily="2" charset="-122"/>
              </a:rPr>
              <a:t>，即设置</a:t>
            </a:r>
            <a:r>
              <a:rPr lang="en-US" altLang="zh-CN" sz="2400">
                <a:latin typeface="Times New Roman" panose="02020603050405020304" pitchFamily="18" charset="0"/>
              </a:rPr>
              <a:t>IR6</a:t>
            </a:r>
            <a:r>
              <a:rPr lang="zh-CN" altLang="en-US" sz="2400">
                <a:latin typeface="宋体" panose="02010600030101010101" pitchFamily="2" charset="-122"/>
              </a:rPr>
              <a:t>为最低优先级，假设</a:t>
            </a:r>
            <a:r>
              <a:rPr lang="en-US" altLang="zh-CN" sz="2400">
                <a:latin typeface="Times New Roman" panose="02020603050405020304" pitchFamily="18" charset="0"/>
              </a:rPr>
              <a:t>IR5</a:t>
            </a:r>
            <a:r>
              <a:rPr lang="zh-CN" altLang="en-US" sz="2400">
                <a:latin typeface="宋体" panose="02010600030101010101" pitchFamily="2" charset="-122"/>
              </a:rPr>
              <a:t>为原最高优先级，</a:t>
            </a:r>
            <a:r>
              <a:rPr lang="en-US" altLang="zh-CN" sz="2400">
                <a:latin typeface="Times New Roman" panose="02020603050405020304" pitchFamily="18" charset="0"/>
              </a:rPr>
              <a:t>8259A</a:t>
            </a:r>
            <a:r>
              <a:rPr lang="zh-CN" altLang="en-US" sz="2400">
                <a:latin typeface="宋体" panose="02010600030101010101" pitchFamily="2" charset="-122"/>
              </a:rPr>
              <a:t>执行该设置命令后，</a:t>
            </a:r>
            <a:r>
              <a:rPr lang="en-US" altLang="zh-CN" sz="2400">
                <a:latin typeface="Times New Roman" panose="02020603050405020304" pitchFamily="18" charset="0"/>
              </a:rPr>
              <a:t>IR7</a:t>
            </a:r>
            <a:r>
              <a:rPr lang="zh-CN" altLang="en-US" sz="2400">
                <a:latin typeface="宋体" panose="02010600030101010101" pitchFamily="2" charset="-122"/>
              </a:rPr>
              <a:t>变为最高。</a:t>
            </a:r>
            <a:r>
              <a:rPr lang="en-US" altLang="zh-CN" sz="2400">
                <a:solidFill>
                  <a:srgbClr val="FF0000"/>
                </a:solidFill>
                <a:latin typeface="宋体" panose="02010600030101010101" pitchFamily="2" charset="-122"/>
              </a:rPr>
              <a:t>2</a:t>
            </a:r>
            <a:r>
              <a:rPr lang="zh-CN" altLang="en-US" sz="2400">
                <a:solidFill>
                  <a:srgbClr val="FF0000"/>
                </a:solidFill>
                <a:latin typeface="宋体" panose="02010600030101010101" pitchFamily="2" charset="-122"/>
              </a:rPr>
              <a:t>、</a:t>
            </a:r>
            <a:r>
              <a:rPr lang="en-US" altLang="zh-CN" sz="2400" b="1">
                <a:solidFill>
                  <a:srgbClr val="FF0000"/>
                </a:solidFill>
                <a:latin typeface="Times New Roman" panose="02020603050405020304" pitchFamily="18" charset="0"/>
              </a:rPr>
              <a:t>L2~L0</a:t>
            </a:r>
            <a:r>
              <a:rPr lang="zh-CN" altLang="en-US" sz="2400" b="1">
                <a:solidFill>
                  <a:srgbClr val="FF0000"/>
                </a:solidFill>
                <a:latin typeface="宋体" panose="02010600030101010101" pitchFamily="2" charset="-122"/>
              </a:rPr>
              <a:t>还有一个作用是</a:t>
            </a:r>
            <a:r>
              <a:rPr lang="zh-CN" altLang="en-US" sz="2400">
                <a:latin typeface="宋体" panose="02010600030101010101" pitchFamily="2" charset="-122"/>
              </a:rPr>
              <a:t>，当</a:t>
            </a:r>
            <a:r>
              <a:rPr lang="en-US" altLang="zh-CN" sz="2400">
                <a:latin typeface="Times New Roman" panose="02020603050405020304" pitchFamily="18" charset="0"/>
              </a:rPr>
              <a:t>OCW2</a:t>
            </a:r>
            <a:r>
              <a:rPr lang="zh-CN" altLang="en-US" sz="2400">
                <a:latin typeface="宋体" panose="02010600030101010101" pitchFamily="2" charset="-122"/>
              </a:rPr>
              <a:t>给出特殊中断结束命令时（即，</a:t>
            </a:r>
            <a:r>
              <a:rPr lang="en-US" altLang="zh-CN" sz="2400">
                <a:latin typeface="Times New Roman" panose="02020603050405020304" pitchFamily="18" charset="0"/>
              </a:rPr>
              <a:t>EOI=1</a:t>
            </a:r>
            <a:r>
              <a:rPr lang="zh-CN" altLang="en-US" sz="2400">
                <a:latin typeface="宋体" panose="02010600030101010101" pitchFamily="2" charset="-122"/>
              </a:rPr>
              <a:t>、</a:t>
            </a:r>
            <a:r>
              <a:rPr lang="en-US" altLang="zh-CN" sz="2400">
                <a:latin typeface="Times New Roman" panose="02020603050405020304" pitchFamily="18" charset="0"/>
              </a:rPr>
              <a:t>SL=1</a:t>
            </a:r>
            <a:r>
              <a:rPr lang="zh-CN" altLang="en-US" sz="2400">
                <a:latin typeface="宋体" panose="02010600030101010101" pitchFamily="2" charset="-122"/>
              </a:rPr>
              <a:t>、</a:t>
            </a:r>
            <a:r>
              <a:rPr lang="en-US" altLang="zh-CN" sz="2400">
                <a:latin typeface="Times New Roman" panose="02020603050405020304" pitchFamily="18" charset="0"/>
              </a:rPr>
              <a:t>R=0</a:t>
            </a:r>
            <a:r>
              <a:rPr lang="zh-CN" altLang="en-US" sz="2400">
                <a:latin typeface="宋体" panose="02010600030101010101" pitchFamily="2" charset="-122"/>
              </a:rPr>
              <a:t>），</a:t>
            </a:r>
            <a:r>
              <a:rPr lang="en-US" altLang="zh-CN" sz="2400">
                <a:latin typeface="Times New Roman" panose="02020603050405020304" pitchFamily="18" charset="0"/>
              </a:rPr>
              <a:t>D2~D0</a:t>
            </a:r>
            <a:r>
              <a:rPr lang="zh-CN" altLang="en-US" sz="2400">
                <a:solidFill>
                  <a:srgbClr val="FF0000"/>
                </a:solidFill>
                <a:latin typeface="宋体" panose="02010600030101010101" pitchFamily="2" charset="-122"/>
              </a:rPr>
              <a:t>指出应使</a:t>
            </a:r>
            <a:r>
              <a:rPr lang="en-US" altLang="zh-CN" sz="2400">
                <a:solidFill>
                  <a:srgbClr val="FF0000"/>
                </a:solidFill>
                <a:latin typeface="Times New Roman" panose="02020603050405020304" pitchFamily="18" charset="0"/>
              </a:rPr>
              <a:t>ISR</a:t>
            </a:r>
            <a:r>
              <a:rPr lang="zh-CN" altLang="en-US" sz="2400">
                <a:solidFill>
                  <a:srgbClr val="FF0000"/>
                </a:solidFill>
                <a:latin typeface="宋体" panose="02010600030101010101" pitchFamily="2" charset="-122"/>
              </a:rPr>
              <a:t>中的对应位清</a:t>
            </a:r>
            <a:r>
              <a:rPr lang="en-US" altLang="zh-CN" sz="2400">
                <a:solidFill>
                  <a:srgbClr val="FF0000"/>
                </a:solidFill>
                <a:latin typeface="Times New Roman" panose="02020603050405020304" pitchFamily="18" charset="0"/>
              </a:rPr>
              <a:t>0</a:t>
            </a:r>
            <a:r>
              <a:rPr lang="zh-CN" altLang="en-US" sz="2400">
                <a:solidFill>
                  <a:srgbClr val="FF0000"/>
                </a:solidFill>
                <a:latin typeface="宋体" panose="02010600030101010101" pitchFamily="2" charset="-122"/>
              </a:rPr>
              <a:t>。</a:t>
            </a:r>
            <a:r>
              <a:rPr lang="zh-CN" altLang="en-US" sz="2400">
                <a:solidFill>
                  <a:srgbClr val="FF0000"/>
                </a:solidFill>
                <a:latin typeface="Times New Roman" panose="02020603050405020304" pitchFamily="18" charset="0"/>
              </a:rPr>
              <a:t> </a:t>
            </a:r>
          </a:p>
        </p:txBody>
      </p:sp>
      <p:sp>
        <p:nvSpPr>
          <p:cNvPr id="46082" name="灯片编号占位符 1">
            <a:extLst>
              <a:ext uri="{FF2B5EF4-FFF2-40B4-BE49-F238E27FC236}">
                <a16:creationId xmlns:a16="http://schemas.microsoft.com/office/drawing/2014/main" id="{5B1D6D68-5590-4EB0-81A4-A5982DCD10A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1751A8F1-F06F-4C55-8FED-5DA32A44A620}" type="slidenum">
              <a:rPr lang="zh-CN" altLang="en-US" smtClean="0"/>
              <a:pPr eaLnBrk="0" hangingPunct="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47105">
            <a:extLst>
              <a:ext uri="{FF2B5EF4-FFF2-40B4-BE49-F238E27FC236}">
                <a16:creationId xmlns:a16="http://schemas.microsoft.com/office/drawing/2014/main" id="{16197C67-FEDF-4486-9A13-1ED2D5BE9C5D}"/>
              </a:ext>
            </a:extLst>
          </p:cNvPr>
          <p:cNvSpPr txBox="1">
            <a:spLocks noChangeArrowheads="1"/>
          </p:cNvSpPr>
          <p:nvPr/>
        </p:nvSpPr>
        <p:spPr bwMode="auto">
          <a:xfrm>
            <a:off x="323850" y="260350"/>
            <a:ext cx="8534400"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b="1">
                <a:solidFill>
                  <a:schemeClr val="folHlink"/>
                </a:solidFill>
                <a:latin typeface="Times New Roman" panose="02020603050405020304" pitchFamily="18" charset="0"/>
              </a:rPr>
              <a:t>   (3)OCW3</a:t>
            </a:r>
            <a:r>
              <a:rPr lang="en-US" altLang="zh-CN" sz="2400" b="1">
                <a:latin typeface="Times New Roman" panose="02020603050405020304" pitchFamily="18" charset="0"/>
              </a:rPr>
              <a:t> </a:t>
            </a:r>
            <a:r>
              <a:rPr lang="zh-CN" altLang="en-US" sz="2400">
                <a:latin typeface="宋体" panose="02010600030101010101" pitchFamily="2" charset="-122"/>
              </a:rPr>
              <a:t>用于设置</a:t>
            </a:r>
            <a:r>
              <a:rPr lang="zh-CN" altLang="en-US" sz="2400">
                <a:solidFill>
                  <a:srgbClr val="FF0000"/>
                </a:solidFill>
                <a:latin typeface="宋体" panose="02010600030101010101" pitchFamily="2" charset="-122"/>
              </a:rPr>
              <a:t>特殊屏蔽方式、中断查询方式、读出</a:t>
            </a:r>
            <a:r>
              <a:rPr lang="en-US" altLang="zh-CN" sz="2400">
                <a:solidFill>
                  <a:srgbClr val="FF0000"/>
                </a:solidFill>
                <a:latin typeface="Times New Roman" panose="02020603050405020304" pitchFamily="18" charset="0"/>
              </a:rPr>
              <a:t>8259A</a:t>
            </a:r>
            <a:r>
              <a:rPr lang="zh-CN" altLang="en-US" sz="2400">
                <a:solidFill>
                  <a:srgbClr val="FF0000"/>
                </a:solidFill>
                <a:latin typeface="宋体" panose="02010600030101010101" pitchFamily="2" charset="-122"/>
              </a:rPr>
              <a:t>内部寄存器</a:t>
            </a:r>
            <a:r>
              <a:rPr lang="zh-CN" altLang="en-US" sz="2400">
                <a:latin typeface="宋体" panose="02010600030101010101" pitchFamily="2" charset="-122"/>
              </a:rPr>
              <a:t>的状态。格式及各位组合功能如下：</a:t>
            </a:r>
            <a:r>
              <a:rPr lang="zh-CN" altLang="en-US" sz="2400" b="1">
                <a:latin typeface="Times New Roman" panose="02020603050405020304" pitchFamily="18" charset="0"/>
              </a:rPr>
              <a:t> </a:t>
            </a:r>
          </a:p>
        </p:txBody>
      </p:sp>
      <p:sp>
        <p:nvSpPr>
          <p:cNvPr id="47106" name="文本框 47106">
            <a:extLst>
              <a:ext uri="{FF2B5EF4-FFF2-40B4-BE49-F238E27FC236}">
                <a16:creationId xmlns:a16="http://schemas.microsoft.com/office/drawing/2014/main" id="{DF5DCF96-B205-49A7-892E-C18CBB35578E}"/>
              </a:ext>
            </a:extLst>
          </p:cNvPr>
          <p:cNvSpPr txBox="1">
            <a:spLocks noChangeAspect="1" noChangeArrowheads="1"/>
          </p:cNvSpPr>
          <p:nvPr/>
        </p:nvSpPr>
        <p:spPr bwMode="auto">
          <a:xfrm>
            <a:off x="1014413" y="1811338"/>
            <a:ext cx="4127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47107" name="文本框 47107">
            <a:extLst>
              <a:ext uri="{FF2B5EF4-FFF2-40B4-BE49-F238E27FC236}">
                <a16:creationId xmlns:a16="http://schemas.microsoft.com/office/drawing/2014/main" id="{BBD6714B-4FDC-4D80-A650-7B27FDA1647F}"/>
              </a:ext>
            </a:extLst>
          </p:cNvPr>
          <p:cNvSpPr txBox="1">
            <a:spLocks noChangeAspect="1" noChangeArrowheads="1"/>
          </p:cNvSpPr>
          <p:nvPr/>
        </p:nvSpPr>
        <p:spPr bwMode="auto">
          <a:xfrm>
            <a:off x="1030288"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A0</a:t>
            </a:r>
          </a:p>
          <a:p>
            <a:pPr algn="just" eaLnBrk="0" hangingPunct="0"/>
            <a:endParaRPr lang="en-US" altLang="zh-CN" sz="1400">
              <a:latin typeface="Times New Roman" panose="02020603050405020304" pitchFamily="18" charset="0"/>
            </a:endParaRPr>
          </a:p>
          <a:p>
            <a:pPr algn="just" eaLnBrk="0" hangingPunct="0"/>
            <a:endParaRPr lang="en-US" altLang="zh-CN" sz="1400">
              <a:latin typeface="Times New Roman" panose="02020603050405020304" pitchFamily="18" charset="0"/>
            </a:endParaRPr>
          </a:p>
          <a:p>
            <a:pPr algn="just" eaLnBrk="0" hangingPunct="0"/>
            <a:endParaRPr lang="en-US" altLang="zh-CN" sz="1400">
              <a:latin typeface="Times New Roman" panose="02020603050405020304" pitchFamily="18" charset="0"/>
            </a:endParaRPr>
          </a:p>
          <a:p>
            <a:pPr algn="just" eaLnBrk="0" hangingPunct="0"/>
            <a:r>
              <a:rPr lang="en-US" altLang="zh-CN" sz="1400">
                <a:latin typeface="Times New Roman" panose="02020603050405020304" pitchFamily="18" charset="0"/>
              </a:rPr>
              <a:t>0</a:t>
            </a:r>
          </a:p>
        </p:txBody>
      </p:sp>
      <p:sp>
        <p:nvSpPr>
          <p:cNvPr id="47108" name="文本框 47108">
            <a:extLst>
              <a:ext uri="{FF2B5EF4-FFF2-40B4-BE49-F238E27FC236}">
                <a16:creationId xmlns:a16="http://schemas.microsoft.com/office/drawing/2014/main" id="{E981F249-ED10-40B6-BC77-E946048BB90A}"/>
              </a:ext>
            </a:extLst>
          </p:cNvPr>
          <p:cNvSpPr txBox="1">
            <a:spLocks noChangeAspect="1" noChangeArrowheads="1"/>
          </p:cNvSpPr>
          <p:nvPr/>
        </p:nvSpPr>
        <p:spPr bwMode="auto">
          <a:xfrm>
            <a:off x="1562100" y="1811338"/>
            <a:ext cx="414338"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47109" name="文本框 47109">
            <a:extLst>
              <a:ext uri="{FF2B5EF4-FFF2-40B4-BE49-F238E27FC236}">
                <a16:creationId xmlns:a16="http://schemas.microsoft.com/office/drawing/2014/main" id="{3433A387-3958-4C74-BEBC-C762DCEE6265}"/>
              </a:ext>
            </a:extLst>
          </p:cNvPr>
          <p:cNvSpPr txBox="1">
            <a:spLocks noChangeAspect="1" noChangeArrowheads="1"/>
          </p:cNvSpPr>
          <p:nvPr/>
        </p:nvSpPr>
        <p:spPr bwMode="auto">
          <a:xfrm>
            <a:off x="1579563"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D7</a:t>
            </a:r>
          </a:p>
        </p:txBody>
      </p:sp>
      <p:sp>
        <p:nvSpPr>
          <p:cNvPr id="47110" name="文本框 47110">
            <a:extLst>
              <a:ext uri="{FF2B5EF4-FFF2-40B4-BE49-F238E27FC236}">
                <a16:creationId xmlns:a16="http://schemas.microsoft.com/office/drawing/2014/main" id="{175E2D35-7E88-476B-BE0D-F2FD4D5D17C8}"/>
              </a:ext>
            </a:extLst>
          </p:cNvPr>
          <p:cNvSpPr txBox="1">
            <a:spLocks noChangeAspect="1" noChangeArrowheads="1"/>
          </p:cNvSpPr>
          <p:nvPr/>
        </p:nvSpPr>
        <p:spPr bwMode="auto">
          <a:xfrm>
            <a:off x="1973263" y="1811338"/>
            <a:ext cx="769937"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ESMM</a:t>
            </a:r>
          </a:p>
        </p:txBody>
      </p:sp>
      <p:sp>
        <p:nvSpPr>
          <p:cNvPr id="47111" name="文本框 47111">
            <a:extLst>
              <a:ext uri="{FF2B5EF4-FFF2-40B4-BE49-F238E27FC236}">
                <a16:creationId xmlns:a16="http://schemas.microsoft.com/office/drawing/2014/main" id="{171F68CE-D427-48A6-B7B4-ED0E4EB4748F}"/>
              </a:ext>
            </a:extLst>
          </p:cNvPr>
          <p:cNvSpPr txBox="1">
            <a:spLocks noChangeAspect="1" noChangeArrowheads="1"/>
          </p:cNvSpPr>
          <p:nvPr/>
        </p:nvSpPr>
        <p:spPr bwMode="auto">
          <a:xfrm>
            <a:off x="2181225"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D6</a:t>
            </a:r>
          </a:p>
        </p:txBody>
      </p:sp>
      <p:sp>
        <p:nvSpPr>
          <p:cNvPr id="47112" name="文本框 47112">
            <a:extLst>
              <a:ext uri="{FF2B5EF4-FFF2-40B4-BE49-F238E27FC236}">
                <a16:creationId xmlns:a16="http://schemas.microsoft.com/office/drawing/2014/main" id="{10258C33-79FD-461D-95AC-87985D9600D2}"/>
              </a:ext>
            </a:extLst>
          </p:cNvPr>
          <p:cNvSpPr txBox="1">
            <a:spLocks noChangeAspect="1" noChangeArrowheads="1"/>
          </p:cNvSpPr>
          <p:nvPr/>
        </p:nvSpPr>
        <p:spPr bwMode="auto">
          <a:xfrm>
            <a:off x="3440113" y="1811338"/>
            <a:ext cx="4127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47113" name="文本框 47113">
            <a:extLst>
              <a:ext uri="{FF2B5EF4-FFF2-40B4-BE49-F238E27FC236}">
                <a16:creationId xmlns:a16="http://schemas.microsoft.com/office/drawing/2014/main" id="{73642E35-F761-43DE-AFF5-8F816DBE4F9F}"/>
              </a:ext>
            </a:extLst>
          </p:cNvPr>
          <p:cNvSpPr txBox="1">
            <a:spLocks noChangeAspect="1" noChangeArrowheads="1"/>
          </p:cNvSpPr>
          <p:nvPr/>
        </p:nvSpPr>
        <p:spPr bwMode="auto">
          <a:xfrm>
            <a:off x="3455988"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D4</a:t>
            </a:r>
          </a:p>
        </p:txBody>
      </p:sp>
      <p:sp>
        <p:nvSpPr>
          <p:cNvPr id="47114" name="文本框 47114">
            <a:extLst>
              <a:ext uri="{FF2B5EF4-FFF2-40B4-BE49-F238E27FC236}">
                <a16:creationId xmlns:a16="http://schemas.microsoft.com/office/drawing/2014/main" id="{B8E27F2B-B3C4-4B14-83AF-2E11911FE5AE}"/>
              </a:ext>
            </a:extLst>
          </p:cNvPr>
          <p:cNvSpPr txBox="1">
            <a:spLocks noChangeAspect="1" noChangeArrowheads="1"/>
          </p:cNvSpPr>
          <p:nvPr/>
        </p:nvSpPr>
        <p:spPr bwMode="auto">
          <a:xfrm>
            <a:off x="2744788" y="1811338"/>
            <a:ext cx="700087"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SMM</a:t>
            </a:r>
          </a:p>
        </p:txBody>
      </p:sp>
      <p:sp>
        <p:nvSpPr>
          <p:cNvPr id="47115" name="文本框 47115">
            <a:extLst>
              <a:ext uri="{FF2B5EF4-FFF2-40B4-BE49-F238E27FC236}">
                <a16:creationId xmlns:a16="http://schemas.microsoft.com/office/drawing/2014/main" id="{FAD82EED-F20E-4E1D-A9B4-18183774E511}"/>
              </a:ext>
            </a:extLst>
          </p:cNvPr>
          <p:cNvSpPr txBox="1">
            <a:spLocks noChangeAspect="1" noChangeArrowheads="1"/>
          </p:cNvSpPr>
          <p:nvPr/>
        </p:nvSpPr>
        <p:spPr bwMode="auto">
          <a:xfrm>
            <a:off x="2925763"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D5</a:t>
            </a:r>
          </a:p>
        </p:txBody>
      </p:sp>
      <p:sp>
        <p:nvSpPr>
          <p:cNvPr id="47116" name="文本框 47116">
            <a:extLst>
              <a:ext uri="{FF2B5EF4-FFF2-40B4-BE49-F238E27FC236}">
                <a16:creationId xmlns:a16="http://schemas.microsoft.com/office/drawing/2014/main" id="{1524D423-7C32-48C1-BA70-A82C680E868B}"/>
              </a:ext>
            </a:extLst>
          </p:cNvPr>
          <p:cNvSpPr txBox="1">
            <a:spLocks noChangeAspect="1" noChangeArrowheads="1"/>
          </p:cNvSpPr>
          <p:nvPr/>
        </p:nvSpPr>
        <p:spPr bwMode="auto">
          <a:xfrm>
            <a:off x="3851275" y="1811338"/>
            <a:ext cx="4127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1</a:t>
            </a:r>
          </a:p>
        </p:txBody>
      </p:sp>
      <p:sp>
        <p:nvSpPr>
          <p:cNvPr id="47117" name="文本框 47117">
            <a:extLst>
              <a:ext uri="{FF2B5EF4-FFF2-40B4-BE49-F238E27FC236}">
                <a16:creationId xmlns:a16="http://schemas.microsoft.com/office/drawing/2014/main" id="{8C54FA2F-EEAD-4E37-ADF0-F42FB1AB899A}"/>
              </a:ext>
            </a:extLst>
          </p:cNvPr>
          <p:cNvSpPr txBox="1">
            <a:spLocks noChangeAspect="1" noChangeArrowheads="1"/>
          </p:cNvSpPr>
          <p:nvPr/>
        </p:nvSpPr>
        <p:spPr bwMode="auto">
          <a:xfrm>
            <a:off x="3867150"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D3</a:t>
            </a:r>
          </a:p>
        </p:txBody>
      </p:sp>
      <p:sp>
        <p:nvSpPr>
          <p:cNvPr id="47118" name="文本框 47118">
            <a:extLst>
              <a:ext uri="{FF2B5EF4-FFF2-40B4-BE49-F238E27FC236}">
                <a16:creationId xmlns:a16="http://schemas.microsoft.com/office/drawing/2014/main" id="{BB6C7BE8-1F3D-4721-90F9-15FA899A80DC}"/>
              </a:ext>
            </a:extLst>
          </p:cNvPr>
          <p:cNvSpPr txBox="1">
            <a:spLocks noChangeAspect="1" noChangeArrowheads="1"/>
          </p:cNvSpPr>
          <p:nvPr/>
        </p:nvSpPr>
        <p:spPr bwMode="auto">
          <a:xfrm>
            <a:off x="4262438" y="1811338"/>
            <a:ext cx="496887"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P</a:t>
            </a:r>
          </a:p>
        </p:txBody>
      </p:sp>
      <p:sp>
        <p:nvSpPr>
          <p:cNvPr id="47119" name="文本框 47119">
            <a:extLst>
              <a:ext uri="{FF2B5EF4-FFF2-40B4-BE49-F238E27FC236}">
                <a16:creationId xmlns:a16="http://schemas.microsoft.com/office/drawing/2014/main" id="{0B13FF88-7C26-43A8-B43F-0712B5CD7CF3}"/>
              </a:ext>
            </a:extLst>
          </p:cNvPr>
          <p:cNvSpPr txBox="1">
            <a:spLocks noChangeAspect="1" noChangeArrowheads="1"/>
          </p:cNvSpPr>
          <p:nvPr/>
        </p:nvSpPr>
        <p:spPr bwMode="auto">
          <a:xfrm>
            <a:off x="4321175"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D2</a:t>
            </a:r>
          </a:p>
        </p:txBody>
      </p:sp>
      <p:sp>
        <p:nvSpPr>
          <p:cNvPr id="47120" name="文本框 47120">
            <a:extLst>
              <a:ext uri="{FF2B5EF4-FFF2-40B4-BE49-F238E27FC236}">
                <a16:creationId xmlns:a16="http://schemas.microsoft.com/office/drawing/2014/main" id="{19121E4D-0CDC-4C82-9BC6-82034F60D1A4}"/>
              </a:ext>
            </a:extLst>
          </p:cNvPr>
          <p:cNvSpPr txBox="1">
            <a:spLocks noChangeAspect="1" noChangeArrowheads="1"/>
          </p:cNvSpPr>
          <p:nvPr/>
        </p:nvSpPr>
        <p:spPr bwMode="auto">
          <a:xfrm>
            <a:off x="4757738" y="1811338"/>
            <a:ext cx="5651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RR</a:t>
            </a:r>
          </a:p>
        </p:txBody>
      </p:sp>
      <p:sp>
        <p:nvSpPr>
          <p:cNvPr id="47121" name="文本框 47121">
            <a:extLst>
              <a:ext uri="{FF2B5EF4-FFF2-40B4-BE49-F238E27FC236}">
                <a16:creationId xmlns:a16="http://schemas.microsoft.com/office/drawing/2014/main" id="{FFE75F4E-CAF3-40F3-A686-4B27B084B318}"/>
              </a:ext>
            </a:extLst>
          </p:cNvPr>
          <p:cNvSpPr txBox="1">
            <a:spLocks noChangeAspect="1" noChangeArrowheads="1"/>
          </p:cNvSpPr>
          <p:nvPr/>
        </p:nvSpPr>
        <p:spPr bwMode="auto">
          <a:xfrm>
            <a:off x="4843463"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D1</a:t>
            </a:r>
          </a:p>
        </p:txBody>
      </p:sp>
      <p:sp>
        <p:nvSpPr>
          <p:cNvPr id="47122" name="文本框 47122">
            <a:extLst>
              <a:ext uri="{FF2B5EF4-FFF2-40B4-BE49-F238E27FC236}">
                <a16:creationId xmlns:a16="http://schemas.microsoft.com/office/drawing/2014/main" id="{25160F41-A979-451B-9EC7-B52A77DE70F3}"/>
              </a:ext>
            </a:extLst>
          </p:cNvPr>
          <p:cNvSpPr txBox="1">
            <a:spLocks noChangeAspect="1" noChangeArrowheads="1"/>
          </p:cNvSpPr>
          <p:nvPr/>
        </p:nvSpPr>
        <p:spPr bwMode="auto">
          <a:xfrm>
            <a:off x="5316538" y="1811338"/>
            <a:ext cx="5651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RIS</a:t>
            </a:r>
          </a:p>
        </p:txBody>
      </p:sp>
      <p:sp>
        <p:nvSpPr>
          <p:cNvPr id="47123" name="文本框 47123">
            <a:extLst>
              <a:ext uri="{FF2B5EF4-FFF2-40B4-BE49-F238E27FC236}">
                <a16:creationId xmlns:a16="http://schemas.microsoft.com/office/drawing/2014/main" id="{5A7F9DB0-C8A0-40F5-A3E3-B426700E8E90}"/>
              </a:ext>
            </a:extLst>
          </p:cNvPr>
          <p:cNvSpPr txBox="1">
            <a:spLocks noChangeAspect="1" noChangeArrowheads="1"/>
          </p:cNvSpPr>
          <p:nvPr/>
        </p:nvSpPr>
        <p:spPr bwMode="auto">
          <a:xfrm>
            <a:off x="5373688"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D0</a:t>
            </a:r>
          </a:p>
        </p:txBody>
      </p:sp>
      <p:sp>
        <p:nvSpPr>
          <p:cNvPr id="47124" name="直接连接符 47124">
            <a:extLst>
              <a:ext uri="{FF2B5EF4-FFF2-40B4-BE49-F238E27FC236}">
                <a16:creationId xmlns:a16="http://schemas.microsoft.com/office/drawing/2014/main" id="{F7311C6A-18B4-46C7-BFC5-6107B68386F4}"/>
              </a:ext>
            </a:extLst>
          </p:cNvPr>
          <p:cNvSpPr>
            <a:spLocks noChangeAspect="1" noChangeShapeType="1"/>
          </p:cNvSpPr>
          <p:nvPr/>
        </p:nvSpPr>
        <p:spPr bwMode="auto">
          <a:xfrm>
            <a:off x="3082925" y="2141538"/>
            <a:ext cx="0" cy="1000125"/>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7125" name="组合 47125">
            <a:extLst>
              <a:ext uri="{FF2B5EF4-FFF2-40B4-BE49-F238E27FC236}">
                <a16:creationId xmlns:a16="http://schemas.microsoft.com/office/drawing/2014/main" id="{F1A85A1D-830B-4675-8885-955A277A6272}"/>
              </a:ext>
            </a:extLst>
          </p:cNvPr>
          <p:cNvGrpSpPr>
            <a:grpSpLocks noChangeAspect="1"/>
          </p:cNvGrpSpPr>
          <p:nvPr/>
        </p:nvGrpSpPr>
        <p:grpSpPr bwMode="auto">
          <a:xfrm>
            <a:off x="5657850" y="2141538"/>
            <a:ext cx="1001713" cy="855662"/>
            <a:chOff x="0" y="0"/>
            <a:chExt cx="555" cy="705"/>
          </a:xfrm>
        </p:grpSpPr>
        <p:sp>
          <p:nvSpPr>
            <p:cNvPr id="47126" name="直接连接符 47126">
              <a:extLst>
                <a:ext uri="{FF2B5EF4-FFF2-40B4-BE49-F238E27FC236}">
                  <a16:creationId xmlns:a16="http://schemas.microsoft.com/office/drawing/2014/main" id="{28944DD7-4E93-4A73-872B-15477464323F}"/>
                </a:ext>
              </a:extLst>
            </p:cNvPr>
            <p:cNvSpPr>
              <a:spLocks noChangeAspect="1" noChangeShapeType="1"/>
            </p:cNvSpPr>
            <p:nvPr/>
          </p:nvSpPr>
          <p:spPr bwMode="auto">
            <a:xfrm flipH="1">
              <a:off x="15" y="0"/>
              <a:ext cx="0" cy="165"/>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7" name="直接连接符 47127">
              <a:extLst>
                <a:ext uri="{FF2B5EF4-FFF2-40B4-BE49-F238E27FC236}">
                  <a16:creationId xmlns:a16="http://schemas.microsoft.com/office/drawing/2014/main" id="{2F6DF325-85C0-46BC-84DF-DAC7A7ABEC45}"/>
                </a:ext>
              </a:extLst>
            </p:cNvPr>
            <p:cNvSpPr>
              <a:spLocks noChangeAspect="1" noChangeShapeType="1"/>
            </p:cNvSpPr>
            <p:nvPr/>
          </p:nvSpPr>
          <p:spPr bwMode="auto">
            <a:xfrm flipH="1">
              <a:off x="0" y="165"/>
              <a:ext cx="555"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8" name="直接连接符 47128">
              <a:extLst>
                <a:ext uri="{FF2B5EF4-FFF2-40B4-BE49-F238E27FC236}">
                  <a16:creationId xmlns:a16="http://schemas.microsoft.com/office/drawing/2014/main" id="{9B3A4414-3388-4A72-8410-C445376E2E85}"/>
                </a:ext>
              </a:extLst>
            </p:cNvPr>
            <p:cNvSpPr>
              <a:spLocks noChangeAspect="1" noChangeShapeType="1"/>
            </p:cNvSpPr>
            <p:nvPr/>
          </p:nvSpPr>
          <p:spPr bwMode="auto">
            <a:xfrm flipH="1">
              <a:off x="555" y="180"/>
              <a:ext cx="0" cy="525"/>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7129" name="组合 47129">
            <a:extLst>
              <a:ext uri="{FF2B5EF4-FFF2-40B4-BE49-F238E27FC236}">
                <a16:creationId xmlns:a16="http://schemas.microsoft.com/office/drawing/2014/main" id="{67FFD685-0683-4DFA-9C44-386641682F8C}"/>
              </a:ext>
            </a:extLst>
          </p:cNvPr>
          <p:cNvGrpSpPr>
            <a:grpSpLocks noChangeAspect="1"/>
          </p:cNvGrpSpPr>
          <p:nvPr/>
        </p:nvGrpSpPr>
        <p:grpSpPr bwMode="auto">
          <a:xfrm>
            <a:off x="5097463" y="2154238"/>
            <a:ext cx="987425" cy="842962"/>
            <a:chOff x="0" y="0"/>
            <a:chExt cx="632" cy="690"/>
          </a:xfrm>
        </p:grpSpPr>
        <p:sp>
          <p:nvSpPr>
            <p:cNvPr id="47130" name="直接连接符 47130">
              <a:extLst>
                <a:ext uri="{FF2B5EF4-FFF2-40B4-BE49-F238E27FC236}">
                  <a16:creationId xmlns:a16="http://schemas.microsoft.com/office/drawing/2014/main" id="{CFC9A25A-B183-4FEA-95B1-86D1E23B8BCB}"/>
                </a:ext>
              </a:extLst>
            </p:cNvPr>
            <p:cNvSpPr>
              <a:spLocks noChangeAspect="1" noChangeShapeType="1"/>
            </p:cNvSpPr>
            <p:nvPr/>
          </p:nvSpPr>
          <p:spPr bwMode="auto">
            <a:xfrm flipH="1">
              <a:off x="0" y="0"/>
              <a:ext cx="2" cy="30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1" name="直接连接符 47131">
              <a:extLst>
                <a:ext uri="{FF2B5EF4-FFF2-40B4-BE49-F238E27FC236}">
                  <a16:creationId xmlns:a16="http://schemas.microsoft.com/office/drawing/2014/main" id="{34FA54BD-A2FB-410E-9F0D-1161AB6A81BA}"/>
                </a:ext>
              </a:extLst>
            </p:cNvPr>
            <p:cNvSpPr>
              <a:spLocks noChangeAspect="1" noChangeShapeType="1"/>
            </p:cNvSpPr>
            <p:nvPr/>
          </p:nvSpPr>
          <p:spPr bwMode="auto">
            <a:xfrm flipH="1">
              <a:off x="18" y="285"/>
              <a:ext cx="614"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2" name="直接连接符 47132">
              <a:extLst>
                <a:ext uri="{FF2B5EF4-FFF2-40B4-BE49-F238E27FC236}">
                  <a16:creationId xmlns:a16="http://schemas.microsoft.com/office/drawing/2014/main" id="{9D2BD3A2-B99C-4756-9F6A-C2EBCE89E876}"/>
                </a:ext>
              </a:extLst>
            </p:cNvPr>
            <p:cNvSpPr>
              <a:spLocks noChangeAspect="1" noChangeShapeType="1"/>
            </p:cNvSpPr>
            <p:nvPr/>
          </p:nvSpPr>
          <p:spPr bwMode="auto">
            <a:xfrm flipH="1">
              <a:off x="632" y="300"/>
              <a:ext cx="0" cy="39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33" name="直接连接符 47133">
            <a:extLst>
              <a:ext uri="{FF2B5EF4-FFF2-40B4-BE49-F238E27FC236}">
                <a16:creationId xmlns:a16="http://schemas.microsoft.com/office/drawing/2014/main" id="{9E118374-6978-425C-AE16-949CF73271E6}"/>
              </a:ext>
            </a:extLst>
          </p:cNvPr>
          <p:cNvSpPr>
            <a:spLocks noChangeAspect="1" noChangeShapeType="1"/>
          </p:cNvSpPr>
          <p:nvPr/>
        </p:nvSpPr>
        <p:spPr bwMode="auto">
          <a:xfrm>
            <a:off x="3644900" y="2386013"/>
            <a:ext cx="369888"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4" name="直接连接符 47134">
            <a:extLst>
              <a:ext uri="{FF2B5EF4-FFF2-40B4-BE49-F238E27FC236}">
                <a16:creationId xmlns:a16="http://schemas.microsoft.com/office/drawing/2014/main" id="{A6252A97-E7DC-4F73-96F8-310B0F0E290C}"/>
              </a:ext>
            </a:extLst>
          </p:cNvPr>
          <p:cNvSpPr>
            <a:spLocks noChangeAspect="1" noChangeShapeType="1"/>
          </p:cNvSpPr>
          <p:nvPr/>
        </p:nvSpPr>
        <p:spPr bwMode="auto">
          <a:xfrm>
            <a:off x="3644900" y="2133600"/>
            <a:ext cx="0" cy="280988"/>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5" name="直接连接符 47135">
            <a:extLst>
              <a:ext uri="{FF2B5EF4-FFF2-40B4-BE49-F238E27FC236}">
                <a16:creationId xmlns:a16="http://schemas.microsoft.com/office/drawing/2014/main" id="{6BE84DE0-264B-4060-A425-8A7A74B5C433}"/>
              </a:ext>
            </a:extLst>
          </p:cNvPr>
          <p:cNvSpPr>
            <a:spLocks noChangeAspect="1" noChangeShapeType="1"/>
          </p:cNvSpPr>
          <p:nvPr/>
        </p:nvSpPr>
        <p:spPr bwMode="auto">
          <a:xfrm>
            <a:off x="4027488" y="2133600"/>
            <a:ext cx="0" cy="280988"/>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6" name="文本框 47136">
            <a:extLst>
              <a:ext uri="{FF2B5EF4-FFF2-40B4-BE49-F238E27FC236}">
                <a16:creationId xmlns:a16="http://schemas.microsoft.com/office/drawing/2014/main" id="{BE045789-8CF3-48CB-8324-8F8CBCADA8D9}"/>
              </a:ext>
            </a:extLst>
          </p:cNvPr>
          <p:cNvSpPr txBox="1">
            <a:spLocks noChangeAspect="1" noChangeArrowheads="1"/>
          </p:cNvSpPr>
          <p:nvPr/>
        </p:nvSpPr>
        <p:spPr bwMode="auto">
          <a:xfrm>
            <a:off x="3402013" y="2395538"/>
            <a:ext cx="822325" cy="346075"/>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标志位</a:t>
            </a:r>
          </a:p>
        </p:txBody>
      </p:sp>
      <p:sp>
        <p:nvSpPr>
          <p:cNvPr id="47137" name="直接连接符 47137">
            <a:extLst>
              <a:ext uri="{FF2B5EF4-FFF2-40B4-BE49-F238E27FC236}">
                <a16:creationId xmlns:a16="http://schemas.microsoft.com/office/drawing/2014/main" id="{B0847A0A-6A1B-4B56-93E6-4FEED4F8F8D1}"/>
              </a:ext>
            </a:extLst>
          </p:cNvPr>
          <p:cNvSpPr>
            <a:spLocks noChangeAspect="1" noChangeShapeType="1"/>
          </p:cNvSpPr>
          <p:nvPr/>
        </p:nvSpPr>
        <p:spPr bwMode="auto">
          <a:xfrm>
            <a:off x="2343150" y="2133600"/>
            <a:ext cx="0" cy="10033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8" name="文本框 47138">
            <a:extLst>
              <a:ext uri="{FF2B5EF4-FFF2-40B4-BE49-F238E27FC236}">
                <a16:creationId xmlns:a16="http://schemas.microsoft.com/office/drawing/2014/main" id="{FD5E45EF-5703-45AE-843A-9D3359C620C9}"/>
              </a:ext>
            </a:extLst>
          </p:cNvPr>
          <p:cNvSpPr txBox="1">
            <a:spLocks noChangeAspect="1" noChangeArrowheads="1"/>
          </p:cNvSpPr>
          <p:nvPr/>
        </p:nvSpPr>
        <p:spPr bwMode="auto">
          <a:xfrm>
            <a:off x="1979613" y="3111500"/>
            <a:ext cx="2016125" cy="33020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清除特殊屏蔽方式：</a:t>
            </a:r>
            <a:r>
              <a:rPr lang="en-US" altLang="zh-CN" sz="1400">
                <a:latin typeface="Times New Roman" panose="02020603050405020304" pitchFamily="18" charset="0"/>
              </a:rPr>
              <a:t>10</a:t>
            </a:r>
          </a:p>
        </p:txBody>
      </p:sp>
      <p:sp>
        <p:nvSpPr>
          <p:cNvPr id="47139" name="文本框 47139">
            <a:extLst>
              <a:ext uri="{FF2B5EF4-FFF2-40B4-BE49-F238E27FC236}">
                <a16:creationId xmlns:a16="http://schemas.microsoft.com/office/drawing/2014/main" id="{0B27E8A7-7081-4900-99BB-00DF76408B0B}"/>
              </a:ext>
            </a:extLst>
          </p:cNvPr>
          <p:cNvSpPr txBox="1">
            <a:spLocks noChangeAspect="1" noChangeArrowheads="1"/>
          </p:cNvSpPr>
          <p:nvPr/>
        </p:nvSpPr>
        <p:spPr bwMode="auto">
          <a:xfrm>
            <a:off x="1979613" y="3438525"/>
            <a:ext cx="2016125" cy="3286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设置特殊屏蔽方式：</a:t>
            </a:r>
            <a:r>
              <a:rPr lang="en-US" altLang="zh-CN" sz="1400">
                <a:latin typeface="Times New Roman" panose="02020603050405020304" pitchFamily="18" charset="0"/>
              </a:rPr>
              <a:t>11</a:t>
            </a:r>
          </a:p>
        </p:txBody>
      </p:sp>
      <p:sp>
        <p:nvSpPr>
          <p:cNvPr id="47140" name="文本框 47140">
            <a:extLst>
              <a:ext uri="{FF2B5EF4-FFF2-40B4-BE49-F238E27FC236}">
                <a16:creationId xmlns:a16="http://schemas.microsoft.com/office/drawing/2014/main" id="{19B57EB3-B380-46CE-9AD5-EA91C0E3DA28}"/>
              </a:ext>
            </a:extLst>
          </p:cNvPr>
          <p:cNvSpPr txBox="1">
            <a:spLocks noChangeAspect="1" noChangeArrowheads="1"/>
          </p:cNvSpPr>
          <p:nvPr/>
        </p:nvSpPr>
        <p:spPr bwMode="auto">
          <a:xfrm>
            <a:off x="1547813" y="2492375"/>
            <a:ext cx="431800" cy="50323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没用</a:t>
            </a:r>
          </a:p>
        </p:txBody>
      </p:sp>
      <p:sp>
        <p:nvSpPr>
          <p:cNvPr id="47141" name="文本框 47141">
            <a:extLst>
              <a:ext uri="{FF2B5EF4-FFF2-40B4-BE49-F238E27FC236}">
                <a16:creationId xmlns:a16="http://schemas.microsoft.com/office/drawing/2014/main" id="{0E3438CD-E678-4EEB-A6B0-F6625B83C6FC}"/>
              </a:ext>
            </a:extLst>
          </p:cNvPr>
          <p:cNvSpPr txBox="1">
            <a:spLocks noChangeAspect="1" noChangeArrowheads="1"/>
          </p:cNvSpPr>
          <p:nvPr/>
        </p:nvSpPr>
        <p:spPr bwMode="auto">
          <a:xfrm>
            <a:off x="5651500" y="2997200"/>
            <a:ext cx="1890713" cy="3286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下一个</a:t>
            </a:r>
            <a:r>
              <a:rPr lang="en-US" altLang="zh-CN" sz="1400">
                <a:latin typeface="Times New Roman" panose="02020603050405020304" pitchFamily="18" charset="0"/>
              </a:rPr>
              <a:t>RD</a:t>
            </a:r>
            <a:r>
              <a:rPr lang="zh-CN" altLang="en-US" sz="1400">
                <a:latin typeface="Times New Roman" panose="02020603050405020304" pitchFamily="18" charset="0"/>
              </a:rPr>
              <a:t>读</a:t>
            </a:r>
            <a:r>
              <a:rPr lang="en-US" altLang="zh-CN" sz="1400">
                <a:latin typeface="Times New Roman" panose="02020603050405020304" pitchFamily="18" charset="0"/>
              </a:rPr>
              <a:t>IRR</a:t>
            </a:r>
            <a:r>
              <a:rPr lang="zh-CN" altLang="en-US" sz="1400">
                <a:latin typeface="Times New Roman" panose="02020603050405020304" pitchFamily="18" charset="0"/>
              </a:rPr>
              <a:t>：</a:t>
            </a:r>
            <a:r>
              <a:rPr lang="en-US" altLang="zh-CN" sz="1400">
                <a:latin typeface="Times New Roman" panose="02020603050405020304" pitchFamily="18" charset="0"/>
              </a:rPr>
              <a:t>11</a:t>
            </a:r>
          </a:p>
        </p:txBody>
      </p:sp>
      <p:grpSp>
        <p:nvGrpSpPr>
          <p:cNvPr id="47142" name="组合 47142">
            <a:extLst>
              <a:ext uri="{FF2B5EF4-FFF2-40B4-BE49-F238E27FC236}">
                <a16:creationId xmlns:a16="http://schemas.microsoft.com/office/drawing/2014/main" id="{6DFA4F5C-A408-4C89-BC15-91157F690E9F}"/>
              </a:ext>
            </a:extLst>
          </p:cNvPr>
          <p:cNvGrpSpPr>
            <a:grpSpLocks noChangeAspect="1"/>
          </p:cNvGrpSpPr>
          <p:nvPr/>
        </p:nvGrpSpPr>
        <p:grpSpPr bwMode="auto">
          <a:xfrm>
            <a:off x="5651500" y="3319463"/>
            <a:ext cx="1890713" cy="328612"/>
            <a:chOff x="0" y="0"/>
            <a:chExt cx="2070" cy="360"/>
          </a:xfrm>
        </p:grpSpPr>
        <p:sp>
          <p:nvSpPr>
            <p:cNvPr id="47143" name="文本框 47143">
              <a:extLst>
                <a:ext uri="{FF2B5EF4-FFF2-40B4-BE49-F238E27FC236}">
                  <a16:creationId xmlns:a16="http://schemas.microsoft.com/office/drawing/2014/main" id="{5622BD55-6C87-46AC-A8CD-22E1930FE80F}"/>
                </a:ext>
              </a:extLst>
            </p:cNvPr>
            <p:cNvSpPr txBox="1">
              <a:spLocks noChangeAspect="1" noChangeArrowheads="1"/>
            </p:cNvSpPr>
            <p:nvPr/>
          </p:nvSpPr>
          <p:spPr bwMode="auto">
            <a:xfrm>
              <a:off x="0" y="0"/>
              <a:ext cx="2070" cy="36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下一个</a:t>
              </a:r>
              <a:r>
                <a:rPr lang="en-US" altLang="zh-CN" sz="1400">
                  <a:latin typeface="Times New Roman" panose="02020603050405020304" pitchFamily="18" charset="0"/>
                </a:rPr>
                <a:t>RD</a:t>
              </a:r>
              <a:r>
                <a:rPr lang="zh-CN" altLang="en-US" sz="1400">
                  <a:latin typeface="Times New Roman" panose="02020603050405020304" pitchFamily="18" charset="0"/>
                </a:rPr>
                <a:t>读</a:t>
              </a:r>
              <a:r>
                <a:rPr lang="en-US" altLang="zh-CN" sz="1400">
                  <a:latin typeface="Times New Roman" panose="02020603050405020304" pitchFamily="18" charset="0"/>
                </a:rPr>
                <a:t>ISR</a:t>
              </a:r>
              <a:r>
                <a:rPr lang="zh-CN" altLang="en-US" sz="1400">
                  <a:latin typeface="Times New Roman" panose="02020603050405020304" pitchFamily="18" charset="0"/>
                </a:rPr>
                <a:t>：</a:t>
              </a:r>
              <a:r>
                <a:rPr lang="en-US" altLang="zh-CN" sz="1400">
                  <a:latin typeface="Times New Roman" panose="02020603050405020304" pitchFamily="18" charset="0"/>
                </a:rPr>
                <a:t>10</a:t>
              </a:r>
            </a:p>
          </p:txBody>
        </p:sp>
        <p:sp>
          <p:nvSpPr>
            <p:cNvPr id="47144" name="直接连接符 47144">
              <a:extLst>
                <a:ext uri="{FF2B5EF4-FFF2-40B4-BE49-F238E27FC236}">
                  <a16:creationId xmlns:a16="http://schemas.microsoft.com/office/drawing/2014/main" id="{88E77344-5E2D-4501-BE10-D41B5078321D}"/>
                </a:ext>
              </a:extLst>
            </p:cNvPr>
            <p:cNvSpPr>
              <a:spLocks noChangeAspect="1" noChangeShapeType="1"/>
            </p:cNvSpPr>
            <p:nvPr/>
          </p:nvSpPr>
          <p:spPr bwMode="auto">
            <a:xfrm>
              <a:off x="706" y="56"/>
              <a:ext cx="285"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7145" name="直接连接符 47145">
            <a:extLst>
              <a:ext uri="{FF2B5EF4-FFF2-40B4-BE49-F238E27FC236}">
                <a16:creationId xmlns:a16="http://schemas.microsoft.com/office/drawing/2014/main" id="{10384711-52B5-44E3-9772-DD4359ABD937}"/>
              </a:ext>
            </a:extLst>
          </p:cNvPr>
          <p:cNvSpPr>
            <a:spLocks noChangeAspect="1" noChangeShapeType="1"/>
          </p:cNvSpPr>
          <p:nvPr/>
        </p:nvSpPr>
        <p:spPr bwMode="auto">
          <a:xfrm flipH="1">
            <a:off x="4548188" y="2133600"/>
            <a:ext cx="9525" cy="8763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6" name="文本框 47146">
            <a:extLst>
              <a:ext uri="{FF2B5EF4-FFF2-40B4-BE49-F238E27FC236}">
                <a16:creationId xmlns:a16="http://schemas.microsoft.com/office/drawing/2014/main" id="{DA334574-3669-49A2-BFBB-B0D6E0936D02}"/>
              </a:ext>
            </a:extLst>
          </p:cNvPr>
          <p:cNvSpPr txBox="1">
            <a:spLocks noChangeAspect="1" noChangeArrowheads="1"/>
          </p:cNvSpPr>
          <p:nvPr/>
        </p:nvSpPr>
        <p:spPr bwMode="auto">
          <a:xfrm>
            <a:off x="4687888" y="3332163"/>
            <a:ext cx="762000"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不查询</a:t>
            </a:r>
          </a:p>
        </p:txBody>
      </p:sp>
      <p:sp>
        <p:nvSpPr>
          <p:cNvPr id="47147" name="文本框 47147">
            <a:extLst>
              <a:ext uri="{FF2B5EF4-FFF2-40B4-BE49-F238E27FC236}">
                <a16:creationId xmlns:a16="http://schemas.microsoft.com/office/drawing/2014/main" id="{1EAEA2E1-A311-4D46-BC1A-3C9A24001ADD}"/>
              </a:ext>
            </a:extLst>
          </p:cNvPr>
          <p:cNvSpPr txBox="1">
            <a:spLocks noChangeArrowheads="1"/>
          </p:cNvSpPr>
          <p:nvPr/>
        </p:nvSpPr>
        <p:spPr bwMode="auto">
          <a:xfrm>
            <a:off x="468313" y="3860800"/>
            <a:ext cx="8153400"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en-US" altLang="zh-CN" sz="2000">
                <a:latin typeface="Times New Roman" panose="02020603050405020304" pitchFamily="18" charset="0"/>
              </a:rPr>
              <a:t>D4</a:t>
            </a:r>
            <a:r>
              <a:rPr lang="zh-CN" altLang="en-US" sz="2000">
                <a:latin typeface="Times New Roman" panose="02020603050405020304" pitchFamily="18" charset="0"/>
              </a:rPr>
              <a:t>、</a:t>
            </a:r>
            <a:r>
              <a:rPr lang="en-US" altLang="zh-CN" sz="2000">
                <a:latin typeface="Times New Roman" panose="02020603050405020304" pitchFamily="18" charset="0"/>
              </a:rPr>
              <a:t>D3</a:t>
            </a:r>
            <a:r>
              <a:rPr lang="zh-CN" altLang="en-US" sz="2000">
                <a:latin typeface="Times New Roman" panose="02020603050405020304" pitchFamily="18" charset="0"/>
              </a:rPr>
              <a:t>：为其标志位，分别是</a:t>
            </a:r>
            <a:r>
              <a:rPr lang="en-US" altLang="zh-CN" sz="2000">
                <a:latin typeface="Times New Roman" panose="02020603050405020304" pitchFamily="18" charset="0"/>
              </a:rPr>
              <a:t>0</a:t>
            </a:r>
            <a:r>
              <a:rPr lang="zh-CN" altLang="en-US" sz="2000">
                <a:latin typeface="Times New Roman" panose="02020603050405020304" pitchFamily="18" charset="0"/>
              </a:rPr>
              <a:t>和</a:t>
            </a:r>
            <a:r>
              <a:rPr lang="en-US" altLang="zh-CN" sz="2000">
                <a:latin typeface="Times New Roman" panose="02020603050405020304" pitchFamily="18" charset="0"/>
              </a:rPr>
              <a:t>1</a:t>
            </a:r>
            <a:r>
              <a:rPr lang="zh-CN" altLang="en-US" sz="2000">
                <a:latin typeface="Times New Roman" panose="02020603050405020304" pitchFamily="18" charset="0"/>
              </a:rPr>
              <a:t>。</a:t>
            </a:r>
            <a:r>
              <a:rPr lang="en-US" altLang="zh-CN" sz="2000">
                <a:latin typeface="Times New Roman" panose="02020603050405020304" pitchFamily="18" charset="0"/>
              </a:rPr>
              <a:t>D7</a:t>
            </a:r>
            <a:r>
              <a:rPr lang="zh-CN" altLang="en-US" sz="2000">
                <a:latin typeface="Times New Roman" panose="02020603050405020304" pitchFamily="18" charset="0"/>
              </a:rPr>
              <a:t>：不起作用。</a:t>
            </a:r>
          </a:p>
          <a:p>
            <a:pPr algn="just">
              <a:spcBef>
                <a:spcPct val="20000"/>
              </a:spcBef>
            </a:pPr>
            <a:r>
              <a:rPr lang="en-US" altLang="zh-CN" sz="2000">
                <a:latin typeface="Times New Roman" panose="02020603050405020304" pitchFamily="18" charset="0"/>
              </a:rPr>
              <a:t>D6</a:t>
            </a:r>
            <a:r>
              <a:rPr lang="zh-CN" altLang="en-US" sz="2000">
                <a:latin typeface="Times New Roman" panose="02020603050405020304" pitchFamily="18" charset="0"/>
              </a:rPr>
              <a:t>（</a:t>
            </a:r>
            <a:r>
              <a:rPr lang="en-US" altLang="zh-CN" sz="2000">
                <a:latin typeface="Times New Roman" panose="02020603050405020304" pitchFamily="18" charset="0"/>
              </a:rPr>
              <a:t>ESMM</a:t>
            </a:r>
            <a:r>
              <a:rPr lang="zh-CN" altLang="en-US" sz="2000">
                <a:latin typeface="Times New Roman" panose="02020603050405020304" pitchFamily="18" charset="0"/>
              </a:rPr>
              <a:t>）：为</a:t>
            </a:r>
            <a:r>
              <a:rPr lang="en-US" altLang="zh-CN" sz="2000">
                <a:latin typeface="Times New Roman" panose="02020603050405020304" pitchFamily="18" charset="0"/>
              </a:rPr>
              <a:t>1</a:t>
            </a:r>
            <a:r>
              <a:rPr lang="zh-CN" altLang="en-US" sz="2000">
                <a:latin typeface="Times New Roman" panose="02020603050405020304" pitchFamily="18" charset="0"/>
              </a:rPr>
              <a:t>，表示</a:t>
            </a:r>
            <a:r>
              <a:rPr lang="zh-CN" altLang="en-US" sz="2000" b="1">
                <a:solidFill>
                  <a:srgbClr val="FF0000"/>
                </a:solidFill>
                <a:latin typeface="Times New Roman" panose="02020603050405020304" pitchFamily="18" charset="0"/>
              </a:rPr>
              <a:t>允许</a:t>
            </a:r>
            <a:r>
              <a:rPr lang="zh-CN" altLang="en-US" sz="2000">
                <a:latin typeface="Times New Roman" panose="02020603050405020304" pitchFamily="18" charset="0"/>
              </a:rPr>
              <a:t>设置或取消设置特殊屏蔽。</a:t>
            </a:r>
          </a:p>
          <a:p>
            <a:pPr algn="just">
              <a:spcBef>
                <a:spcPct val="20000"/>
              </a:spcBef>
            </a:pPr>
            <a:r>
              <a:rPr lang="en-US" altLang="zh-CN" sz="2000">
                <a:latin typeface="Times New Roman" panose="02020603050405020304" pitchFamily="18" charset="0"/>
              </a:rPr>
              <a:t>D5</a:t>
            </a:r>
            <a:r>
              <a:rPr lang="zh-CN" altLang="en-US" sz="2000">
                <a:latin typeface="Times New Roman" panose="02020603050405020304" pitchFamily="18" charset="0"/>
              </a:rPr>
              <a:t>（</a:t>
            </a:r>
            <a:r>
              <a:rPr lang="en-US" altLang="zh-CN" sz="2000">
                <a:latin typeface="Times New Roman" panose="02020603050405020304" pitchFamily="18" charset="0"/>
              </a:rPr>
              <a:t>SMM</a:t>
            </a:r>
            <a:r>
              <a:rPr lang="zh-CN" altLang="en-US" sz="2000">
                <a:latin typeface="Times New Roman" panose="02020603050405020304" pitchFamily="18" charset="0"/>
              </a:rPr>
              <a:t>）：为</a:t>
            </a:r>
            <a:r>
              <a:rPr lang="en-US" altLang="zh-CN" sz="2000">
                <a:latin typeface="Times New Roman" panose="02020603050405020304" pitchFamily="18" charset="0"/>
              </a:rPr>
              <a:t>1</a:t>
            </a:r>
            <a:r>
              <a:rPr lang="zh-CN" altLang="en-US" sz="2000">
                <a:latin typeface="Times New Roman" panose="02020603050405020304" pitchFamily="18" charset="0"/>
              </a:rPr>
              <a:t>则选择特殊屏蔽方式。</a:t>
            </a:r>
          </a:p>
          <a:p>
            <a:pPr algn="just">
              <a:spcBef>
                <a:spcPct val="20000"/>
              </a:spcBef>
            </a:pPr>
            <a:r>
              <a:rPr lang="en-US" altLang="zh-CN" sz="2000">
                <a:latin typeface="Times New Roman" panose="02020603050405020304" pitchFamily="18" charset="0"/>
              </a:rPr>
              <a:t>D6</a:t>
            </a:r>
            <a:r>
              <a:rPr lang="zh-CN" altLang="en-US" sz="2000">
                <a:latin typeface="Times New Roman" panose="02020603050405020304" pitchFamily="18" charset="0"/>
              </a:rPr>
              <a:t>和</a:t>
            </a:r>
            <a:r>
              <a:rPr lang="en-US" altLang="zh-CN" sz="2000">
                <a:latin typeface="Times New Roman" panose="02020603050405020304" pitchFamily="18" charset="0"/>
              </a:rPr>
              <a:t>D5</a:t>
            </a:r>
            <a:r>
              <a:rPr lang="zh-CN" altLang="en-US" sz="2000">
                <a:latin typeface="Times New Roman" panose="02020603050405020304" pitchFamily="18" charset="0"/>
              </a:rPr>
              <a:t>位组合使用，当</a:t>
            </a:r>
            <a:r>
              <a:rPr lang="en-US" altLang="zh-CN" sz="2000">
                <a:latin typeface="Times New Roman" panose="02020603050405020304" pitchFamily="18" charset="0"/>
              </a:rPr>
              <a:t>ESMM=1</a:t>
            </a:r>
            <a:r>
              <a:rPr lang="zh-CN" altLang="en-US" sz="2000">
                <a:latin typeface="Times New Roman" panose="02020603050405020304" pitchFamily="18" charset="0"/>
              </a:rPr>
              <a:t>，</a:t>
            </a:r>
            <a:r>
              <a:rPr lang="en-US" altLang="zh-CN" sz="2000">
                <a:latin typeface="Times New Roman" panose="02020603050405020304" pitchFamily="18" charset="0"/>
              </a:rPr>
              <a:t>SMM=0</a:t>
            </a:r>
            <a:r>
              <a:rPr lang="zh-CN" altLang="en-US" sz="2000">
                <a:latin typeface="Times New Roman" panose="02020603050405020304" pitchFamily="18" charset="0"/>
              </a:rPr>
              <a:t>，取消设置特殊屏蔽方式；当</a:t>
            </a:r>
            <a:r>
              <a:rPr lang="en-US" altLang="zh-CN" sz="2000">
                <a:latin typeface="Times New Roman" panose="02020603050405020304" pitchFamily="18" charset="0"/>
              </a:rPr>
              <a:t>ESMM=1</a:t>
            </a:r>
            <a:r>
              <a:rPr lang="zh-CN" altLang="en-US" sz="2000">
                <a:latin typeface="Times New Roman" panose="02020603050405020304" pitchFamily="18" charset="0"/>
              </a:rPr>
              <a:t>，</a:t>
            </a:r>
            <a:r>
              <a:rPr lang="en-US" altLang="zh-CN" sz="2000">
                <a:latin typeface="Times New Roman" panose="02020603050405020304" pitchFamily="18" charset="0"/>
              </a:rPr>
              <a:t>SMM=1</a:t>
            </a:r>
            <a:r>
              <a:rPr lang="zh-CN" altLang="en-US" sz="2000">
                <a:latin typeface="Times New Roman" panose="02020603050405020304" pitchFamily="18" charset="0"/>
              </a:rPr>
              <a:t>，允许设置特殊屏蔽方式。当</a:t>
            </a:r>
            <a:r>
              <a:rPr lang="en-US" altLang="zh-CN" sz="2000">
                <a:latin typeface="Times New Roman" panose="02020603050405020304" pitchFamily="18" charset="0"/>
              </a:rPr>
              <a:t>ESMM=0</a:t>
            </a:r>
            <a:r>
              <a:rPr lang="zh-CN" altLang="en-US" sz="2000">
                <a:latin typeface="Times New Roman" panose="02020603050405020304" pitchFamily="18" charset="0"/>
              </a:rPr>
              <a:t>时，无论</a:t>
            </a:r>
            <a:r>
              <a:rPr lang="en-US" altLang="zh-CN" sz="2000">
                <a:latin typeface="Times New Roman" panose="02020603050405020304" pitchFamily="18" charset="0"/>
              </a:rPr>
              <a:t>SMM</a:t>
            </a:r>
            <a:r>
              <a:rPr lang="zh-CN" altLang="en-US" sz="2000">
                <a:latin typeface="Times New Roman" panose="02020603050405020304" pitchFamily="18" charset="0"/>
              </a:rPr>
              <a:t>为何值，均不能设置或取消特殊屏蔽方式。</a:t>
            </a:r>
            <a:r>
              <a:rPr lang="zh-CN" altLang="en-US" sz="2000" b="1">
                <a:solidFill>
                  <a:srgbClr val="FF0000"/>
                </a:solidFill>
                <a:latin typeface="Times New Roman" panose="02020603050405020304" pitchFamily="18" charset="0"/>
              </a:rPr>
              <a:t>当需</a:t>
            </a:r>
            <a:r>
              <a:rPr lang="en-US" altLang="zh-CN" sz="2000" b="1">
                <a:solidFill>
                  <a:srgbClr val="FF0000"/>
                </a:solidFill>
                <a:latin typeface="Times New Roman" panose="02020603050405020304" pitchFamily="18" charset="0"/>
              </a:rPr>
              <a:t>8259A</a:t>
            </a:r>
            <a:r>
              <a:rPr lang="zh-CN" altLang="en-US" sz="2000" b="1">
                <a:solidFill>
                  <a:srgbClr val="FF0000"/>
                </a:solidFill>
                <a:latin typeface="Times New Roman" panose="02020603050405020304" pitchFamily="18" charset="0"/>
              </a:rPr>
              <a:t>允许低级中断源中断高级中断源时，先用</a:t>
            </a:r>
            <a:r>
              <a:rPr lang="en-US" altLang="zh-CN" sz="2000" b="1">
                <a:solidFill>
                  <a:srgbClr val="FF0000"/>
                </a:solidFill>
                <a:latin typeface="Times New Roman" panose="02020603050405020304" pitchFamily="18" charset="0"/>
              </a:rPr>
              <a:t>OCW1</a:t>
            </a:r>
            <a:r>
              <a:rPr lang="zh-CN" altLang="en-US" sz="2000" b="1">
                <a:solidFill>
                  <a:srgbClr val="FF0000"/>
                </a:solidFill>
                <a:latin typeface="Times New Roman" panose="02020603050405020304" pitchFamily="18" charset="0"/>
              </a:rPr>
              <a:t>命令字屏蔽正在运行的高级中断，再设置</a:t>
            </a:r>
            <a:r>
              <a:rPr lang="en-US" altLang="zh-CN" sz="2000" b="1">
                <a:solidFill>
                  <a:srgbClr val="FF0000"/>
                </a:solidFill>
                <a:latin typeface="Times New Roman" panose="02020603050405020304" pitchFamily="18" charset="0"/>
              </a:rPr>
              <a:t>OCW3</a:t>
            </a:r>
            <a:r>
              <a:rPr lang="zh-CN" altLang="en-US" sz="2000" b="1">
                <a:solidFill>
                  <a:srgbClr val="FF0000"/>
                </a:solidFill>
                <a:latin typeface="Times New Roman" panose="02020603050405020304" pitchFamily="18" charset="0"/>
              </a:rPr>
              <a:t>的</a:t>
            </a:r>
            <a:r>
              <a:rPr lang="en-US" altLang="zh-CN" sz="2000" b="1">
                <a:solidFill>
                  <a:srgbClr val="FF0000"/>
                </a:solidFill>
                <a:latin typeface="Times New Roman" panose="02020603050405020304" pitchFamily="18" charset="0"/>
              </a:rPr>
              <a:t>ESMM=1</a:t>
            </a:r>
            <a:r>
              <a:rPr lang="zh-CN" altLang="en-US" sz="2000" b="1">
                <a:solidFill>
                  <a:srgbClr val="FF0000"/>
                </a:solidFill>
                <a:latin typeface="Times New Roman" panose="02020603050405020304" pitchFamily="18" charset="0"/>
              </a:rPr>
              <a:t>及</a:t>
            </a:r>
            <a:r>
              <a:rPr lang="en-US" altLang="zh-CN" sz="2000" b="1">
                <a:solidFill>
                  <a:srgbClr val="FF0000"/>
                </a:solidFill>
                <a:latin typeface="Times New Roman" panose="02020603050405020304" pitchFamily="18" charset="0"/>
              </a:rPr>
              <a:t>SMM=1</a:t>
            </a:r>
            <a:r>
              <a:rPr lang="zh-CN" altLang="en-US" sz="2000" b="1">
                <a:solidFill>
                  <a:srgbClr val="FF0000"/>
                </a:solidFill>
                <a:latin typeface="Times New Roman" panose="02020603050405020304" pitchFamily="18" charset="0"/>
              </a:rPr>
              <a:t>。</a:t>
            </a:r>
          </a:p>
        </p:txBody>
      </p:sp>
      <p:sp>
        <p:nvSpPr>
          <p:cNvPr id="47148" name="直接连接符 47148">
            <a:extLst>
              <a:ext uri="{FF2B5EF4-FFF2-40B4-BE49-F238E27FC236}">
                <a16:creationId xmlns:a16="http://schemas.microsoft.com/office/drawing/2014/main" id="{BE370FA1-08FA-4A56-9F91-60E083F8E174}"/>
              </a:ext>
            </a:extLst>
          </p:cNvPr>
          <p:cNvSpPr>
            <a:spLocks noChangeAspect="1" noChangeShapeType="1"/>
          </p:cNvSpPr>
          <p:nvPr/>
        </p:nvSpPr>
        <p:spPr bwMode="auto">
          <a:xfrm>
            <a:off x="1763713" y="2133600"/>
            <a:ext cx="0" cy="3556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9" name="文本框 47149">
            <a:extLst>
              <a:ext uri="{FF2B5EF4-FFF2-40B4-BE49-F238E27FC236}">
                <a16:creationId xmlns:a16="http://schemas.microsoft.com/office/drawing/2014/main" id="{FC893D41-D6A5-4267-B04D-3173ECE76EE5}"/>
              </a:ext>
            </a:extLst>
          </p:cNvPr>
          <p:cNvSpPr txBox="1">
            <a:spLocks noChangeAspect="1" noChangeArrowheads="1"/>
          </p:cNvSpPr>
          <p:nvPr/>
        </p:nvSpPr>
        <p:spPr bwMode="auto">
          <a:xfrm>
            <a:off x="4695825" y="2984500"/>
            <a:ext cx="762000"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查询</a:t>
            </a:r>
          </a:p>
        </p:txBody>
      </p:sp>
      <p:sp>
        <p:nvSpPr>
          <p:cNvPr id="47150" name="文本框 47150">
            <a:extLst>
              <a:ext uri="{FF2B5EF4-FFF2-40B4-BE49-F238E27FC236}">
                <a16:creationId xmlns:a16="http://schemas.microsoft.com/office/drawing/2014/main" id="{8EBB7AA1-6BFA-48AB-A153-CC54D03BF0EC}"/>
              </a:ext>
            </a:extLst>
          </p:cNvPr>
          <p:cNvSpPr txBox="1">
            <a:spLocks noChangeAspect="1" noChangeArrowheads="1"/>
          </p:cNvSpPr>
          <p:nvPr/>
        </p:nvSpPr>
        <p:spPr bwMode="auto">
          <a:xfrm>
            <a:off x="4356100" y="2984500"/>
            <a:ext cx="334963"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1400">
                <a:latin typeface="Times New Roman" panose="02020603050405020304" pitchFamily="18" charset="0"/>
              </a:rPr>
              <a:t>1</a:t>
            </a:r>
          </a:p>
        </p:txBody>
      </p:sp>
      <p:sp>
        <p:nvSpPr>
          <p:cNvPr id="47151" name="文本框 47151">
            <a:extLst>
              <a:ext uri="{FF2B5EF4-FFF2-40B4-BE49-F238E27FC236}">
                <a16:creationId xmlns:a16="http://schemas.microsoft.com/office/drawing/2014/main" id="{473ED9CB-4FF9-4D92-BFB2-6439B3A1A424}"/>
              </a:ext>
            </a:extLst>
          </p:cNvPr>
          <p:cNvSpPr txBox="1">
            <a:spLocks noChangeAspect="1" noChangeArrowheads="1"/>
          </p:cNvSpPr>
          <p:nvPr/>
        </p:nvSpPr>
        <p:spPr bwMode="auto">
          <a:xfrm>
            <a:off x="4357688" y="3333750"/>
            <a:ext cx="334962"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1400">
                <a:latin typeface="Times New Roman" panose="02020603050405020304" pitchFamily="18" charset="0"/>
              </a:rPr>
              <a:t>0</a:t>
            </a:r>
          </a:p>
        </p:txBody>
      </p:sp>
      <p:sp>
        <p:nvSpPr>
          <p:cNvPr id="47152" name="文本框 47152">
            <a:extLst>
              <a:ext uri="{FF2B5EF4-FFF2-40B4-BE49-F238E27FC236}">
                <a16:creationId xmlns:a16="http://schemas.microsoft.com/office/drawing/2014/main" id="{07242D03-B47D-4F3C-9942-0229C8985297}"/>
              </a:ext>
            </a:extLst>
          </p:cNvPr>
          <p:cNvSpPr txBox="1">
            <a:spLocks noChangeAspect="1" noChangeArrowheads="1"/>
          </p:cNvSpPr>
          <p:nvPr/>
        </p:nvSpPr>
        <p:spPr bwMode="auto">
          <a:xfrm>
            <a:off x="2051050" y="2492375"/>
            <a:ext cx="576263" cy="328613"/>
          </a:xfrm>
          <a:prstGeom prst="rect">
            <a:avLst/>
          </a:prstGeom>
          <a:solidFill>
            <a:schemeClr val="tx1"/>
          </a:solidFill>
          <a:ln w="9525">
            <a:solidFill>
              <a:srgbClr val="66FF33"/>
            </a:solidFill>
            <a:miter lim="800000"/>
            <a:headEnd/>
            <a:tailEnd/>
          </a:ln>
        </p:spPr>
        <p:txBody>
          <a:bodyPr tIns="10800" bIns="10800"/>
          <a:lstStyle/>
          <a:p>
            <a:pPr algn="just" eaLnBrk="0" hangingPunct="0"/>
            <a:r>
              <a:rPr lang="zh-CN" altLang="en-US" sz="1400">
                <a:solidFill>
                  <a:schemeClr val="bg2"/>
                </a:solidFill>
                <a:latin typeface="Times New Roman" panose="02020603050405020304" pitchFamily="18" charset="0"/>
              </a:rPr>
              <a:t>允许</a:t>
            </a:r>
          </a:p>
        </p:txBody>
      </p:sp>
      <p:sp>
        <p:nvSpPr>
          <p:cNvPr id="47153" name="文本框 47153">
            <a:extLst>
              <a:ext uri="{FF2B5EF4-FFF2-40B4-BE49-F238E27FC236}">
                <a16:creationId xmlns:a16="http://schemas.microsoft.com/office/drawing/2014/main" id="{DF3FB187-9414-47DB-8E8D-C50458A3A03F}"/>
              </a:ext>
            </a:extLst>
          </p:cNvPr>
          <p:cNvSpPr txBox="1">
            <a:spLocks noChangeAspect="1" noChangeArrowheads="1"/>
          </p:cNvSpPr>
          <p:nvPr/>
        </p:nvSpPr>
        <p:spPr bwMode="auto">
          <a:xfrm>
            <a:off x="4932363" y="2276475"/>
            <a:ext cx="576262" cy="328613"/>
          </a:xfrm>
          <a:prstGeom prst="rect">
            <a:avLst/>
          </a:prstGeom>
          <a:solidFill>
            <a:schemeClr val="tx1"/>
          </a:solidFill>
          <a:ln w="9525">
            <a:solidFill>
              <a:srgbClr val="66FF33"/>
            </a:solidFill>
            <a:miter lim="800000"/>
            <a:headEnd/>
            <a:tailEnd/>
          </a:ln>
        </p:spPr>
        <p:txBody>
          <a:bodyPr tIns="10800" bIns="10800"/>
          <a:lstStyle/>
          <a:p>
            <a:pPr algn="just" eaLnBrk="0" hangingPunct="0"/>
            <a:r>
              <a:rPr lang="zh-CN" altLang="en-US" sz="1400">
                <a:solidFill>
                  <a:schemeClr val="bg2"/>
                </a:solidFill>
                <a:latin typeface="Times New Roman" panose="02020603050405020304" pitchFamily="18" charset="0"/>
              </a:rPr>
              <a:t>允许</a:t>
            </a:r>
          </a:p>
        </p:txBody>
      </p:sp>
      <p:sp>
        <p:nvSpPr>
          <p:cNvPr id="47154" name="椭圆形标注 47154">
            <a:extLst>
              <a:ext uri="{FF2B5EF4-FFF2-40B4-BE49-F238E27FC236}">
                <a16:creationId xmlns:a16="http://schemas.microsoft.com/office/drawing/2014/main" id="{75301C16-1E14-4F3C-A836-31F5008BE991}"/>
              </a:ext>
            </a:extLst>
          </p:cNvPr>
          <p:cNvSpPr>
            <a:spLocks noChangeArrowheads="1"/>
          </p:cNvSpPr>
          <p:nvPr/>
        </p:nvSpPr>
        <p:spPr bwMode="auto">
          <a:xfrm>
            <a:off x="6516688" y="1125538"/>
            <a:ext cx="2376487" cy="1150937"/>
          </a:xfrm>
          <a:prstGeom prst="wedgeEllipseCallout">
            <a:avLst>
              <a:gd name="adj1" fmla="val -68102"/>
              <a:gd name="adj2" fmla="val 21032"/>
            </a:avLst>
          </a:prstGeom>
          <a:solidFill>
            <a:schemeClr val="accent1"/>
          </a:solidFill>
          <a:ln w="9525">
            <a:solidFill>
              <a:schemeClr val="tx1"/>
            </a:solidFill>
            <a:miter lim="800000"/>
            <a:headEnd/>
            <a:tailEnd/>
          </a:ln>
        </p:spPr>
        <p:txBody>
          <a:bodyPr tIns="0" bIns="0"/>
          <a:lstStyle/>
          <a:p>
            <a:pPr algn="ctr"/>
            <a:r>
              <a:rPr lang="zh-CN" altLang="en-US">
                <a:latin typeface="Garamond" panose="02020404030301010803" pitchFamily="18" charset="0"/>
              </a:rPr>
              <a:t>用一个控制字实现三个功能是怎么做的？</a:t>
            </a:r>
          </a:p>
        </p:txBody>
      </p:sp>
      <p:sp>
        <p:nvSpPr>
          <p:cNvPr id="47155" name="灯片编号占位符 1">
            <a:extLst>
              <a:ext uri="{FF2B5EF4-FFF2-40B4-BE49-F238E27FC236}">
                <a16:creationId xmlns:a16="http://schemas.microsoft.com/office/drawing/2014/main" id="{0500479F-AC25-4CDE-B311-E30E308586D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C8CCA549-98AC-46D0-8C9A-A6EFDD3F0F26}" type="slidenum">
              <a:rPr lang="zh-CN" altLang="en-US" smtClean="0"/>
              <a:pPr eaLnBrk="0" hangingPunct="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文本框 48129">
            <a:extLst>
              <a:ext uri="{FF2B5EF4-FFF2-40B4-BE49-F238E27FC236}">
                <a16:creationId xmlns:a16="http://schemas.microsoft.com/office/drawing/2014/main" id="{A385C46C-C677-4C76-A256-B93586590B64}"/>
              </a:ext>
            </a:extLst>
          </p:cNvPr>
          <p:cNvSpPr txBox="1">
            <a:spLocks noChangeArrowheads="1"/>
          </p:cNvSpPr>
          <p:nvPr/>
        </p:nvSpPr>
        <p:spPr bwMode="auto">
          <a:xfrm>
            <a:off x="304800" y="76200"/>
            <a:ext cx="8534400" cy="1370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b="1">
                <a:latin typeface="Times New Roman" panose="02020603050405020304" pitchFamily="18" charset="0"/>
              </a:rPr>
              <a:t>(3)OCW3 </a:t>
            </a:r>
          </a:p>
          <a:p>
            <a:pPr>
              <a:spcBef>
                <a:spcPct val="50000"/>
              </a:spcBef>
            </a:pPr>
            <a:r>
              <a:rPr lang="zh-CN" altLang="en-US" sz="2400">
                <a:latin typeface="宋体" panose="02010600030101010101" pitchFamily="2" charset="-122"/>
              </a:rPr>
              <a:t>用于设置</a:t>
            </a:r>
            <a:r>
              <a:rPr lang="zh-CN" altLang="en-US" sz="2400">
                <a:solidFill>
                  <a:srgbClr val="FF0000"/>
                </a:solidFill>
                <a:latin typeface="宋体" panose="02010600030101010101" pitchFamily="2" charset="-122"/>
              </a:rPr>
              <a:t>特殊屏蔽方式、中断查询方式、读出</a:t>
            </a:r>
            <a:r>
              <a:rPr lang="en-US" altLang="zh-CN" sz="2400">
                <a:solidFill>
                  <a:srgbClr val="FF0000"/>
                </a:solidFill>
                <a:latin typeface="Times New Roman" panose="02020603050405020304" pitchFamily="18" charset="0"/>
              </a:rPr>
              <a:t>8259A</a:t>
            </a:r>
            <a:r>
              <a:rPr lang="zh-CN" altLang="en-US" sz="2400">
                <a:solidFill>
                  <a:srgbClr val="FF0000"/>
                </a:solidFill>
                <a:latin typeface="宋体" panose="02010600030101010101" pitchFamily="2" charset="-122"/>
              </a:rPr>
              <a:t>内部寄存器</a:t>
            </a:r>
            <a:r>
              <a:rPr lang="zh-CN" altLang="en-US" sz="2400">
                <a:latin typeface="宋体" panose="02010600030101010101" pitchFamily="2" charset="-122"/>
              </a:rPr>
              <a:t>的状态。格式及各位组合功能如下：</a:t>
            </a:r>
            <a:r>
              <a:rPr lang="zh-CN" altLang="en-US" sz="2400" b="1">
                <a:latin typeface="Times New Roman" panose="02020603050405020304" pitchFamily="18" charset="0"/>
              </a:rPr>
              <a:t> </a:t>
            </a:r>
          </a:p>
        </p:txBody>
      </p:sp>
      <p:sp>
        <p:nvSpPr>
          <p:cNvPr id="48130" name="文本框 48130">
            <a:extLst>
              <a:ext uri="{FF2B5EF4-FFF2-40B4-BE49-F238E27FC236}">
                <a16:creationId xmlns:a16="http://schemas.microsoft.com/office/drawing/2014/main" id="{BC087F94-2511-444E-BF96-5B9DC7E28AAC}"/>
              </a:ext>
            </a:extLst>
          </p:cNvPr>
          <p:cNvSpPr txBox="1">
            <a:spLocks noChangeAspect="1" noChangeArrowheads="1"/>
          </p:cNvSpPr>
          <p:nvPr/>
        </p:nvSpPr>
        <p:spPr bwMode="auto">
          <a:xfrm>
            <a:off x="1014413" y="1811338"/>
            <a:ext cx="4127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48131" name="文本框 48131">
            <a:extLst>
              <a:ext uri="{FF2B5EF4-FFF2-40B4-BE49-F238E27FC236}">
                <a16:creationId xmlns:a16="http://schemas.microsoft.com/office/drawing/2014/main" id="{CE403124-0D0A-4C30-8621-9162604B8962}"/>
              </a:ext>
            </a:extLst>
          </p:cNvPr>
          <p:cNvSpPr txBox="1">
            <a:spLocks noChangeAspect="1" noChangeArrowheads="1"/>
          </p:cNvSpPr>
          <p:nvPr/>
        </p:nvSpPr>
        <p:spPr bwMode="auto">
          <a:xfrm>
            <a:off x="1030288"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A0</a:t>
            </a:r>
          </a:p>
          <a:p>
            <a:pPr algn="just" eaLnBrk="0" hangingPunct="0"/>
            <a:endParaRPr lang="en-US" altLang="zh-CN" sz="1400">
              <a:latin typeface="Times New Roman" panose="02020603050405020304" pitchFamily="18" charset="0"/>
            </a:endParaRPr>
          </a:p>
          <a:p>
            <a:pPr algn="just" eaLnBrk="0" hangingPunct="0"/>
            <a:endParaRPr lang="en-US" altLang="zh-CN" sz="1400">
              <a:latin typeface="Times New Roman" panose="02020603050405020304" pitchFamily="18" charset="0"/>
            </a:endParaRPr>
          </a:p>
          <a:p>
            <a:pPr algn="just" eaLnBrk="0" hangingPunct="0"/>
            <a:endParaRPr lang="en-US" altLang="zh-CN" sz="1400">
              <a:latin typeface="Times New Roman" panose="02020603050405020304" pitchFamily="18" charset="0"/>
            </a:endParaRPr>
          </a:p>
          <a:p>
            <a:pPr algn="just" eaLnBrk="0" hangingPunct="0"/>
            <a:r>
              <a:rPr lang="en-US" altLang="zh-CN" sz="1400">
                <a:latin typeface="Times New Roman" panose="02020603050405020304" pitchFamily="18" charset="0"/>
              </a:rPr>
              <a:t>0</a:t>
            </a:r>
          </a:p>
        </p:txBody>
      </p:sp>
      <p:sp>
        <p:nvSpPr>
          <p:cNvPr id="48132" name="文本框 48132">
            <a:extLst>
              <a:ext uri="{FF2B5EF4-FFF2-40B4-BE49-F238E27FC236}">
                <a16:creationId xmlns:a16="http://schemas.microsoft.com/office/drawing/2014/main" id="{E4B8CA8E-323F-4541-AC19-3C34647F93E6}"/>
              </a:ext>
            </a:extLst>
          </p:cNvPr>
          <p:cNvSpPr txBox="1">
            <a:spLocks noChangeAspect="1" noChangeArrowheads="1"/>
          </p:cNvSpPr>
          <p:nvPr/>
        </p:nvSpPr>
        <p:spPr bwMode="auto">
          <a:xfrm>
            <a:off x="1562100" y="1811338"/>
            <a:ext cx="414338"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48133" name="文本框 48133">
            <a:extLst>
              <a:ext uri="{FF2B5EF4-FFF2-40B4-BE49-F238E27FC236}">
                <a16:creationId xmlns:a16="http://schemas.microsoft.com/office/drawing/2014/main" id="{E06690BC-F55E-46CC-8815-54D9982A56E2}"/>
              </a:ext>
            </a:extLst>
          </p:cNvPr>
          <p:cNvSpPr txBox="1">
            <a:spLocks noChangeAspect="1" noChangeArrowheads="1"/>
          </p:cNvSpPr>
          <p:nvPr/>
        </p:nvSpPr>
        <p:spPr bwMode="auto">
          <a:xfrm>
            <a:off x="1579563"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D7</a:t>
            </a:r>
          </a:p>
        </p:txBody>
      </p:sp>
      <p:sp>
        <p:nvSpPr>
          <p:cNvPr id="48134" name="文本框 48134">
            <a:extLst>
              <a:ext uri="{FF2B5EF4-FFF2-40B4-BE49-F238E27FC236}">
                <a16:creationId xmlns:a16="http://schemas.microsoft.com/office/drawing/2014/main" id="{AA4D18F1-B770-48B6-AF77-C972556A2ABC}"/>
              </a:ext>
            </a:extLst>
          </p:cNvPr>
          <p:cNvSpPr txBox="1">
            <a:spLocks noChangeAspect="1" noChangeArrowheads="1"/>
          </p:cNvSpPr>
          <p:nvPr/>
        </p:nvSpPr>
        <p:spPr bwMode="auto">
          <a:xfrm>
            <a:off x="1973263" y="1811338"/>
            <a:ext cx="769937"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ESMM</a:t>
            </a:r>
          </a:p>
        </p:txBody>
      </p:sp>
      <p:sp>
        <p:nvSpPr>
          <p:cNvPr id="48135" name="文本框 48135">
            <a:extLst>
              <a:ext uri="{FF2B5EF4-FFF2-40B4-BE49-F238E27FC236}">
                <a16:creationId xmlns:a16="http://schemas.microsoft.com/office/drawing/2014/main" id="{04014266-2F89-4844-A8DE-20DAD0693FF6}"/>
              </a:ext>
            </a:extLst>
          </p:cNvPr>
          <p:cNvSpPr txBox="1">
            <a:spLocks noChangeAspect="1" noChangeArrowheads="1"/>
          </p:cNvSpPr>
          <p:nvPr/>
        </p:nvSpPr>
        <p:spPr bwMode="auto">
          <a:xfrm>
            <a:off x="2181225"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D6</a:t>
            </a:r>
          </a:p>
        </p:txBody>
      </p:sp>
      <p:sp>
        <p:nvSpPr>
          <p:cNvPr id="48136" name="文本框 48136">
            <a:extLst>
              <a:ext uri="{FF2B5EF4-FFF2-40B4-BE49-F238E27FC236}">
                <a16:creationId xmlns:a16="http://schemas.microsoft.com/office/drawing/2014/main" id="{2ABF963E-BCB0-4359-869F-1A4CA34265FE}"/>
              </a:ext>
            </a:extLst>
          </p:cNvPr>
          <p:cNvSpPr txBox="1">
            <a:spLocks noChangeAspect="1" noChangeArrowheads="1"/>
          </p:cNvSpPr>
          <p:nvPr/>
        </p:nvSpPr>
        <p:spPr bwMode="auto">
          <a:xfrm>
            <a:off x="3440113" y="1811338"/>
            <a:ext cx="4127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48137" name="文本框 48137">
            <a:extLst>
              <a:ext uri="{FF2B5EF4-FFF2-40B4-BE49-F238E27FC236}">
                <a16:creationId xmlns:a16="http://schemas.microsoft.com/office/drawing/2014/main" id="{BA3D7BA0-7095-4737-AFD7-6C0C18901CFA}"/>
              </a:ext>
            </a:extLst>
          </p:cNvPr>
          <p:cNvSpPr txBox="1">
            <a:spLocks noChangeAspect="1" noChangeArrowheads="1"/>
          </p:cNvSpPr>
          <p:nvPr/>
        </p:nvSpPr>
        <p:spPr bwMode="auto">
          <a:xfrm>
            <a:off x="3455988"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D4</a:t>
            </a:r>
          </a:p>
        </p:txBody>
      </p:sp>
      <p:sp>
        <p:nvSpPr>
          <p:cNvPr id="48138" name="文本框 48138">
            <a:extLst>
              <a:ext uri="{FF2B5EF4-FFF2-40B4-BE49-F238E27FC236}">
                <a16:creationId xmlns:a16="http://schemas.microsoft.com/office/drawing/2014/main" id="{8339A801-B31F-4E9C-BD43-B0863C2878A8}"/>
              </a:ext>
            </a:extLst>
          </p:cNvPr>
          <p:cNvSpPr txBox="1">
            <a:spLocks noChangeAspect="1" noChangeArrowheads="1"/>
          </p:cNvSpPr>
          <p:nvPr/>
        </p:nvSpPr>
        <p:spPr bwMode="auto">
          <a:xfrm>
            <a:off x="2744788" y="1811338"/>
            <a:ext cx="700087"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SMM</a:t>
            </a:r>
          </a:p>
        </p:txBody>
      </p:sp>
      <p:sp>
        <p:nvSpPr>
          <p:cNvPr id="48139" name="文本框 48139">
            <a:extLst>
              <a:ext uri="{FF2B5EF4-FFF2-40B4-BE49-F238E27FC236}">
                <a16:creationId xmlns:a16="http://schemas.microsoft.com/office/drawing/2014/main" id="{4F80CCBD-A54D-4DD3-B854-2DCFACF2B668}"/>
              </a:ext>
            </a:extLst>
          </p:cNvPr>
          <p:cNvSpPr txBox="1">
            <a:spLocks noChangeAspect="1" noChangeArrowheads="1"/>
          </p:cNvSpPr>
          <p:nvPr/>
        </p:nvSpPr>
        <p:spPr bwMode="auto">
          <a:xfrm>
            <a:off x="2925763"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D5</a:t>
            </a:r>
          </a:p>
        </p:txBody>
      </p:sp>
      <p:sp>
        <p:nvSpPr>
          <p:cNvPr id="48140" name="文本框 48140">
            <a:extLst>
              <a:ext uri="{FF2B5EF4-FFF2-40B4-BE49-F238E27FC236}">
                <a16:creationId xmlns:a16="http://schemas.microsoft.com/office/drawing/2014/main" id="{DB0258DB-D83A-412E-8253-1EB9BBB0788A}"/>
              </a:ext>
            </a:extLst>
          </p:cNvPr>
          <p:cNvSpPr txBox="1">
            <a:spLocks noChangeAspect="1" noChangeArrowheads="1"/>
          </p:cNvSpPr>
          <p:nvPr/>
        </p:nvSpPr>
        <p:spPr bwMode="auto">
          <a:xfrm>
            <a:off x="3851275" y="1811338"/>
            <a:ext cx="4127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1</a:t>
            </a:r>
          </a:p>
        </p:txBody>
      </p:sp>
      <p:sp>
        <p:nvSpPr>
          <p:cNvPr id="48141" name="文本框 48141">
            <a:extLst>
              <a:ext uri="{FF2B5EF4-FFF2-40B4-BE49-F238E27FC236}">
                <a16:creationId xmlns:a16="http://schemas.microsoft.com/office/drawing/2014/main" id="{B3CB0607-3B2E-4EB0-AAF1-CD16BD2FC3DC}"/>
              </a:ext>
            </a:extLst>
          </p:cNvPr>
          <p:cNvSpPr txBox="1">
            <a:spLocks noChangeAspect="1" noChangeArrowheads="1"/>
          </p:cNvSpPr>
          <p:nvPr/>
        </p:nvSpPr>
        <p:spPr bwMode="auto">
          <a:xfrm>
            <a:off x="3867150"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D3</a:t>
            </a:r>
          </a:p>
        </p:txBody>
      </p:sp>
      <p:sp>
        <p:nvSpPr>
          <p:cNvPr id="48142" name="文本框 48142">
            <a:extLst>
              <a:ext uri="{FF2B5EF4-FFF2-40B4-BE49-F238E27FC236}">
                <a16:creationId xmlns:a16="http://schemas.microsoft.com/office/drawing/2014/main" id="{9B5D0BF8-BAF5-4112-887C-4BC778540816}"/>
              </a:ext>
            </a:extLst>
          </p:cNvPr>
          <p:cNvSpPr txBox="1">
            <a:spLocks noChangeAspect="1" noChangeArrowheads="1"/>
          </p:cNvSpPr>
          <p:nvPr/>
        </p:nvSpPr>
        <p:spPr bwMode="auto">
          <a:xfrm>
            <a:off x="4262438" y="1811338"/>
            <a:ext cx="496887"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P</a:t>
            </a:r>
          </a:p>
        </p:txBody>
      </p:sp>
      <p:sp>
        <p:nvSpPr>
          <p:cNvPr id="48143" name="文本框 48143">
            <a:extLst>
              <a:ext uri="{FF2B5EF4-FFF2-40B4-BE49-F238E27FC236}">
                <a16:creationId xmlns:a16="http://schemas.microsoft.com/office/drawing/2014/main" id="{BF3EE1B5-8AC0-4E95-8625-8CAA76AF3EE3}"/>
              </a:ext>
            </a:extLst>
          </p:cNvPr>
          <p:cNvSpPr txBox="1">
            <a:spLocks noChangeAspect="1" noChangeArrowheads="1"/>
          </p:cNvSpPr>
          <p:nvPr/>
        </p:nvSpPr>
        <p:spPr bwMode="auto">
          <a:xfrm>
            <a:off x="4321175"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D2</a:t>
            </a:r>
          </a:p>
        </p:txBody>
      </p:sp>
      <p:sp>
        <p:nvSpPr>
          <p:cNvPr id="48144" name="文本框 48144">
            <a:extLst>
              <a:ext uri="{FF2B5EF4-FFF2-40B4-BE49-F238E27FC236}">
                <a16:creationId xmlns:a16="http://schemas.microsoft.com/office/drawing/2014/main" id="{22A41CEF-4FBC-44DE-BA2A-5ACE689C1B52}"/>
              </a:ext>
            </a:extLst>
          </p:cNvPr>
          <p:cNvSpPr txBox="1">
            <a:spLocks noChangeAspect="1" noChangeArrowheads="1"/>
          </p:cNvSpPr>
          <p:nvPr/>
        </p:nvSpPr>
        <p:spPr bwMode="auto">
          <a:xfrm>
            <a:off x="4757738" y="1811338"/>
            <a:ext cx="5651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RR</a:t>
            </a:r>
          </a:p>
        </p:txBody>
      </p:sp>
      <p:sp>
        <p:nvSpPr>
          <p:cNvPr id="48145" name="文本框 48145">
            <a:extLst>
              <a:ext uri="{FF2B5EF4-FFF2-40B4-BE49-F238E27FC236}">
                <a16:creationId xmlns:a16="http://schemas.microsoft.com/office/drawing/2014/main" id="{ADCEC66C-422F-49DA-A192-B2025CEAA04A}"/>
              </a:ext>
            </a:extLst>
          </p:cNvPr>
          <p:cNvSpPr txBox="1">
            <a:spLocks noChangeAspect="1" noChangeArrowheads="1"/>
          </p:cNvSpPr>
          <p:nvPr/>
        </p:nvSpPr>
        <p:spPr bwMode="auto">
          <a:xfrm>
            <a:off x="4843463"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D1</a:t>
            </a:r>
          </a:p>
        </p:txBody>
      </p:sp>
      <p:sp>
        <p:nvSpPr>
          <p:cNvPr id="48146" name="文本框 48146">
            <a:extLst>
              <a:ext uri="{FF2B5EF4-FFF2-40B4-BE49-F238E27FC236}">
                <a16:creationId xmlns:a16="http://schemas.microsoft.com/office/drawing/2014/main" id="{755BDB78-D8C9-4897-A1C3-AB05D130C0ED}"/>
              </a:ext>
            </a:extLst>
          </p:cNvPr>
          <p:cNvSpPr txBox="1">
            <a:spLocks noChangeAspect="1" noChangeArrowheads="1"/>
          </p:cNvSpPr>
          <p:nvPr/>
        </p:nvSpPr>
        <p:spPr bwMode="auto">
          <a:xfrm>
            <a:off x="5316538" y="1811338"/>
            <a:ext cx="565150"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RIS</a:t>
            </a:r>
          </a:p>
        </p:txBody>
      </p:sp>
      <p:sp>
        <p:nvSpPr>
          <p:cNvPr id="48147" name="文本框 48147">
            <a:extLst>
              <a:ext uri="{FF2B5EF4-FFF2-40B4-BE49-F238E27FC236}">
                <a16:creationId xmlns:a16="http://schemas.microsoft.com/office/drawing/2014/main" id="{68556B73-AD7E-4548-A6D1-9EEB3FDD9880}"/>
              </a:ext>
            </a:extLst>
          </p:cNvPr>
          <p:cNvSpPr txBox="1">
            <a:spLocks noChangeAspect="1" noChangeArrowheads="1"/>
          </p:cNvSpPr>
          <p:nvPr/>
        </p:nvSpPr>
        <p:spPr bwMode="auto">
          <a:xfrm>
            <a:off x="5373688" y="1482725"/>
            <a:ext cx="384175"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D0</a:t>
            </a:r>
          </a:p>
        </p:txBody>
      </p:sp>
      <p:sp>
        <p:nvSpPr>
          <p:cNvPr id="48148" name="直接连接符 48148">
            <a:extLst>
              <a:ext uri="{FF2B5EF4-FFF2-40B4-BE49-F238E27FC236}">
                <a16:creationId xmlns:a16="http://schemas.microsoft.com/office/drawing/2014/main" id="{1264E0D2-3EA7-4318-9130-4F1D2D54ADD3}"/>
              </a:ext>
            </a:extLst>
          </p:cNvPr>
          <p:cNvSpPr>
            <a:spLocks noChangeAspect="1" noChangeShapeType="1"/>
          </p:cNvSpPr>
          <p:nvPr/>
        </p:nvSpPr>
        <p:spPr bwMode="auto">
          <a:xfrm>
            <a:off x="3082925" y="2141538"/>
            <a:ext cx="0" cy="1000125"/>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8149" name="组合 48149">
            <a:extLst>
              <a:ext uri="{FF2B5EF4-FFF2-40B4-BE49-F238E27FC236}">
                <a16:creationId xmlns:a16="http://schemas.microsoft.com/office/drawing/2014/main" id="{5958CF67-DECD-481F-93C9-4C04A5879EAE}"/>
              </a:ext>
            </a:extLst>
          </p:cNvPr>
          <p:cNvGrpSpPr>
            <a:grpSpLocks noChangeAspect="1"/>
          </p:cNvGrpSpPr>
          <p:nvPr/>
        </p:nvGrpSpPr>
        <p:grpSpPr bwMode="auto">
          <a:xfrm>
            <a:off x="5657850" y="2141538"/>
            <a:ext cx="1001713" cy="855662"/>
            <a:chOff x="0" y="0"/>
            <a:chExt cx="555" cy="705"/>
          </a:xfrm>
        </p:grpSpPr>
        <p:sp>
          <p:nvSpPr>
            <p:cNvPr id="48150" name="直接连接符 48150">
              <a:extLst>
                <a:ext uri="{FF2B5EF4-FFF2-40B4-BE49-F238E27FC236}">
                  <a16:creationId xmlns:a16="http://schemas.microsoft.com/office/drawing/2014/main" id="{4C43E4F1-4CAD-4931-9D4F-8AF8AEC904B4}"/>
                </a:ext>
              </a:extLst>
            </p:cNvPr>
            <p:cNvSpPr>
              <a:spLocks noChangeAspect="1" noChangeShapeType="1"/>
            </p:cNvSpPr>
            <p:nvPr/>
          </p:nvSpPr>
          <p:spPr bwMode="auto">
            <a:xfrm flipH="1">
              <a:off x="15" y="0"/>
              <a:ext cx="0" cy="165"/>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1" name="直接连接符 48151">
              <a:extLst>
                <a:ext uri="{FF2B5EF4-FFF2-40B4-BE49-F238E27FC236}">
                  <a16:creationId xmlns:a16="http://schemas.microsoft.com/office/drawing/2014/main" id="{A6905FAD-EF68-4119-9788-32A4256AC03A}"/>
                </a:ext>
              </a:extLst>
            </p:cNvPr>
            <p:cNvSpPr>
              <a:spLocks noChangeAspect="1" noChangeShapeType="1"/>
            </p:cNvSpPr>
            <p:nvPr/>
          </p:nvSpPr>
          <p:spPr bwMode="auto">
            <a:xfrm flipH="1">
              <a:off x="0" y="165"/>
              <a:ext cx="555"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2" name="直接连接符 48152">
              <a:extLst>
                <a:ext uri="{FF2B5EF4-FFF2-40B4-BE49-F238E27FC236}">
                  <a16:creationId xmlns:a16="http://schemas.microsoft.com/office/drawing/2014/main" id="{B724C3F9-ABE2-4E50-A857-7AF11535CEB8}"/>
                </a:ext>
              </a:extLst>
            </p:cNvPr>
            <p:cNvSpPr>
              <a:spLocks noChangeAspect="1" noChangeShapeType="1"/>
            </p:cNvSpPr>
            <p:nvPr/>
          </p:nvSpPr>
          <p:spPr bwMode="auto">
            <a:xfrm flipH="1">
              <a:off x="555" y="180"/>
              <a:ext cx="0" cy="525"/>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8153" name="组合 48153">
            <a:extLst>
              <a:ext uri="{FF2B5EF4-FFF2-40B4-BE49-F238E27FC236}">
                <a16:creationId xmlns:a16="http://schemas.microsoft.com/office/drawing/2014/main" id="{5257A8B5-5308-4C01-91F0-ECBB364580DD}"/>
              </a:ext>
            </a:extLst>
          </p:cNvPr>
          <p:cNvGrpSpPr>
            <a:grpSpLocks noChangeAspect="1"/>
          </p:cNvGrpSpPr>
          <p:nvPr/>
        </p:nvGrpSpPr>
        <p:grpSpPr bwMode="auto">
          <a:xfrm>
            <a:off x="5097463" y="2154238"/>
            <a:ext cx="987425" cy="842962"/>
            <a:chOff x="0" y="0"/>
            <a:chExt cx="632" cy="690"/>
          </a:xfrm>
        </p:grpSpPr>
        <p:sp>
          <p:nvSpPr>
            <p:cNvPr id="48154" name="直接连接符 48154">
              <a:extLst>
                <a:ext uri="{FF2B5EF4-FFF2-40B4-BE49-F238E27FC236}">
                  <a16:creationId xmlns:a16="http://schemas.microsoft.com/office/drawing/2014/main" id="{0B2F2292-029F-4757-A0C7-0E644BEA164D}"/>
                </a:ext>
              </a:extLst>
            </p:cNvPr>
            <p:cNvSpPr>
              <a:spLocks noChangeAspect="1" noChangeShapeType="1"/>
            </p:cNvSpPr>
            <p:nvPr/>
          </p:nvSpPr>
          <p:spPr bwMode="auto">
            <a:xfrm flipH="1">
              <a:off x="0" y="0"/>
              <a:ext cx="2" cy="30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5" name="直接连接符 48155">
              <a:extLst>
                <a:ext uri="{FF2B5EF4-FFF2-40B4-BE49-F238E27FC236}">
                  <a16:creationId xmlns:a16="http://schemas.microsoft.com/office/drawing/2014/main" id="{05F8606E-B493-454F-8E65-336724DFE57C}"/>
                </a:ext>
              </a:extLst>
            </p:cNvPr>
            <p:cNvSpPr>
              <a:spLocks noChangeAspect="1" noChangeShapeType="1"/>
            </p:cNvSpPr>
            <p:nvPr/>
          </p:nvSpPr>
          <p:spPr bwMode="auto">
            <a:xfrm flipH="1">
              <a:off x="18" y="285"/>
              <a:ext cx="614"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6" name="直接连接符 48156">
              <a:extLst>
                <a:ext uri="{FF2B5EF4-FFF2-40B4-BE49-F238E27FC236}">
                  <a16:creationId xmlns:a16="http://schemas.microsoft.com/office/drawing/2014/main" id="{D4371A60-3C51-453D-8F43-729162874F81}"/>
                </a:ext>
              </a:extLst>
            </p:cNvPr>
            <p:cNvSpPr>
              <a:spLocks noChangeAspect="1" noChangeShapeType="1"/>
            </p:cNvSpPr>
            <p:nvPr/>
          </p:nvSpPr>
          <p:spPr bwMode="auto">
            <a:xfrm flipH="1">
              <a:off x="632" y="300"/>
              <a:ext cx="0" cy="39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57" name="直接连接符 48157">
            <a:extLst>
              <a:ext uri="{FF2B5EF4-FFF2-40B4-BE49-F238E27FC236}">
                <a16:creationId xmlns:a16="http://schemas.microsoft.com/office/drawing/2014/main" id="{8C54DEFF-DAC5-4CD9-9C69-D21AD3F30322}"/>
              </a:ext>
            </a:extLst>
          </p:cNvPr>
          <p:cNvSpPr>
            <a:spLocks noChangeAspect="1" noChangeShapeType="1"/>
          </p:cNvSpPr>
          <p:nvPr/>
        </p:nvSpPr>
        <p:spPr bwMode="auto">
          <a:xfrm>
            <a:off x="3644900" y="2386013"/>
            <a:ext cx="369888"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8" name="直接连接符 48158">
            <a:extLst>
              <a:ext uri="{FF2B5EF4-FFF2-40B4-BE49-F238E27FC236}">
                <a16:creationId xmlns:a16="http://schemas.microsoft.com/office/drawing/2014/main" id="{203839A1-87AD-4409-BB83-3CAE018D7469}"/>
              </a:ext>
            </a:extLst>
          </p:cNvPr>
          <p:cNvSpPr>
            <a:spLocks noChangeAspect="1" noChangeShapeType="1"/>
          </p:cNvSpPr>
          <p:nvPr/>
        </p:nvSpPr>
        <p:spPr bwMode="auto">
          <a:xfrm>
            <a:off x="3644900" y="2133600"/>
            <a:ext cx="0" cy="280988"/>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9" name="直接连接符 48159">
            <a:extLst>
              <a:ext uri="{FF2B5EF4-FFF2-40B4-BE49-F238E27FC236}">
                <a16:creationId xmlns:a16="http://schemas.microsoft.com/office/drawing/2014/main" id="{0EAF39F9-3DE3-42BE-B8BC-7E847218A15B}"/>
              </a:ext>
            </a:extLst>
          </p:cNvPr>
          <p:cNvSpPr>
            <a:spLocks noChangeAspect="1" noChangeShapeType="1"/>
          </p:cNvSpPr>
          <p:nvPr/>
        </p:nvSpPr>
        <p:spPr bwMode="auto">
          <a:xfrm>
            <a:off x="4027488" y="2133600"/>
            <a:ext cx="0" cy="280988"/>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0" name="文本框 48160">
            <a:extLst>
              <a:ext uri="{FF2B5EF4-FFF2-40B4-BE49-F238E27FC236}">
                <a16:creationId xmlns:a16="http://schemas.microsoft.com/office/drawing/2014/main" id="{0F506CF0-9A66-46B0-9AA8-69FF91E073BA}"/>
              </a:ext>
            </a:extLst>
          </p:cNvPr>
          <p:cNvSpPr txBox="1">
            <a:spLocks noChangeAspect="1" noChangeArrowheads="1"/>
          </p:cNvSpPr>
          <p:nvPr/>
        </p:nvSpPr>
        <p:spPr bwMode="auto">
          <a:xfrm>
            <a:off x="3402013" y="2395538"/>
            <a:ext cx="822325" cy="346075"/>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标志位</a:t>
            </a:r>
          </a:p>
        </p:txBody>
      </p:sp>
      <p:sp>
        <p:nvSpPr>
          <p:cNvPr id="48161" name="直接连接符 48161">
            <a:extLst>
              <a:ext uri="{FF2B5EF4-FFF2-40B4-BE49-F238E27FC236}">
                <a16:creationId xmlns:a16="http://schemas.microsoft.com/office/drawing/2014/main" id="{7C72D375-211A-43E9-B919-69A798D2D779}"/>
              </a:ext>
            </a:extLst>
          </p:cNvPr>
          <p:cNvSpPr>
            <a:spLocks noChangeAspect="1" noChangeShapeType="1"/>
          </p:cNvSpPr>
          <p:nvPr/>
        </p:nvSpPr>
        <p:spPr bwMode="auto">
          <a:xfrm>
            <a:off x="2343150" y="2133600"/>
            <a:ext cx="0" cy="10033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2" name="文本框 48162">
            <a:extLst>
              <a:ext uri="{FF2B5EF4-FFF2-40B4-BE49-F238E27FC236}">
                <a16:creationId xmlns:a16="http://schemas.microsoft.com/office/drawing/2014/main" id="{CA7D1DE9-05D9-4B86-9D93-93FBCE30D95F}"/>
              </a:ext>
            </a:extLst>
          </p:cNvPr>
          <p:cNvSpPr txBox="1">
            <a:spLocks noChangeAspect="1" noChangeArrowheads="1"/>
          </p:cNvSpPr>
          <p:nvPr/>
        </p:nvSpPr>
        <p:spPr bwMode="auto">
          <a:xfrm>
            <a:off x="1979613" y="3111500"/>
            <a:ext cx="2016125" cy="33020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清除特殊屏蔽方式：</a:t>
            </a:r>
            <a:r>
              <a:rPr lang="en-US" altLang="zh-CN" sz="1400">
                <a:latin typeface="Times New Roman" panose="02020603050405020304" pitchFamily="18" charset="0"/>
              </a:rPr>
              <a:t>10</a:t>
            </a:r>
          </a:p>
        </p:txBody>
      </p:sp>
      <p:sp>
        <p:nvSpPr>
          <p:cNvPr id="48163" name="文本框 48163">
            <a:extLst>
              <a:ext uri="{FF2B5EF4-FFF2-40B4-BE49-F238E27FC236}">
                <a16:creationId xmlns:a16="http://schemas.microsoft.com/office/drawing/2014/main" id="{22A86D10-C56C-4316-A9EC-EAB28E4F1132}"/>
              </a:ext>
            </a:extLst>
          </p:cNvPr>
          <p:cNvSpPr txBox="1">
            <a:spLocks noChangeAspect="1" noChangeArrowheads="1"/>
          </p:cNvSpPr>
          <p:nvPr/>
        </p:nvSpPr>
        <p:spPr bwMode="auto">
          <a:xfrm>
            <a:off x="1979613" y="3438525"/>
            <a:ext cx="2016125" cy="3286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设置特殊屏蔽方式：</a:t>
            </a:r>
            <a:r>
              <a:rPr lang="en-US" altLang="zh-CN" sz="1400">
                <a:latin typeface="Times New Roman" panose="02020603050405020304" pitchFamily="18" charset="0"/>
              </a:rPr>
              <a:t>11</a:t>
            </a:r>
          </a:p>
        </p:txBody>
      </p:sp>
      <p:sp>
        <p:nvSpPr>
          <p:cNvPr id="48164" name="文本框 48164">
            <a:extLst>
              <a:ext uri="{FF2B5EF4-FFF2-40B4-BE49-F238E27FC236}">
                <a16:creationId xmlns:a16="http://schemas.microsoft.com/office/drawing/2014/main" id="{2266AD20-2E26-4677-8FA2-F50BD5A2D811}"/>
              </a:ext>
            </a:extLst>
          </p:cNvPr>
          <p:cNvSpPr txBox="1">
            <a:spLocks noChangeAspect="1" noChangeArrowheads="1"/>
          </p:cNvSpPr>
          <p:nvPr/>
        </p:nvSpPr>
        <p:spPr bwMode="auto">
          <a:xfrm>
            <a:off x="1547813" y="2492375"/>
            <a:ext cx="431800" cy="50323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没用</a:t>
            </a:r>
          </a:p>
        </p:txBody>
      </p:sp>
      <p:sp>
        <p:nvSpPr>
          <p:cNvPr id="48165" name="文本框 48165">
            <a:extLst>
              <a:ext uri="{FF2B5EF4-FFF2-40B4-BE49-F238E27FC236}">
                <a16:creationId xmlns:a16="http://schemas.microsoft.com/office/drawing/2014/main" id="{A081B4AB-9121-4F85-B4FD-505011E1321C}"/>
              </a:ext>
            </a:extLst>
          </p:cNvPr>
          <p:cNvSpPr txBox="1">
            <a:spLocks noChangeAspect="1" noChangeArrowheads="1"/>
          </p:cNvSpPr>
          <p:nvPr/>
        </p:nvSpPr>
        <p:spPr bwMode="auto">
          <a:xfrm>
            <a:off x="5651500" y="2997200"/>
            <a:ext cx="1890713" cy="3286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下一个</a:t>
            </a:r>
            <a:r>
              <a:rPr lang="en-US" altLang="zh-CN" sz="1400">
                <a:latin typeface="Times New Roman" panose="02020603050405020304" pitchFamily="18" charset="0"/>
              </a:rPr>
              <a:t>RD</a:t>
            </a:r>
            <a:r>
              <a:rPr lang="zh-CN" altLang="en-US" sz="1400">
                <a:latin typeface="Times New Roman" panose="02020603050405020304" pitchFamily="18" charset="0"/>
              </a:rPr>
              <a:t>读</a:t>
            </a:r>
            <a:r>
              <a:rPr lang="en-US" altLang="zh-CN" sz="1400">
                <a:latin typeface="Times New Roman" panose="02020603050405020304" pitchFamily="18" charset="0"/>
              </a:rPr>
              <a:t>IRR</a:t>
            </a:r>
            <a:r>
              <a:rPr lang="zh-CN" altLang="en-US" sz="1400">
                <a:latin typeface="Times New Roman" panose="02020603050405020304" pitchFamily="18" charset="0"/>
              </a:rPr>
              <a:t>：</a:t>
            </a:r>
            <a:r>
              <a:rPr lang="en-US" altLang="zh-CN" sz="1400">
                <a:latin typeface="Times New Roman" panose="02020603050405020304" pitchFamily="18" charset="0"/>
              </a:rPr>
              <a:t>11</a:t>
            </a:r>
          </a:p>
        </p:txBody>
      </p:sp>
      <p:grpSp>
        <p:nvGrpSpPr>
          <p:cNvPr id="48166" name="组合 48166">
            <a:extLst>
              <a:ext uri="{FF2B5EF4-FFF2-40B4-BE49-F238E27FC236}">
                <a16:creationId xmlns:a16="http://schemas.microsoft.com/office/drawing/2014/main" id="{512DC2C6-C663-42D9-9CE8-1C5779A633F2}"/>
              </a:ext>
            </a:extLst>
          </p:cNvPr>
          <p:cNvGrpSpPr>
            <a:grpSpLocks noChangeAspect="1"/>
          </p:cNvGrpSpPr>
          <p:nvPr/>
        </p:nvGrpSpPr>
        <p:grpSpPr bwMode="auto">
          <a:xfrm>
            <a:off x="5651500" y="3319463"/>
            <a:ext cx="1890713" cy="328612"/>
            <a:chOff x="0" y="0"/>
            <a:chExt cx="2070" cy="360"/>
          </a:xfrm>
        </p:grpSpPr>
        <p:sp>
          <p:nvSpPr>
            <p:cNvPr id="48167" name="文本框 48167">
              <a:extLst>
                <a:ext uri="{FF2B5EF4-FFF2-40B4-BE49-F238E27FC236}">
                  <a16:creationId xmlns:a16="http://schemas.microsoft.com/office/drawing/2014/main" id="{536B0364-9B9D-40F6-B4AE-54EC848C94AB}"/>
                </a:ext>
              </a:extLst>
            </p:cNvPr>
            <p:cNvSpPr txBox="1">
              <a:spLocks noChangeAspect="1" noChangeArrowheads="1"/>
            </p:cNvSpPr>
            <p:nvPr/>
          </p:nvSpPr>
          <p:spPr bwMode="auto">
            <a:xfrm>
              <a:off x="0" y="0"/>
              <a:ext cx="2070" cy="36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下一个</a:t>
              </a:r>
              <a:r>
                <a:rPr lang="en-US" altLang="zh-CN" sz="1400">
                  <a:latin typeface="Times New Roman" panose="02020603050405020304" pitchFamily="18" charset="0"/>
                </a:rPr>
                <a:t>RD</a:t>
              </a:r>
              <a:r>
                <a:rPr lang="zh-CN" altLang="en-US" sz="1400">
                  <a:latin typeface="Times New Roman" panose="02020603050405020304" pitchFamily="18" charset="0"/>
                </a:rPr>
                <a:t>读</a:t>
              </a:r>
              <a:r>
                <a:rPr lang="en-US" altLang="zh-CN" sz="1400">
                  <a:latin typeface="Times New Roman" panose="02020603050405020304" pitchFamily="18" charset="0"/>
                </a:rPr>
                <a:t>ISR</a:t>
              </a:r>
              <a:r>
                <a:rPr lang="zh-CN" altLang="en-US" sz="1400">
                  <a:latin typeface="Times New Roman" panose="02020603050405020304" pitchFamily="18" charset="0"/>
                </a:rPr>
                <a:t>：</a:t>
              </a:r>
              <a:r>
                <a:rPr lang="en-US" altLang="zh-CN" sz="1400">
                  <a:latin typeface="Times New Roman" panose="02020603050405020304" pitchFamily="18" charset="0"/>
                </a:rPr>
                <a:t>10</a:t>
              </a:r>
            </a:p>
          </p:txBody>
        </p:sp>
        <p:sp>
          <p:nvSpPr>
            <p:cNvPr id="48168" name="直接连接符 48168">
              <a:extLst>
                <a:ext uri="{FF2B5EF4-FFF2-40B4-BE49-F238E27FC236}">
                  <a16:creationId xmlns:a16="http://schemas.microsoft.com/office/drawing/2014/main" id="{AC393F0E-19D8-4B26-9D6C-4F3C454742A3}"/>
                </a:ext>
              </a:extLst>
            </p:cNvPr>
            <p:cNvSpPr>
              <a:spLocks noChangeAspect="1" noChangeShapeType="1"/>
            </p:cNvSpPr>
            <p:nvPr/>
          </p:nvSpPr>
          <p:spPr bwMode="auto">
            <a:xfrm>
              <a:off x="706" y="56"/>
              <a:ext cx="285"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169" name="直接连接符 48169">
            <a:extLst>
              <a:ext uri="{FF2B5EF4-FFF2-40B4-BE49-F238E27FC236}">
                <a16:creationId xmlns:a16="http://schemas.microsoft.com/office/drawing/2014/main" id="{B88BF9DB-5DE9-4794-ADBD-FC8886D5FEC7}"/>
              </a:ext>
            </a:extLst>
          </p:cNvPr>
          <p:cNvSpPr>
            <a:spLocks noChangeAspect="1" noChangeShapeType="1"/>
          </p:cNvSpPr>
          <p:nvPr/>
        </p:nvSpPr>
        <p:spPr bwMode="auto">
          <a:xfrm flipH="1">
            <a:off x="4548188" y="2133600"/>
            <a:ext cx="9525" cy="8763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0" name="文本框 48170">
            <a:extLst>
              <a:ext uri="{FF2B5EF4-FFF2-40B4-BE49-F238E27FC236}">
                <a16:creationId xmlns:a16="http://schemas.microsoft.com/office/drawing/2014/main" id="{DBBDF7C6-B553-4B1F-BE5E-F5EAA3685006}"/>
              </a:ext>
            </a:extLst>
          </p:cNvPr>
          <p:cNvSpPr txBox="1">
            <a:spLocks noChangeAspect="1" noChangeArrowheads="1"/>
          </p:cNvSpPr>
          <p:nvPr/>
        </p:nvSpPr>
        <p:spPr bwMode="auto">
          <a:xfrm>
            <a:off x="4687888" y="3332163"/>
            <a:ext cx="762000"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不查询</a:t>
            </a:r>
          </a:p>
        </p:txBody>
      </p:sp>
      <p:sp>
        <p:nvSpPr>
          <p:cNvPr id="48171" name="文本框 48171">
            <a:extLst>
              <a:ext uri="{FF2B5EF4-FFF2-40B4-BE49-F238E27FC236}">
                <a16:creationId xmlns:a16="http://schemas.microsoft.com/office/drawing/2014/main" id="{4217265E-F78D-447D-983B-FD12BBD1942A}"/>
              </a:ext>
            </a:extLst>
          </p:cNvPr>
          <p:cNvSpPr txBox="1">
            <a:spLocks noChangeArrowheads="1"/>
          </p:cNvSpPr>
          <p:nvPr/>
        </p:nvSpPr>
        <p:spPr bwMode="auto">
          <a:xfrm>
            <a:off x="468313" y="4581525"/>
            <a:ext cx="8153400" cy="1955800"/>
          </a:xfrm>
          <a:prstGeom prst="rect">
            <a:avLst/>
          </a:prstGeom>
          <a:solidFill>
            <a:schemeClr val="accent1"/>
          </a:solidFill>
          <a:ln w="38100">
            <a:solidFill>
              <a:schemeClr val="tx1"/>
            </a:solidFill>
            <a:miter lim="800000"/>
            <a:headEnd/>
            <a:tailEnd/>
          </a:ln>
        </p:spPr>
        <p:txBody>
          <a:bodyPr>
            <a:spAutoFit/>
          </a:bodyPr>
          <a:lstStyle/>
          <a:p>
            <a:pPr algn="just" eaLnBrk="0" hangingPunct="0"/>
            <a:r>
              <a:rPr lang="en-US" altLang="zh-CN" sz="2400">
                <a:latin typeface="Times New Roman" panose="02020603050405020304" pitchFamily="18" charset="0"/>
              </a:rPr>
              <a:t>D1</a:t>
            </a:r>
            <a:r>
              <a:rPr lang="zh-CN" altLang="en-US" sz="2400">
                <a:latin typeface="Times New Roman" panose="02020603050405020304" pitchFamily="18" charset="0"/>
              </a:rPr>
              <a:t>（</a:t>
            </a:r>
            <a:r>
              <a:rPr lang="en-US" altLang="zh-CN" sz="2400">
                <a:latin typeface="Times New Roman" panose="02020603050405020304" pitchFamily="18" charset="0"/>
              </a:rPr>
              <a:t>RR</a:t>
            </a:r>
            <a:r>
              <a:rPr lang="zh-CN" altLang="en-US" sz="2400">
                <a:latin typeface="Times New Roman" panose="02020603050405020304" pitchFamily="18" charset="0"/>
              </a:rPr>
              <a:t>）、</a:t>
            </a:r>
            <a:r>
              <a:rPr lang="en-US" altLang="zh-CN" sz="2400">
                <a:latin typeface="Times New Roman" panose="02020603050405020304" pitchFamily="18" charset="0"/>
              </a:rPr>
              <a:t>D0</a:t>
            </a:r>
            <a:r>
              <a:rPr lang="zh-CN" altLang="en-US" sz="2400">
                <a:latin typeface="Times New Roman" panose="02020603050405020304" pitchFamily="18" charset="0"/>
              </a:rPr>
              <a:t>（</a:t>
            </a:r>
            <a:r>
              <a:rPr lang="en-US" altLang="zh-CN" sz="2400">
                <a:latin typeface="Times New Roman" panose="02020603050405020304" pitchFamily="18" charset="0"/>
              </a:rPr>
              <a:t>RIS</a:t>
            </a:r>
            <a:r>
              <a:rPr lang="zh-CN" altLang="en-US" sz="2400">
                <a:latin typeface="Times New Roman" panose="02020603050405020304" pitchFamily="18" charset="0"/>
              </a:rPr>
              <a:t>）：两位组合使用，用于读取中断请求寄存器或中断服务寄存器的内容。	</a:t>
            </a:r>
          </a:p>
          <a:p>
            <a:pPr algn="just" eaLnBrk="0" hangingPunct="0"/>
            <a:r>
              <a:rPr lang="en-US" altLang="zh-CN" sz="2400">
                <a:latin typeface="Times New Roman" panose="02020603050405020304" pitchFamily="18" charset="0"/>
              </a:rPr>
              <a:t>RR=1</a:t>
            </a:r>
            <a:r>
              <a:rPr lang="zh-CN" altLang="en-US" sz="2400">
                <a:latin typeface="Times New Roman" panose="02020603050405020304" pitchFamily="18" charset="0"/>
              </a:rPr>
              <a:t>、</a:t>
            </a:r>
            <a:r>
              <a:rPr lang="en-US" altLang="zh-CN" sz="2400">
                <a:latin typeface="Times New Roman" panose="02020603050405020304" pitchFamily="18" charset="0"/>
              </a:rPr>
              <a:t>RIS=0</a:t>
            </a:r>
            <a:r>
              <a:rPr lang="zh-CN" altLang="en-US" sz="2400">
                <a:latin typeface="Times New Roman" panose="02020603050405020304" pitchFamily="18" charset="0"/>
              </a:rPr>
              <a:t>，表示下一个操作读取中断请求寄存器</a:t>
            </a:r>
            <a:r>
              <a:rPr lang="en-US" altLang="zh-CN" sz="2400">
                <a:latin typeface="Times New Roman" panose="02020603050405020304" pitchFamily="18" charset="0"/>
              </a:rPr>
              <a:t>IRR</a:t>
            </a:r>
            <a:r>
              <a:rPr lang="zh-CN" altLang="en-US" sz="2400">
                <a:latin typeface="Times New Roman" panose="02020603050405020304" pitchFamily="18" charset="0"/>
              </a:rPr>
              <a:t>的内容；</a:t>
            </a:r>
            <a:r>
              <a:rPr lang="en-US" altLang="zh-CN" sz="2400">
                <a:latin typeface="Times New Roman" panose="02020603050405020304" pitchFamily="18" charset="0"/>
              </a:rPr>
              <a:t>RR=1</a:t>
            </a:r>
            <a:r>
              <a:rPr lang="zh-CN" altLang="en-US" sz="2400">
                <a:latin typeface="Times New Roman" panose="02020603050405020304" pitchFamily="18" charset="0"/>
              </a:rPr>
              <a:t>、</a:t>
            </a:r>
            <a:r>
              <a:rPr lang="en-US" altLang="zh-CN" sz="2400">
                <a:latin typeface="Times New Roman" panose="02020603050405020304" pitchFamily="18" charset="0"/>
              </a:rPr>
              <a:t>RIS=1</a:t>
            </a:r>
            <a:r>
              <a:rPr lang="zh-CN" altLang="en-US" sz="2400">
                <a:latin typeface="Times New Roman" panose="02020603050405020304" pitchFamily="18" charset="0"/>
              </a:rPr>
              <a:t>，表示下一个操作读取中断服务寄存器</a:t>
            </a:r>
            <a:r>
              <a:rPr lang="en-US" altLang="zh-CN" sz="2400">
                <a:latin typeface="Times New Roman" panose="02020603050405020304" pitchFamily="18" charset="0"/>
              </a:rPr>
              <a:t>ISR</a:t>
            </a:r>
            <a:r>
              <a:rPr lang="zh-CN" altLang="en-US" sz="2400">
                <a:latin typeface="Times New Roman" panose="02020603050405020304" pitchFamily="18" charset="0"/>
              </a:rPr>
              <a:t>的内容。</a:t>
            </a:r>
          </a:p>
        </p:txBody>
      </p:sp>
      <p:sp>
        <p:nvSpPr>
          <p:cNvPr id="48172" name="直接连接符 48172">
            <a:extLst>
              <a:ext uri="{FF2B5EF4-FFF2-40B4-BE49-F238E27FC236}">
                <a16:creationId xmlns:a16="http://schemas.microsoft.com/office/drawing/2014/main" id="{4296E75A-5564-4910-B24F-FCD8F64E4964}"/>
              </a:ext>
            </a:extLst>
          </p:cNvPr>
          <p:cNvSpPr>
            <a:spLocks noChangeAspect="1" noChangeShapeType="1"/>
          </p:cNvSpPr>
          <p:nvPr/>
        </p:nvSpPr>
        <p:spPr bwMode="auto">
          <a:xfrm>
            <a:off x="1763713" y="2133600"/>
            <a:ext cx="0" cy="3556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3" name="文本框 48173">
            <a:extLst>
              <a:ext uri="{FF2B5EF4-FFF2-40B4-BE49-F238E27FC236}">
                <a16:creationId xmlns:a16="http://schemas.microsoft.com/office/drawing/2014/main" id="{0315AB55-0D92-46AC-8207-DC9CAE4711E8}"/>
              </a:ext>
            </a:extLst>
          </p:cNvPr>
          <p:cNvSpPr txBox="1">
            <a:spLocks noChangeAspect="1" noChangeArrowheads="1"/>
          </p:cNvSpPr>
          <p:nvPr/>
        </p:nvSpPr>
        <p:spPr bwMode="auto">
          <a:xfrm>
            <a:off x="4695825" y="2984500"/>
            <a:ext cx="762000"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查询</a:t>
            </a:r>
          </a:p>
        </p:txBody>
      </p:sp>
      <p:sp>
        <p:nvSpPr>
          <p:cNvPr id="48174" name="文本框 48174">
            <a:extLst>
              <a:ext uri="{FF2B5EF4-FFF2-40B4-BE49-F238E27FC236}">
                <a16:creationId xmlns:a16="http://schemas.microsoft.com/office/drawing/2014/main" id="{7E4397DB-6F18-43AE-B6E3-AF4022B17CA4}"/>
              </a:ext>
            </a:extLst>
          </p:cNvPr>
          <p:cNvSpPr txBox="1">
            <a:spLocks noChangeAspect="1" noChangeArrowheads="1"/>
          </p:cNvSpPr>
          <p:nvPr/>
        </p:nvSpPr>
        <p:spPr bwMode="auto">
          <a:xfrm>
            <a:off x="4356100" y="2984500"/>
            <a:ext cx="334963"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1400">
                <a:latin typeface="Times New Roman" panose="02020603050405020304" pitchFamily="18" charset="0"/>
              </a:rPr>
              <a:t>1</a:t>
            </a:r>
          </a:p>
        </p:txBody>
      </p:sp>
      <p:sp>
        <p:nvSpPr>
          <p:cNvPr id="48175" name="文本框 48175">
            <a:extLst>
              <a:ext uri="{FF2B5EF4-FFF2-40B4-BE49-F238E27FC236}">
                <a16:creationId xmlns:a16="http://schemas.microsoft.com/office/drawing/2014/main" id="{68974AD4-A70E-423A-BF7D-CFF4A3017180}"/>
              </a:ext>
            </a:extLst>
          </p:cNvPr>
          <p:cNvSpPr txBox="1">
            <a:spLocks noChangeAspect="1" noChangeArrowheads="1"/>
          </p:cNvSpPr>
          <p:nvPr/>
        </p:nvSpPr>
        <p:spPr bwMode="auto">
          <a:xfrm>
            <a:off x="4357688" y="3333750"/>
            <a:ext cx="334962"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1400">
                <a:latin typeface="Times New Roman" panose="02020603050405020304" pitchFamily="18" charset="0"/>
              </a:rPr>
              <a:t>0</a:t>
            </a:r>
          </a:p>
        </p:txBody>
      </p:sp>
      <p:sp>
        <p:nvSpPr>
          <p:cNvPr id="48176" name="文本框 48176">
            <a:extLst>
              <a:ext uri="{FF2B5EF4-FFF2-40B4-BE49-F238E27FC236}">
                <a16:creationId xmlns:a16="http://schemas.microsoft.com/office/drawing/2014/main" id="{B71EF9B0-E598-4D84-8B94-1FBBBA116665}"/>
              </a:ext>
            </a:extLst>
          </p:cNvPr>
          <p:cNvSpPr txBox="1">
            <a:spLocks noChangeAspect="1" noChangeArrowheads="1"/>
          </p:cNvSpPr>
          <p:nvPr/>
        </p:nvSpPr>
        <p:spPr bwMode="auto">
          <a:xfrm>
            <a:off x="2051050" y="2492375"/>
            <a:ext cx="576263" cy="328613"/>
          </a:xfrm>
          <a:prstGeom prst="rect">
            <a:avLst/>
          </a:prstGeom>
          <a:solidFill>
            <a:schemeClr val="tx1"/>
          </a:solidFill>
          <a:ln w="9525">
            <a:solidFill>
              <a:srgbClr val="66FF33"/>
            </a:solidFill>
            <a:miter lim="800000"/>
            <a:headEnd/>
            <a:tailEnd/>
          </a:ln>
        </p:spPr>
        <p:txBody>
          <a:bodyPr tIns="10800" bIns="10800"/>
          <a:lstStyle/>
          <a:p>
            <a:pPr algn="just" eaLnBrk="0" hangingPunct="0"/>
            <a:r>
              <a:rPr lang="zh-CN" altLang="en-US" sz="1400">
                <a:solidFill>
                  <a:schemeClr val="bg2"/>
                </a:solidFill>
                <a:latin typeface="Times New Roman" panose="02020603050405020304" pitchFamily="18" charset="0"/>
              </a:rPr>
              <a:t>允许</a:t>
            </a:r>
          </a:p>
        </p:txBody>
      </p:sp>
      <p:sp>
        <p:nvSpPr>
          <p:cNvPr id="48177" name="文本框 48177">
            <a:extLst>
              <a:ext uri="{FF2B5EF4-FFF2-40B4-BE49-F238E27FC236}">
                <a16:creationId xmlns:a16="http://schemas.microsoft.com/office/drawing/2014/main" id="{76973CD1-BB56-4F45-944E-3190EDE22457}"/>
              </a:ext>
            </a:extLst>
          </p:cNvPr>
          <p:cNvSpPr txBox="1">
            <a:spLocks noChangeAspect="1" noChangeArrowheads="1"/>
          </p:cNvSpPr>
          <p:nvPr/>
        </p:nvSpPr>
        <p:spPr bwMode="auto">
          <a:xfrm>
            <a:off x="4932363" y="2276475"/>
            <a:ext cx="576262" cy="328613"/>
          </a:xfrm>
          <a:prstGeom prst="rect">
            <a:avLst/>
          </a:prstGeom>
          <a:solidFill>
            <a:schemeClr val="tx1"/>
          </a:solidFill>
          <a:ln w="9525">
            <a:solidFill>
              <a:srgbClr val="66FF33"/>
            </a:solidFill>
            <a:miter lim="800000"/>
            <a:headEnd/>
            <a:tailEnd/>
          </a:ln>
        </p:spPr>
        <p:txBody>
          <a:bodyPr tIns="10800" bIns="10800"/>
          <a:lstStyle/>
          <a:p>
            <a:pPr algn="just" eaLnBrk="0" hangingPunct="0"/>
            <a:r>
              <a:rPr lang="zh-CN" altLang="en-US" sz="1400">
                <a:solidFill>
                  <a:schemeClr val="bg2"/>
                </a:solidFill>
                <a:latin typeface="Times New Roman" panose="02020603050405020304" pitchFamily="18" charset="0"/>
              </a:rPr>
              <a:t>允许</a:t>
            </a:r>
          </a:p>
        </p:txBody>
      </p:sp>
      <p:sp>
        <p:nvSpPr>
          <p:cNvPr id="48178" name="直接连接符 48178">
            <a:extLst>
              <a:ext uri="{FF2B5EF4-FFF2-40B4-BE49-F238E27FC236}">
                <a16:creationId xmlns:a16="http://schemas.microsoft.com/office/drawing/2014/main" id="{C181FCB5-615A-435F-91C3-F9BE7E204C2B}"/>
              </a:ext>
            </a:extLst>
          </p:cNvPr>
          <p:cNvSpPr>
            <a:spLocks noChangeShapeType="1"/>
          </p:cNvSpPr>
          <p:nvPr/>
        </p:nvSpPr>
        <p:spPr bwMode="auto">
          <a:xfrm flipV="1">
            <a:off x="2051050" y="3789363"/>
            <a:ext cx="4392613" cy="792162"/>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0" name="矩形 48179">
            <a:extLst>
              <a:ext uri="{FF2B5EF4-FFF2-40B4-BE49-F238E27FC236}">
                <a16:creationId xmlns:a16="http://schemas.microsoft.com/office/drawing/2014/main" id="{1D1E8067-4721-42B8-B004-882369A92721}"/>
              </a:ext>
            </a:extLst>
          </p:cNvPr>
          <p:cNvSpPr>
            <a:spLocks noChangeArrowheads="1"/>
          </p:cNvSpPr>
          <p:nvPr/>
        </p:nvSpPr>
        <p:spPr bwMode="auto">
          <a:xfrm>
            <a:off x="755650" y="3860800"/>
            <a:ext cx="7543800" cy="768350"/>
          </a:xfrm>
          <a:prstGeom prst="rect">
            <a:avLst/>
          </a:prstGeom>
          <a:solidFill>
            <a:schemeClr val="accent1"/>
          </a:solidFill>
          <a:ln w="38100">
            <a:solidFill>
              <a:schemeClr val="tx1"/>
            </a:solidFill>
            <a:miter lim="800000"/>
            <a:headEnd/>
            <a:tailEnd/>
          </a:ln>
        </p:spPr>
        <p:txBody>
          <a:bodyPr tIns="0" bIns="0">
            <a:spAutoFit/>
          </a:bodyPr>
          <a:lstStyle/>
          <a:p>
            <a:pPr>
              <a:spcBef>
                <a:spcPct val="50000"/>
              </a:spcBef>
            </a:pPr>
            <a:r>
              <a:rPr lang="zh-CN" altLang="en-US" sz="2400">
                <a:solidFill>
                  <a:srgbClr val="FF0000"/>
                </a:solidFill>
                <a:latin typeface="宋体" panose="02010600030101010101" pitchFamily="2" charset="-122"/>
              </a:rPr>
              <a:t>若要读取屏蔽寄存器</a:t>
            </a:r>
            <a:r>
              <a:rPr lang="en-US" altLang="zh-CN" sz="2400">
                <a:solidFill>
                  <a:srgbClr val="FF0000"/>
                </a:solidFill>
                <a:latin typeface="Times New Roman" panose="02020603050405020304" pitchFamily="18" charset="0"/>
              </a:rPr>
              <a:t>IMR</a:t>
            </a:r>
            <a:r>
              <a:rPr lang="zh-CN" altLang="en-US" sz="2400">
                <a:solidFill>
                  <a:srgbClr val="FF0000"/>
                </a:solidFill>
                <a:latin typeface="宋体" panose="02010600030101010101" pitchFamily="2" charset="-122"/>
              </a:rPr>
              <a:t>的内容，则应用输入指令从奇地址端口（</a:t>
            </a:r>
            <a:r>
              <a:rPr lang="en-US" altLang="zh-CN" sz="2400">
                <a:solidFill>
                  <a:srgbClr val="FF0000"/>
                </a:solidFill>
                <a:latin typeface="Times New Roman" panose="02020603050405020304" pitchFamily="18" charset="0"/>
              </a:rPr>
              <a:t>A0=1</a:t>
            </a:r>
            <a:r>
              <a:rPr lang="zh-CN" altLang="en-US" sz="2400">
                <a:solidFill>
                  <a:srgbClr val="FF0000"/>
                </a:solidFill>
                <a:latin typeface="宋体" panose="02010600030101010101" pitchFamily="2" charset="-122"/>
              </a:rPr>
              <a:t>）读取。</a:t>
            </a:r>
            <a:r>
              <a:rPr lang="zh-CN" altLang="en-US" sz="2400">
                <a:solidFill>
                  <a:srgbClr val="FFFF00"/>
                </a:solidFill>
                <a:latin typeface="Times New Roman" panose="02020603050405020304" pitchFamily="18" charset="0"/>
              </a:rPr>
              <a:t> </a:t>
            </a:r>
          </a:p>
        </p:txBody>
      </p:sp>
      <p:sp>
        <p:nvSpPr>
          <p:cNvPr id="2" name="灯片编号占位符 1">
            <a:extLst>
              <a:ext uri="{FF2B5EF4-FFF2-40B4-BE49-F238E27FC236}">
                <a16:creationId xmlns:a16="http://schemas.microsoft.com/office/drawing/2014/main" id="{A2BA2AB8-18DB-49F3-BB3D-D5C067E0B0C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F9DC1D36-654A-4506-B90E-82281F63C534}" type="slidenum">
              <a:rPr lang="zh-CN" altLang="en-US" smtClean="0"/>
              <a:pPr eaLnBrk="0" hangingPunct="0"/>
              <a:t>44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80"/>
                                        </p:tgtEl>
                                        <p:attrNameLst>
                                          <p:attrName>style.visibility</p:attrName>
                                        </p:attrNameLst>
                                      </p:cBhvr>
                                      <p:to>
                                        <p:strVal val="visible"/>
                                      </p:to>
                                    </p:set>
                                    <p:anim calcmode="lin" valueType="num">
                                      <p:cBhvr additive="base">
                                        <p:cTn id="7" dur="500" fill="hold"/>
                                        <p:tgtEl>
                                          <p:spTgt spid="48180"/>
                                        </p:tgtEl>
                                        <p:attrNameLst>
                                          <p:attrName>ppt_x</p:attrName>
                                        </p:attrNameLst>
                                      </p:cBhvr>
                                      <p:tavLst>
                                        <p:tav tm="0">
                                          <p:val>
                                            <p:strVal val="#ppt_x"/>
                                          </p:val>
                                        </p:tav>
                                        <p:tav tm="100000">
                                          <p:val>
                                            <p:strVal val="#ppt_x"/>
                                          </p:val>
                                        </p:tav>
                                      </p:tavLst>
                                    </p:anim>
                                    <p:anim calcmode="lin" valueType="num">
                                      <p:cBhvr additive="base">
                                        <p:cTn id="8" dur="500" fill="hold"/>
                                        <p:tgtEl>
                                          <p:spTgt spid="481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8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49153">
            <a:extLst>
              <a:ext uri="{FF2B5EF4-FFF2-40B4-BE49-F238E27FC236}">
                <a16:creationId xmlns:a16="http://schemas.microsoft.com/office/drawing/2014/main" id="{12306BBE-39E0-4646-84A3-37F69140D994}"/>
              </a:ext>
            </a:extLst>
          </p:cNvPr>
          <p:cNvSpPr>
            <a:spLocks noChangeArrowheads="1"/>
          </p:cNvSpPr>
          <p:nvPr/>
        </p:nvSpPr>
        <p:spPr bwMode="auto">
          <a:xfrm>
            <a:off x="700088" y="1371600"/>
            <a:ext cx="8402637"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just"/>
            <a:endParaRPr lang="zh-CN" altLang="en-US" sz="3200" b="1">
              <a:solidFill>
                <a:srgbClr val="FFFF00"/>
              </a:solidFill>
              <a:latin typeface="黑体" panose="02010609060101010101" pitchFamily="49" charset="-122"/>
              <a:ea typeface="黑体" panose="02010609060101010101" pitchFamily="49" charset="-122"/>
            </a:endParaRPr>
          </a:p>
          <a:p>
            <a:pPr algn="just"/>
            <a:r>
              <a:rPr lang="zh-CN" altLang="en-US" sz="2400" b="1">
                <a:solidFill>
                  <a:srgbClr val="FF0000"/>
                </a:solidFill>
                <a:latin typeface="黑体" panose="02010609060101010101" pitchFamily="49" charset="-122"/>
                <a:ea typeface="黑体" panose="02010609060101010101" pitchFamily="49" charset="-122"/>
              </a:rPr>
              <a:t>例</a:t>
            </a:r>
            <a:r>
              <a:rPr lang="zh-CN" altLang="en-US" sz="3200" b="1">
                <a:solidFill>
                  <a:srgbClr val="FF0000"/>
                </a:solidFill>
                <a:latin typeface="黑体" panose="02010609060101010101" pitchFamily="49" charset="-122"/>
                <a:ea typeface="黑体" panose="02010609060101010101" pitchFamily="49" charset="-122"/>
              </a:rPr>
              <a:t> </a:t>
            </a:r>
            <a:r>
              <a:rPr lang="zh-CN" altLang="en-US" sz="2400" b="1">
                <a:solidFill>
                  <a:srgbClr val="FF0000"/>
                </a:solidFill>
                <a:latin typeface="Times New Roman" panose="02020603050405020304" pitchFamily="18" charset="0"/>
              </a:rPr>
              <a:t>用</a:t>
            </a:r>
            <a:r>
              <a:rPr lang="en-US" altLang="zh-CN" sz="2400" b="1">
                <a:solidFill>
                  <a:srgbClr val="FF0000"/>
                </a:solidFill>
                <a:latin typeface="黑体" panose="02010609060101010101" pitchFamily="49" charset="-122"/>
              </a:rPr>
              <a:t>OCW3</a:t>
            </a:r>
            <a:r>
              <a:rPr lang="zh-CN" altLang="en-US" sz="2400" b="1">
                <a:solidFill>
                  <a:srgbClr val="FF0000"/>
                </a:solidFill>
                <a:latin typeface="Times New Roman" panose="02020603050405020304" pitchFamily="18" charset="0"/>
              </a:rPr>
              <a:t>读出</a:t>
            </a:r>
            <a:r>
              <a:rPr lang="en-US" altLang="zh-CN" sz="2400" b="1">
                <a:solidFill>
                  <a:srgbClr val="FF0000"/>
                </a:solidFill>
                <a:latin typeface="黑体" panose="02010609060101010101" pitchFamily="49" charset="-122"/>
              </a:rPr>
              <a:t>8259A</a:t>
            </a:r>
            <a:r>
              <a:rPr lang="zh-CN" altLang="en-US" sz="2400" b="1">
                <a:solidFill>
                  <a:srgbClr val="FF0000"/>
                </a:solidFill>
                <a:latin typeface="Times New Roman" panose="02020603050405020304" pitchFamily="18" charset="0"/>
              </a:rPr>
              <a:t>中断服务寄存器</a:t>
            </a:r>
            <a:r>
              <a:rPr lang="en-US" altLang="zh-CN" sz="2400" b="1">
                <a:solidFill>
                  <a:srgbClr val="FF0000"/>
                </a:solidFill>
                <a:latin typeface="黑体" panose="02010609060101010101" pitchFamily="49" charset="-122"/>
              </a:rPr>
              <a:t>ISR</a:t>
            </a:r>
            <a:r>
              <a:rPr lang="zh-CN" altLang="en-US" sz="2400" b="1">
                <a:solidFill>
                  <a:srgbClr val="FF0000"/>
                </a:solidFill>
                <a:latin typeface="Times New Roman" panose="02020603050405020304" pitchFamily="18" charset="0"/>
              </a:rPr>
              <a:t>的内容。</a:t>
            </a:r>
            <a:endParaRPr lang="zh-CN" altLang="en-US" sz="2400" b="1">
              <a:solidFill>
                <a:srgbClr val="FF0000"/>
              </a:solidFill>
              <a:latin typeface="黑体" panose="02010609060101010101" pitchFamily="49" charset="-122"/>
            </a:endParaRPr>
          </a:p>
          <a:p>
            <a:pPr algn="just"/>
            <a:r>
              <a:rPr lang="zh-CN" altLang="en-US" sz="3200" b="1">
                <a:solidFill>
                  <a:srgbClr val="FF0000"/>
                </a:solidFill>
                <a:latin typeface="黑体" panose="02010609060101010101" pitchFamily="49" charset="-122"/>
              </a:rPr>
              <a:t>   </a:t>
            </a:r>
            <a:r>
              <a:rPr lang="en-US" altLang="zh-CN" sz="2400" b="1">
                <a:solidFill>
                  <a:schemeClr val="folHlink"/>
                </a:solidFill>
                <a:latin typeface="黑体" panose="02010609060101010101" pitchFamily="49" charset="-122"/>
              </a:rPr>
              <a:t>MOV  AL</a:t>
            </a:r>
            <a:r>
              <a:rPr lang="zh-CN" altLang="en-US" sz="2400" b="1">
                <a:solidFill>
                  <a:schemeClr val="folHlink"/>
                </a:solidFill>
                <a:latin typeface="Times New Roman" panose="02020603050405020304" pitchFamily="18" charset="0"/>
              </a:rPr>
              <a:t>，</a:t>
            </a:r>
            <a:r>
              <a:rPr lang="en-US" altLang="zh-CN" sz="2400" b="1">
                <a:solidFill>
                  <a:schemeClr val="folHlink"/>
                </a:solidFill>
                <a:latin typeface="黑体" panose="02010609060101010101" pitchFamily="49" charset="-122"/>
              </a:rPr>
              <a:t>00001011B     </a:t>
            </a:r>
            <a:r>
              <a:rPr lang="zh-CN" altLang="en-US" sz="2400" b="1">
                <a:solidFill>
                  <a:schemeClr val="folHlink"/>
                </a:solidFill>
                <a:latin typeface="Times New Roman" panose="02020603050405020304" pitchFamily="18" charset="0"/>
              </a:rPr>
              <a:t>；设置</a:t>
            </a:r>
            <a:r>
              <a:rPr lang="en-US" altLang="zh-CN" sz="2400" b="1">
                <a:solidFill>
                  <a:schemeClr val="folHlink"/>
                </a:solidFill>
                <a:latin typeface="黑体" panose="02010609060101010101" pitchFamily="49" charset="-122"/>
              </a:rPr>
              <a:t>OCW3</a:t>
            </a:r>
            <a:r>
              <a:rPr lang="zh-CN" altLang="en-US" sz="2400" b="1">
                <a:solidFill>
                  <a:schemeClr val="folHlink"/>
                </a:solidFill>
                <a:latin typeface="Times New Roman" panose="02020603050405020304" pitchFamily="18" charset="0"/>
              </a:rPr>
              <a:t>，准备读</a:t>
            </a:r>
            <a:r>
              <a:rPr lang="en-US" altLang="zh-CN" sz="2400" b="1">
                <a:solidFill>
                  <a:schemeClr val="folHlink"/>
                </a:solidFill>
                <a:latin typeface="黑体" panose="02010609060101010101" pitchFamily="49" charset="-122"/>
              </a:rPr>
              <a:t>ISR</a:t>
            </a:r>
            <a:r>
              <a:rPr lang="zh-CN" altLang="en-US" sz="2400" b="1">
                <a:solidFill>
                  <a:schemeClr val="folHlink"/>
                </a:solidFill>
                <a:latin typeface="Times New Roman" panose="02020603050405020304" pitchFamily="18" charset="0"/>
              </a:rPr>
              <a:t>的值</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黑体" panose="02010609060101010101" pitchFamily="49" charset="-122"/>
              </a:rPr>
              <a:t>    </a:t>
            </a:r>
            <a:r>
              <a:rPr lang="en-US" altLang="zh-CN" sz="2400" b="1">
                <a:solidFill>
                  <a:schemeClr val="folHlink"/>
                </a:solidFill>
                <a:latin typeface="黑体" panose="02010609060101010101" pitchFamily="49" charset="-122"/>
              </a:rPr>
              <a:t>OUT  20H</a:t>
            </a:r>
            <a:r>
              <a:rPr lang="zh-CN" altLang="en-US" sz="2400" b="1">
                <a:solidFill>
                  <a:schemeClr val="folHlink"/>
                </a:solidFill>
                <a:latin typeface="Times New Roman" panose="02020603050405020304" pitchFamily="18" charset="0"/>
              </a:rPr>
              <a:t>，</a:t>
            </a:r>
            <a:r>
              <a:rPr lang="en-US" altLang="zh-CN" sz="2400" b="1">
                <a:solidFill>
                  <a:schemeClr val="folHlink"/>
                </a:solidFill>
                <a:latin typeface="黑体" panose="02010609060101010101" pitchFamily="49" charset="-122"/>
              </a:rPr>
              <a:t>AL       </a:t>
            </a:r>
          </a:p>
          <a:p>
            <a:pPr algn="just"/>
            <a:r>
              <a:rPr lang="en-US" altLang="zh-CN" sz="2400" b="1">
                <a:solidFill>
                  <a:schemeClr val="folHlink"/>
                </a:solidFill>
                <a:latin typeface="黑体" panose="02010609060101010101" pitchFamily="49" charset="-122"/>
              </a:rPr>
              <a:t>    NOP</a:t>
            </a:r>
          </a:p>
          <a:p>
            <a:pPr algn="just"/>
            <a:r>
              <a:rPr lang="en-US" altLang="zh-CN" sz="2400" b="1">
                <a:solidFill>
                  <a:schemeClr val="folHlink"/>
                </a:solidFill>
                <a:latin typeface="黑体" panose="02010609060101010101" pitchFamily="49" charset="-122"/>
              </a:rPr>
              <a:t>    IN  AL</a:t>
            </a:r>
            <a:r>
              <a:rPr lang="zh-CN" altLang="en-US" sz="2400" b="1">
                <a:solidFill>
                  <a:schemeClr val="folHlink"/>
                </a:solidFill>
                <a:latin typeface="Times New Roman" panose="02020603050405020304" pitchFamily="18" charset="0"/>
              </a:rPr>
              <a:t>，</a:t>
            </a:r>
            <a:r>
              <a:rPr lang="en-US" altLang="zh-CN" sz="2400" b="1">
                <a:solidFill>
                  <a:schemeClr val="folHlink"/>
                </a:solidFill>
                <a:latin typeface="黑体" panose="02010609060101010101" pitchFamily="49" charset="-122"/>
              </a:rPr>
              <a:t>20H            </a:t>
            </a:r>
            <a:r>
              <a:rPr lang="zh-CN" altLang="en-US" sz="2400" b="1">
                <a:solidFill>
                  <a:schemeClr val="folHlink"/>
                </a:solidFill>
                <a:latin typeface="Times New Roman" panose="02020603050405020304" pitchFamily="18" charset="0"/>
              </a:rPr>
              <a:t>；读出</a:t>
            </a:r>
            <a:r>
              <a:rPr lang="en-US" altLang="zh-CN" sz="2400" b="1">
                <a:solidFill>
                  <a:schemeClr val="folHlink"/>
                </a:solidFill>
                <a:latin typeface="黑体" panose="02010609060101010101" pitchFamily="49" charset="-122"/>
              </a:rPr>
              <a:t>ISR</a:t>
            </a:r>
            <a:r>
              <a:rPr lang="zh-CN" altLang="en-US" sz="2400" b="1">
                <a:solidFill>
                  <a:schemeClr val="folHlink"/>
                </a:solidFill>
                <a:latin typeface="Times New Roman" panose="02020603050405020304" pitchFamily="18" charset="0"/>
              </a:rPr>
              <a:t>的内容</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黑体" panose="02010609060101010101" pitchFamily="49" charset="-122"/>
              </a:rPr>
              <a:t>    </a:t>
            </a:r>
            <a:r>
              <a:rPr lang="en-US" altLang="zh-CN" sz="2400" b="1">
                <a:solidFill>
                  <a:schemeClr val="folHlink"/>
                </a:solidFill>
                <a:latin typeface="黑体" panose="02010609060101010101" pitchFamily="49" charset="-122"/>
              </a:rPr>
              <a:t>MOV  AH</a:t>
            </a:r>
            <a:r>
              <a:rPr lang="zh-CN" altLang="en-US" sz="2400" b="1">
                <a:solidFill>
                  <a:schemeClr val="folHlink"/>
                </a:solidFill>
                <a:latin typeface="Times New Roman" panose="02020603050405020304" pitchFamily="18" charset="0"/>
              </a:rPr>
              <a:t>，</a:t>
            </a:r>
            <a:r>
              <a:rPr lang="en-US" altLang="zh-CN" sz="2400" b="1">
                <a:solidFill>
                  <a:schemeClr val="folHlink"/>
                </a:solidFill>
                <a:latin typeface="黑体" panose="02010609060101010101" pitchFamily="49" charset="-122"/>
              </a:rPr>
              <a:t>AL            </a:t>
            </a:r>
            <a:r>
              <a:rPr lang="zh-CN" altLang="en-US" sz="2400" b="1">
                <a:solidFill>
                  <a:schemeClr val="folHlink"/>
                </a:solidFill>
                <a:latin typeface="Times New Roman" panose="02020603050405020304" pitchFamily="18" charset="0"/>
              </a:rPr>
              <a:t>；保存正在服务的中断源</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黑体" panose="02010609060101010101" pitchFamily="49" charset="-122"/>
              </a:rPr>
              <a:t>    </a:t>
            </a:r>
            <a:r>
              <a:rPr lang="en-US" altLang="zh-CN" sz="2400" b="1">
                <a:solidFill>
                  <a:schemeClr val="folHlink"/>
                </a:solidFill>
                <a:latin typeface="黑体" panose="02010609060101010101" pitchFamily="49" charset="-122"/>
              </a:rPr>
              <a:t>OR  AL</a:t>
            </a:r>
            <a:r>
              <a:rPr lang="zh-CN" altLang="en-US" sz="2400" b="1">
                <a:solidFill>
                  <a:schemeClr val="folHlink"/>
                </a:solidFill>
                <a:latin typeface="Times New Roman" panose="02020603050405020304" pitchFamily="18" charset="0"/>
              </a:rPr>
              <a:t>，</a:t>
            </a:r>
            <a:r>
              <a:rPr lang="en-US" altLang="zh-CN" sz="2400" b="1">
                <a:solidFill>
                  <a:schemeClr val="folHlink"/>
                </a:solidFill>
                <a:latin typeface="黑体" panose="02010609060101010101" pitchFamily="49" charset="-122"/>
              </a:rPr>
              <a:t>AH             </a:t>
            </a:r>
            <a:r>
              <a:rPr lang="zh-CN" altLang="en-US" sz="2400" b="1">
                <a:solidFill>
                  <a:schemeClr val="folHlink"/>
                </a:solidFill>
                <a:latin typeface="Times New Roman" panose="02020603050405020304" pitchFamily="18" charset="0"/>
              </a:rPr>
              <a:t>；是否为</a:t>
            </a:r>
            <a:r>
              <a:rPr lang="en-US" altLang="zh-CN" sz="2400" b="1">
                <a:solidFill>
                  <a:schemeClr val="folHlink"/>
                </a:solidFill>
                <a:latin typeface="黑体" panose="02010609060101010101" pitchFamily="49" charset="-122"/>
              </a:rPr>
              <a:t>0</a:t>
            </a:r>
            <a:r>
              <a:rPr lang="zh-CN" altLang="en-US" sz="2400" b="1">
                <a:solidFill>
                  <a:schemeClr val="folHlink"/>
                </a:solidFill>
                <a:latin typeface="Times New Roman" panose="02020603050405020304" pitchFamily="18" charset="0"/>
              </a:rPr>
              <a:t>？</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黑体" panose="02010609060101010101" pitchFamily="49" charset="-122"/>
              </a:rPr>
              <a:t>    </a:t>
            </a:r>
            <a:r>
              <a:rPr lang="en-US" altLang="zh-CN" sz="2400" b="1">
                <a:solidFill>
                  <a:schemeClr val="folHlink"/>
                </a:solidFill>
                <a:latin typeface="黑体" panose="02010609060101010101" pitchFamily="49" charset="-122"/>
              </a:rPr>
              <a:t>JNZ  HW_INT            </a:t>
            </a:r>
            <a:r>
              <a:rPr lang="zh-CN" altLang="en-US" sz="2400" b="1">
                <a:solidFill>
                  <a:schemeClr val="folHlink"/>
                </a:solidFill>
                <a:latin typeface="Times New Roman" panose="02020603050405020304" pitchFamily="18" charset="0"/>
              </a:rPr>
              <a:t>；否，转硬件中断处理程序</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黑体" panose="02010609060101010101" pitchFamily="49" charset="-122"/>
              </a:rPr>
              <a:t>    </a:t>
            </a:r>
            <a:r>
              <a:rPr lang="en-US" altLang="zh-CN" sz="2400" b="1">
                <a:solidFill>
                  <a:schemeClr val="folHlink"/>
                </a:solidFill>
                <a:latin typeface="黑体" panose="02010609060101010101" pitchFamily="49" charset="-122"/>
              </a:rPr>
              <a:t>MOV  AH</a:t>
            </a:r>
            <a:r>
              <a:rPr lang="zh-CN" altLang="en-US" sz="2400" b="1">
                <a:solidFill>
                  <a:schemeClr val="folHlink"/>
                </a:solidFill>
                <a:latin typeface="Times New Roman" panose="02020603050405020304" pitchFamily="18" charset="0"/>
              </a:rPr>
              <a:t>，</a:t>
            </a:r>
            <a:r>
              <a:rPr lang="en-US" altLang="zh-CN" sz="2400" b="1">
                <a:solidFill>
                  <a:schemeClr val="folHlink"/>
                </a:solidFill>
                <a:latin typeface="黑体" panose="02010609060101010101" pitchFamily="49" charset="-122"/>
              </a:rPr>
              <a:t>0FFH          </a:t>
            </a:r>
            <a:r>
              <a:rPr lang="zh-CN" altLang="en-US" sz="2400" b="1">
                <a:solidFill>
                  <a:schemeClr val="folHlink"/>
                </a:solidFill>
                <a:latin typeface="Times New Roman" panose="02020603050405020304" pitchFamily="18" charset="0"/>
              </a:rPr>
              <a:t>；是，非硬件中断，设</a:t>
            </a:r>
            <a:r>
              <a:rPr lang="en-US" altLang="zh-CN" sz="2400" b="1">
                <a:solidFill>
                  <a:schemeClr val="folHlink"/>
                </a:solidFill>
                <a:latin typeface="黑体" panose="02010609060101010101" pitchFamily="49" charset="-122"/>
              </a:rPr>
              <a:t>FFH</a:t>
            </a:r>
            <a:r>
              <a:rPr lang="zh-CN" altLang="en-US" sz="2400" b="1">
                <a:solidFill>
                  <a:schemeClr val="folHlink"/>
                </a:solidFill>
                <a:latin typeface="Times New Roman" panose="02020603050405020304" pitchFamily="18" charset="0"/>
              </a:rPr>
              <a:t>标志</a:t>
            </a:r>
            <a:endParaRPr lang="zh-CN" altLang="en-US" sz="2400" b="1">
              <a:solidFill>
                <a:schemeClr val="folHlink"/>
              </a:solidFill>
              <a:latin typeface="黑体" panose="02010609060101010101" pitchFamily="49" charset="-122"/>
            </a:endParaRPr>
          </a:p>
          <a:p>
            <a:pPr algn="just"/>
            <a:r>
              <a:rPr lang="zh-CN" altLang="en-US" sz="2400" b="1">
                <a:solidFill>
                  <a:schemeClr val="folHlink"/>
                </a:solidFill>
                <a:latin typeface="黑体" panose="02010609060101010101" pitchFamily="49" charset="-122"/>
              </a:rPr>
              <a:t>    </a:t>
            </a:r>
            <a:r>
              <a:rPr lang="en-US" altLang="zh-CN" sz="2400" b="1">
                <a:solidFill>
                  <a:schemeClr val="folHlink"/>
                </a:solidFill>
                <a:latin typeface="黑体" panose="02010609060101010101" pitchFamily="49" charset="-122"/>
              </a:rPr>
              <a:t>JMP  RW_INT            </a:t>
            </a:r>
            <a:r>
              <a:rPr lang="zh-CN" altLang="en-US" sz="2400" b="1">
                <a:solidFill>
                  <a:schemeClr val="folHlink"/>
                </a:solidFill>
                <a:latin typeface="Times New Roman" panose="02020603050405020304" pitchFamily="18" charset="0"/>
              </a:rPr>
              <a:t>；转非硬件中断处理程序</a:t>
            </a:r>
            <a:endParaRPr lang="zh-CN" altLang="en-US" sz="2400" b="1">
              <a:solidFill>
                <a:schemeClr val="folHlink"/>
              </a:solidFill>
              <a:latin typeface="黑体" panose="02010609060101010101" pitchFamily="49" charset="-122"/>
            </a:endParaRPr>
          </a:p>
          <a:p>
            <a:pPr algn="just"/>
            <a:endParaRPr lang="zh-CN" altLang="en-US" sz="2400" b="1">
              <a:solidFill>
                <a:schemeClr val="folHlink"/>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BA9A3901-2F0E-441C-AA3B-5E6D30A90B8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D72E2BEB-29C7-40B1-A582-C7A06E235B4E}" type="slidenum">
              <a:rPr lang="zh-CN" altLang="en-US" smtClean="0"/>
              <a:pPr eaLnBrk="0" hangingPunct="0"/>
              <a:t>45</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slide(fromLeft)">
                                      <p:cBhvr>
                                        <p:cTn id="7"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框 50177">
            <a:extLst>
              <a:ext uri="{FF2B5EF4-FFF2-40B4-BE49-F238E27FC236}">
                <a16:creationId xmlns:a16="http://schemas.microsoft.com/office/drawing/2014/main" id="{926491FB-3529-4C48-A559-50E6EC547EA6}"/>
              </a:ext>
            </a:extLst>
          </p:cNvPr>
          <p:cNvSpPr txBox="1">
            <a:spLocks noChangeArrowheads="1"/>
          </p:cNvSpPr>
          <p:nvPr/>
        </p:nvSpPr>
        <p:spPr bwMode="auto">
          <a:xfrm>
            <a:off x="304800" y="76200"/>
            <a:ext cx="8534400" cy="1370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b="1">
                <a:latin typeface="Times New Roman" panose="02020603050405020304" pitchFamily="18" charset="0"/>
              </a:rPr>
              <a:t>(3)OCW3 </a:t>
            </a:r>
          </a:p>
          <a:p>
            <a:pPr>
              <a:spcBef>
                <a:spcPct val="50000"/>
              </a:spcBef>
            </a:pPr>
            <a:r>
              <a:rPr lang="zh-CN" altLang="en-US" sz="2400">
                <a:latin typeface="宋体" panose="02010600030101010101" pitchFamily="2" charset="-122"/>
              </a:rPr>
              <a:t>用于设置</a:t>
            </a:r>
            <a:r>
              <a:rPr lang="zh-CN" altLang="en-US" sz="2400">
                <a:solidFill>
                  <a:srgbClr val="FF0000"/>
                </a:solidFill>
                <a:latin typeface="宋体" panose="02010600030101010101" pitchFamily="2" charset="-122"/>
              </a:rPr>
              <a:t>特殊屏蔽方式、中断查询方式、读出</a:t>
            </a:r>
            <a:r>
              <a:rPr lang="en-US" altLang="zh-CN" sz="2400">
                <a:solidFill>
                  <a:srgbClr val="FF0000"/>
                </a:solidFill>
                <a:latin typeface="Times New Roman" panose="02020603050405020304" pitchFamily="18" charset="0"/>
              </a:rPr>
              <a:t>8259A</a:t>
            </a:r>
            <a:r>
              <a:rPr lang="zh-CN" altLang="en-US" sz="2400">
                <a:solidFill>
                  <a:srgbClr val="FF0000"/>
                </a:solidFill>
                <a:latin typeface="宋体" panose="02010600030101010101" pitchFamily="2" charset="-122"/>
              </a:rPr>
              <a:t>内部寄存器</a:t>
            </a:r>
            <a:r>
              <a:rPr lang="zh-CN" altLang="en-US" sz="2400">
                <a:latin typeface="宋体" panose="02010600030101010101" pitchFamily="2" charset="-122"/>
              </a:rPr>
              <a:t>的状态。格式及各位组合功能如下：</a:t>
            </a:r>
            <a:r>
              <a:rPr lang="zh-CN" altLang="en-US" sz="2400" b="1">
                <a:latin typeface="Times New Roman" panose="02020603050405020304" pitchFamily="18" charset="0"/>
              </a:rPr>
              <a:t> </a:t>
            </a:r>
          </a:p>
        </p:txBody>
      </p:sp>
      <p:sp>
        <p:nvSpPr>
          <p:cNvPr id="50178" name="文本框 50178">
            <a:extLst>
              <a:ext uri="{FF2B5EF4-FFF2-40B4-BE49-F238E27FC236}">
                <a16:creationId xmlns:a16="http://schemas.microsoft.com/office/drawing/2014/main" id="{49AB2AEC-DDBB-48A6-AF6B-2E6762F10AFF}"/>
              </a:ext>
            </a:extLst>
          </p:cNvPr>
          <p:cNvSpPr txBox="1">
            <a:spLocks noChangeAspect="1" noChangeArrowheads="1"/>
          </p:cNvSpPr>
          <p:nvPr/>
        </p:nvSpPr>
        <p:spPr bwMode="auto">
          <a:xfrm>
            <a:off x="1014413" y="1978025"/>
            <a:ext cx="412750"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50179" name="文本框 50179">
            <a:extLst>
              <a:ext uri="{FF2B5EF4-FFF2-40B4-BE49-F238E27FC236}">
                <a16:creationId xmlns:a16="http://schemas.microsoft.com/office/drawing/2014/main" id="{A9125749-21BB-4036-A2EE-B2A9EC263799}"/>
              </a:ext>
            </a:extLst>
          </p:cNvPr>
          <p:cNvSpPr txBox="1">
            <a:spLocks noChangeAspect="1" noChangeArrowheads="1"/>
          </p:cNvSpPr>
          <p:nvPr/>
        </p:nvSpPr>
        <p:spPr bwMode="auto">
          <a:xfrm>
            <a:off x="1030288"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A0</a:t>
            </a:r>
          </a:p>
          <a:p>
            <a:pPr algn="just" eaLnBrk="0" hangingPunct="0"/>
            <a:endParaRPr lang="en-US" altLang="zh-CN" sz="1400">
              <a:latin typeface="Times New Roman" panose="02020603050405020304" pitchFamily="18" charset="0"/>
            </a:endParaRPr>
          </a:p>
          <a:p>
            <a:pPr algn="just" eaLnBrk="0" hangingPunct="0"/>
            <a:endParaRPr lang="en-US" altLang="zh-CN" sz="1400">
              <a:latin typeface="Times New Roman" panose="02020603050405020304" pitchFamily="18" charset="0"/>
            </a:endParaRPr>
          </a:p>
          <a:p>
            <a:pPr algn="just" eaLnBrk="0" hangingPunct="0"/>
            <a:endParaRPr lang="en-US" altLang="zh-CN" sz="1400">
              <a:latin typeface="Times New Roman" panose="02020603050405020304" pitchFamily="18" charset="0"/>
            </a:endParaRPr>
          </a:p>
          <a:p>
            <a:pPr algn="just" eaLnBrk="0" hangingPunct="0"/>
            <a:r>
              <a:rPr lang="en-US" altLang="zh-CN" sz="1400">
                <a:latin typeface="Times New Roman" panose="02020603050405020304" pitchFamily="18" charset="0"/>
              </a:rPr>
              <a:t>0</a:t>
            </a:r>
          </a:p>
        </p:txBody>
      </p:sp>
      <p:sp>
        <p:nvSpPr>
          <p:cNvPr id="50180" name="文本框 50180">
            <a:extLst>
              <a:ext uri="{FF2B5EF4-FFF2-40B4-BE49-F238E27FC236}">
                <a16:creationId xmlns:a16="http://schemas.microsoft.com/office/drawing/2014/main" id="{782567E7-BD17-4D87-A54A-2E47F97829F6}"/>
              </a:ext>
            </a:extLst>
          </p:cNvPr>
          <p:cNvSpPr txBox="1">
            <a:spLocks noChangeAspect="1" noChangeArrowheads="1"/>
          </p:cNvSpPr>
          <p:nvPr/>
        </p:nvSpPr>
        <p:spPr bwMode="auto">
          <a:xfrm>
            <a:off x="1562100" y="1978025"/>
            <a:ext cx="414338"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50181" name="文本框 50181">
            <a:extLst>
              <a:ext uri="{FF2B5EF4-FFF2-40B4-BE49-F238E27FC236}">
                <a16:creationId xmlns:a16="http://schemas.microsoft.com/office/drawing/2014/main" id="{2638B599-9E51-4482-8A7A-4E1EA0C74538}"/>
              </a:ext>
            </a:extLst>
          </p:cNvPr>
          <p:cNvSpPr txBox="1">
            <a:spLocks noChangeAspect="1" noChangeArrowheads="1"/>
          </p:cNvSpPr>
          <p:nvPr/>
        </p:nvSpPr>
        <p:spPr bwMode="auto">
          <a:xfrm>
            <a:off x="1579563"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D7</a:t>
            </a:r>
          </a:p>
        </p:txBody>
      </p:sp>
      <p:sp>
        <p:nvSpPr>
          <p:cNvPr id="50182" name="文本框 50182">
            <a:extLst>
              <a:ext uri="{FF2B5EF4-FFF2-40B4-BE49-F238E27FC236}">
                <a16:creationId xmlns:a16="http://schemas.microsoft.com/office/drawing/2014/main" id="{C3C936E5-D5C7-479F-B835-09682B74B435}"/>
              </a:ext>
            </a:extLst>
          </p:cNvPr>
          <p:cNvSpPr txBox="1">
            <a:spLocks noChangeAspect="1" noChangeArrowheads="1"/>
          </p:cNvSpPr>
          <p:nvPr/>
        </p:nvSpPr>
        <p:spPr bwMode="auto">
          <a:xfrm>
            <a:off x="1973263" y="1978025"/>
            <a:ext cx="769937"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ESMM</a:t>
            </a:r>
          </a:p>
        </p:txBody>
      </p:sp>
      <p:sp>
        <p:nvSpPr>
          <p:cNvPr id="50183" name="文本框 50183">
            <a:extLst>
              <a:ext uri="{FF2B5EF4-FFF2-40B4-BE49-F238E27FC236}">
                <a16:creationId xmlns:a16="http://schemas.microsoft.com/office/drawing/2014/main" id="{95E5B407-BA21-4C17-95E7-4B03FC6EB8AD}"/>
              </a:ext>
            </a:extLst>
          </p:cNvPr>
          <p:cNvSpPr txBox="1">
            <a:spLocks noChangeAspect="1" noChangeArrowheads="1"/>
          </p:cNvSpPr>
          <p:nvPr/>
        </p:nvSpPr>
        <p:spPr bwMode="auto">
          <a:xfrm>
            <a:off x="2181225"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D6</a:t>
            </a:r>
          </a:p>
        </p:txBody>
      </p:sp>
      <p:sp>
        <p:nvSpPr>
          <p:cNvPr id="50184" name="文本框 50184">
            <a:extLst>
              <a:ext uri="{FF2B5EF4-FFF2-40B4-BE49-F238E27FC236}">
                <a16:creationId xmlns:a16="http://schemas.microsoft.com/office/drawing/2014/main" id="{2F4A21FC-B7F0-4A8A-96D1-A99FF1A2E750}"/>
              </a:ext>
            </a:extLst>
          </p:cNvPr>
          <p:cNvSpPr txBox="1">
            <a:spLocks noChangeAspect="1" noChangeArrowheads="1"/>
          </p:cNvSpPr>
          <p:nvPr/>
        </p:nvSpPr>
        <p:spPr bwMode="auto">
          <a:xfrm>
            <a:off x="3440113" y="1978025"/>
            <a:ext cx="412750"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0</a:t>
            </a:r>
          </a:p>
        </p:txBody>
      </p:sp>
      <p:sp>
        <p:nvSpPr>
          <p:cNvPr id="50185" name="文本框 50185">
            <a:extLst>
              <a:ext uri="{FF2B5EF4-FFF2-40B4-BE49-F238E27FC236}">
                <a16:creationId xmlns:a16="http://schemas.microsoft.com/office/drawing/2014/main" id="{16581972-8A6D-49F0-9685-32CBACCC3BC7}"/>
              </a:ext>
            </a:extLst>
          </p:cNvPr>
          <p:cNvSpPr txBox="1">
            <a:spLocks noChangeAspect="1" noChangeArrowheads="1"/>
          </p:cNvSpPr>
          <p:nvPr/>
        </p:nvSpPr>
        <p:spPr bwMode="auto">
          <a:xfrm>
            <a:off x="3455988"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D4</a:t>
            </a:r>
          </a:p>
        </p:txBody>
      </p:sp>
      <p:sp>
        <p:nvSpPr>
          <p:cNvPr id="50186" name="文本框 50186">
            <a:extLst>
              <a:ext uri="{FF2B5EF4-FFF2-40B4-BE49-F238E27FC236}">
                <a16:creationId xmlns:a16="http://schemas.microsoft.com/office/drawing/2014/main" id="{B4E6A040-5A98-4171-9214-5CA2A4A553F8}"/>
              </a:ext>
            </a:extLst>
          </p:cNvPr>
          <p:cNvSpPr txBox="1">
            <a:spLocks noChangeAspect="1" noChangeArrowheads="1"/>
          </p:cNvSpPr>
          <p:nvPr/>
        </p:nvSpPr>
        <p:spPr bwMode="auto">
          <a:xfrm>
            <a:off x="2744788" y="1978025"/>
            <a:ext cx="700087"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SMM</a:t>
            </a:r>
          </a:p>
        </p:txBody>
      </p:sp>
      <p:sp>
        <p:nvSpPr>
          <p:cNvPr id="50187" name="文本框 50187">
            <a:extLst>
              <a:ext uri="{FF2B5EF4-FFF2-40B4-BE49-F238E27FC236}">
                <a16:creationId xmlns:a16="http://schemas.microsoft.com/office/drawing/2014/main" id="{2FA526C0-ACB2-40BD-87A9-70BD610647C6}"/>
              </a:ext>
            </a:extLst>
          </p:cNvPr>
          <p:cNvSpPr txBox="1">
            <a:spLocks noChangeAspect="1" noChangeArrowheads="1"/>
          </p:cNvSpPr>
          <p:nvPr/>
        </p:nvSpPr>
        <p:spPr bwMode="auto">
          <a:xfrm>
            <a:off x="2925763"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D5</a:t>
            </a:r>
          </a:p>
        </p:txBody>
      </p:sp>
      <p:sp>
        <p:nvSpPr>
          <p:cNvPr id="50188" name="文本框 50188">
            <a:extLst>
              <a:ext uri="{FF2B5EF4-FFF2-40B4-BE49-F238E27FC236}">
                <a16:creationId xmlns:a16="http://schemas.microsoft.com/office/drawing/2014/main" id="{231F83CF-6564-44E5-9259-B03D692B466B}"/>
              </a:ext>
            </a:extLst>
          </p:cNvPr>
          <p:cNvSpPr txBox="1">
            <a:spLocks noChangeAspect="1" noChangeArrowheads="1"/>
          </p:cNvSpPr>
          <p:nvPr/>
        </p:nvSpPr>
        <p:spPr bwMode="auto">
          <a:xfrm>
            <a:off x="3851275" y="1978025"/>
            <a:ext cx="412750"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1</a:t>
            </a:r>
          </a:p>
        </p:txBody>
      </p:sp>
      <p:sp>
        <p:nvSpPr>
          <p:cNvPr id="50189" name="文本框 50189">
            <a:extLst>
              <a:ext uri="{FF2B5EF4-FFF2-40B4-BE49-F238E27FC236}">
                <a16:creationId xmlns:a16="http://schemas.microsoft.com/office/drawing/2014/main" id="{CFC6EE04-2352-4CB8-8906-A1949AAF64A1}"/>
              </a:ext>
            </a:extLst>
          </p:cNvPr>
          <p:cNvSpPr txBox="1">
            <a:spLocks noChangeAspect="1" noChangeArrowheads="1"/>
          </p:cNvSpPr>
          <p:nvPr/>
        </p:nvSpPr>
        <p:spPr bwMode="auto">
          <a:xfrm>
            <a:off x="3867150"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D3</a:t>
            </a:r>
          </a:p>
        </p:txBody>
      </p:sp>
      <p:sp>
        <p:nvSpPr>
          <p:cNvPr id="50190" name="文本框 50190">
            <a:extLst>
              <a:ext uri="{FF2B5EF4-FFF2-40B4-BE49-F238E27FC236}">
                <a16:creationId xmlns:a16="http://schemas.microsoft.com/office/drawing/2014/main" id="{FC4D87AE-280A-4E16-807A-E1BEB90AE73A}"/>
              </a:ext>
            </a:extLst>
          </p:cNvPr>
          <p:cNvSpPr txBox="1">
            <a:spLocks noChangeAspect="1" noChangeArrowheads="1"/>
          </p:cNvSpPr>
          <p:nvPr/>
        </p:nvSpPr>
        <p:spPr bwMode="auto">
          <a:xfrm>
            <a:off x="4262438" y="1978025"/>
            <a:ext cx="496887"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P</a:t>
            </a:r>
          </a:p>
        </p:txBody>
      </p:sp>
      <p:sp>
        <p:nvSpPr>
          <p:cNvPr id="50191" name="文本框 50191">
            <a:extLst>
              <a:ext uri="{FF2B5EF4-FFF2-40B4-BE49-F238E27FC236}">
                <a16:creationId xmlns:a16="http://schemas.microsoft.com/office/drawing/2014/main" id="{5F6A1AA9-1568-47E3-80AF-1AFA2668B540}"/>
              </a:ext>
            </a:extLst>
          </p:cNvPr>
          <p:cNvSpPr txBox="1">
            <a:spLocks noChangeAspect="1" noChangeArrowheads="1"/>
          </p:cNvSpPr>
          <p:nvPr/>
        </p:nvSpPr>
        <p:spPr bwMode="auto">
          <a:xfrm>
            <a:off x="4321175"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D2</a:t>
            </a:r>
          </a:p>
        </p:txBody>
      </p:sp>
      <p:sp>
        <p:nvSpPr>
          <p:cNvPr id="50192" name="文本框 50192">
            <a:extLst>
              <a:ext uri="{FF2B5EF4-FFF2-40B4-BE49-F238E27FC236}">
                <a16:creationId xmlns:a16="http://schemas.microsoft.com/office/drawing/2014/main" id="{2A27426F-077D-411A-AE1C-071D80BA8C94}"/>
              </a:ext>
            </a:extLst>
          </p:cNvPr>
          <p:cNvSpPr txBox="1">
            <a:spLocks noChangeAspect="1" noChangeArrowheads="1"/>
          </p:cNvSpPr>
          <p:nvPr/>
        </p:nvSpPr>
        <p:spPr bwMode="auto">
          <a:xfrm>
            <a:off x="4757738" y="1978025"/>
            <a:ext cx="565150"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RR</a:t>
            </a:r>
          </a:p>
        </p:txBody>
      </p:sp>
      <p:sp>
        <p:nvSpPr>
          <p:cNvPr id="50193" name="文本框 50193">
            <a:extLst>
              <a:ext uri="{FF2B5EF4-FFF2-40B4-BE49-F238E27FC236}">
                <a16:creationId xmlns:a16="http://schemas.microsoft.com/office/drawing/2014/main" id="{7341A824-1655-4D43-BB0B-34BA1279E89A}"/>
              </a:ext>
            </a:extLst>
          </p:cNvPr>
          <p:cNvSpPr txBox="1">
            <a:spLocks noChangeAspect="1" noChangeArrowheads="1"/>
          </p:cNvSpPr>
          <p:nvPr/>
        </p:nvSpPr>
        <p:spPr bwMode="auto">
          <a:xfrm>
            <a:off x="4843463"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D1</a:t>
            </a:r>
          </a:p>
        </p:txBody>
      </p:sp>
      <p:sp>
        <p:nvSpPr>
          <p:cNvPr id="50194" name="文本框 50194">
            <a:extLst>
              <a:ext uri="{FF2B5EF4-FFF2-40B4-BE49-F238E27FC236}">
                <a16:creationId xmlns:a16="http://schemas.microsoft.com/office/drawing/2014/main" id="{A0CCBC13-A36C-46EC-97DD-F4CDCF375527}"/>
              </a:ext>
            </a:extLst>
          </p:cNvPr>
          <p:cNvSpPr txBox="1">
            <a:spLocks noChangeAspect="1" noChangeArrowheads="1"/>
          </p:cNvSpPr>
          <p:nvPr/>
        </p:nvSpPr>
        <p:spPr bwMode="auto">
          <a:xfrm>
            <a:off x="5316538" y="1978025"/>
            <a:ext cx="565150" cy="315913"/>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sz="1400">
                <a:latin typeface="Times New Roman" panose="02020603050405020304" pitchFamily="18" charset="0"/>
              </a:rPr>
              <a:t>RIS</a:t>
            </a:r>
          </a:p>
        </p:txBody>
      </p:sp>
      <p:sp>
        <p:nvSpPr>
          <p:cNvPr id="50195" name="文本框 50195">
            <a:extLst>
              <a:ext uri="{FF2B5EF4-FFF2-40B4-BE49-F238E27FC236}">
                <a16:creationId xmlns:a16="http://schemas.microsoft.com/office/drawing/2014/main" id="{D80BAC67-D9E1-4DE9-9E14-02F6D9965A8B}"/>
              </a:ext>
            </a:extLst>
          </p:cNvPr>
          <p:cNvSpPr txBox="1">
            <a:spLocks noChangeAspect="1" noChangeArrowheads="1"/>
          </p:cNvSpPr>
          <p:nvPr/>
        </p:nvSpPr>
        <p:spPr bwMode="auto">
          <a:xfrm>
            <a:off x="5373688" y="1649413"/>
            <a:ext cx="384175" cy="3159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p>
            <a:pPr algn="just" eaLnBrk="0" hangingPunct="0"/>
            <a:r>
              <a:rPr lang="en-US" altLang="zh-CN" sz="1400">
                <a:latin typeface="Times New Roman" panose="02020603050405020304" pitchFamily="18" charset="0"/>
              </a:rPr>
              <a:t>D0</a:t>
            </a:r>
          </a:p>
        </p:txBody>
      </p:sp>
      <p:sp>
        <p:nvSpPr>
          <p:cNvPr id="50196" name="直接连接符 50196">
            <a:extLst>
              <a:ext uri="{FF2B5EF4-FFF2-40B4-BE49-F238E27FC236}">
                <a16:creationId xmlns:a16="http://schemas.microsoft.com/office/drawing/2014/main" id="{61222BCD-DB4C-43C7-956E-DFBD7C0D1668}"/>
              </a:ext>
            </a:extLst>
          </p:cNvPr>
          <p:cNvSpPr>
            <a:spLocks noChangeAspect="1" noChangeShapeType="1"/>
          </p:cNvSpPr>
          <p:nvPr/>
        </p:nvSpPr>
        <p:spPr bwMode="auto">
          <a:xfrm>
            <a:off x="3082925" y="2308225"/>
            <a:ext cx="0" cy="1000125"/>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0197" name="组合 50197">
            <a:extLst>
              <a:ext uri="{FF2B5EF4-FFF2-40B4-BE49-F238E27FC236}">
                <a16:creationId xmlns:a16="http://schemas.microsoft.com/office/drawing/2014/main" id="{46861E0E-B2DA-478B-ADEF-21AB2ED47DB6}"/>
              </a:ext>
            </a:extLst>
          </p:cNvPr>
          <p:cNvGrpSpPr>
            <a:grpSpLocks noChangeAspect="1"/>
          </p:cNvGrpSpPr>
          <p:nvPr/>
        </p:nvGrpSpPr>
        <p:grpSpPr bwMode="auto">
          <a:xfrm>
            <a:off x="5657850" y="2308225"/>
            <a:ext cx="1001713" cy="855663"/>
            <a:chOff x="0" y="0"/>
            <a:chExt cx="555" cy="705"/>
          </a:xfrm>
        </p:grpSpPr>
        <p:sp>
          <p:nvSpPr>
            <p:cNvPr id="50198" name="直接连接符 50198">
              <a:extLst>
                <a:ext uri="{FF2B5EF4-FFF2-40B4-BE49-F238E27FC236}">
                  <a16:creationId xmlns:a16="http://schemas.microsoft.com/office/drawing/2014/main" id="{EEA58C1D-3FA8-4F43-BB42-AE0A3CA3CA70}"/>
                </a:ext>
              </a:extLst>
            </p:cNvPr>
            <p:cNvSpPr>
              <a:spLocks noChangeAspect="1" noChangeShapeType="1"/>
            </p:cNvSpPr>
            <p:nvPr/>
          </p:nvSpPr>
          <p:spPr bwMode="auto">
            <a:xfrm flipH="1">
              <a:off x="15" y="0"/>
              <a:ext cx="0" cy="165"/>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9" name="直接连接符 50199">
              <a:extLst>
                <a:ext uri="{FF2B5EF4-FFF2-40B4-BE49-F238E27FC236}">
                  <a16:creationId xmlns:a16="http://schemas.microsoft.com/office/drawing/2014/main" id="{504F47F3-D422-4A7D-A1CA-6D24E18C218B}"/>
                </a:ext>
              </a:extLst>
            </p:cNvPr>
            <p:cNvSpPr>
              <a:spLocks noChangeAspect="1" noChangeShapeType="1"/>
            </p:cNvSpPr>
            <p:nvPr/>
          </p:nvSpPr>
          <p:spPr bwMode="auto">
            <a:xfrm flipH="1">
              <a:off x="0" y="165"/>
              <a:ext cx="555"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0" name="直接连接符 50200">
              <a:extLst>
                <a:ext uri="{FF2B5EF4-FFF2-40B4-BE49-F238E27FC236}">
                  <a16:creationId xmlns:a16="http://schemas.microsoft.com/office/drawing/2014/main" id="{D449255E-EB20-4A4C-8705-CF7E1F1C3D7B}"/>
                </a:ext>
              </a:extLst>
            </p:cNvPr>
            <p:cNvSpPr>
              <a:spLocks noChangeAspect="1" noChangeShapeType="1"/>
            </p:cNvSpPr>
            <p:nvPr/>
          </p:nvSpPr>
          <p:spPr bwMode="auto">
            <a:xfrm flipH="1">
              <a:off x="555" y="180"/>
              <a:ext cx="0" cy="525"/>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0201" name="组合 50201">
            <a:extLst>
              <a:ext uri="{FF2B5EF4-FFF2-40B4-BE49-F238E27FC236}">
                <a16:creationId xmlns:a16="http://schemas.microsoft.com/office/drawing/2014/main" id="{758E4536-7252-4AA1-9A9C-C1AFE7A7FFFD}"/>
              </a:ext>
            </a:extLst>
          </p:cNvPr>
          <p:cNvGrpSpPr>
            <a:grpSpLocks noChangeAspect="1"/>
          </p:cNvGrpSpPr>
          <p:nvPr/>
        </p:nvGrpSpPr>
        <p:grpSpPr bwMode="auto">
          <a:xfrm>
            <a:off x="5097463" y="2320925"/>
            <a:ext cx="987425" cy="842963"/>
            <a:chOff x="0" y="0"/>
            <a:chExt cx="632" cy="690"/>
          </a:xfrm>
        </p:grpSpPr>
        <p:sp>
          <p:nvSpPr>
            <p:cNvPr id="50202" name="直接连接符 50202">
              <a:extLst>
                <a:ext uri="{FF2B5EF4-FFF2-40B4-BE49-F238E27FC236}">
                  <a16:creationId xmlns:a16="http://schemas.microsoft.com/office/drawing/2014/main" id="{2AE6FDF8-7344-4FAF-9CAF-F8E8C3C398A2}"/>
                </a:ext>
              </a:extLst>
            </p:cNvPr>
            <p:cNvSpPr>
              <a:spLocks noChangeAspect="1" noChangeShapeType="1"/>
            </p:cNvSpPr>
            <p:nvPr/>
          </p:nvSpPr>
          <p:spPr bwMode="auto">
            <a:xfrm flipH="1">
              <a:off x="0" y="0"/>
              <a:ext cx="2" cy="30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3" name="直接连接符 50203">
              <a:extLst>
                <a:ext uri="{FF2B5EF4-FFF2-40B4-BE49-F238E27FC236}">
                  <a16:creationId xmlns:a16="http://schemas.microsoft.com/office/drawing/2014/main" id="{A3D0D4E4-856A-4F2C-B25F-69CC01456BD2}"/>
                </a:ext>
              </a:extLst>
            </p:cNvPr>
            <p:cNvSpPr>
              <a:spLocks noChangeAspect="1" noChangeShapeType="1"/>
            </p:cNvSpPr>
            <p:nvPr/>
          </p:nvSpPr>
          <p:spPr bwMode="auto">
            <a:xfrm flipH="1">
              <a:off x="18" y="285"/>
              <a:ext cx="614"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4" name="直接连接符 50204">
              <a:extLst>
                <a:ext uri="{FF2B5EF4-FFF2-40B4-BE49-F238E27FC236}">
                  <a16:creationId xmlns:a16="http://schemas.microsoft.com/office/drawing/2014/main" id="{01266AEC-008F-4C4E-8464-EE1DF3292F69}"/>
                </a:ext>
              </a:extLst>
            </p:cNvPr>
            <p:cNvSpPr>
              <a:spLocks noChangeAspect="1" noChangeShapeType="1"/>
            </p:cNvSpPr>
            <p:nvPr/>
          </p:nvSpPr>
          <p:spPr bwMode="auto">
            <a:xfrm flipH="1">
              <a:off x="632" y="300"/>
              <a:ext cx="0" cy="39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205" name="直接连接符 50205">
            <a:extLst>
              <a:ext uri="{FF2B5EF4-FFF2-40B4-BE49-F238E27FC236}">
                <a16:creationId xmlns:a16="http://schemas.microsoft.com/office/drawing/2014/main" id="{3206AD55-6301-41E2-B97F-5E3B8EE8C62F}"/>
              </a:ext>
            </a:extLst>
          </p:cNvPr>
          <p:cNvSpPr>
            <a:spLocks noChangeAspect="1" noChangeShapeType="1"/>
          </p:cNvSpPr>
          <p:nvPr/>
        </p:nvSpPr>
        <p:spPr bwMode="auto">
          <a:xfrm>
            <a:off x="3644900" y="2552700"/>
            <a:ext cx="369888"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6" name="直接连接符 50206">
            <a:extLst>
              <a:ext uri="{FF2B5EF4-FFF2-40B4-BE49-F238E27FC236}">
                <a16:creationId xmlns:a16="http://schemas.microsoft.com/office/drawing/2014/main" id="{DAB78527-A920-487E-995F-0AE0D7E2FEB2}"/>
              </a:ext>
            </a:extLst>
          </p:cNvPr>
          <p:cNvSpPr>
            <a:spLocks noChangeAspect="1" noChangeShapeType="1"/>
          </p:cNvSpPr>
          <p:nvPr/>
        </p:nvSpPr>
        <p:spPr bwMode="auto">
          <a:xfrm>
            <a:off x="3644900" y="2300288"/>
            <a:ext cx="0" cy="280987"/>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7" name="直接连接符 50207">
            <a:extLst>
              <a:ext uri="{FF2B5EF4-FFF2-40B4-BE49-F238E27FC236}">
                <a16:creationId xmlns:a16="http://schemas.microsoft.com/office/drawing/2014/main" id="{DD1804D3-3E71-4E0B-9B18-F06963036234}"/>
              </a:ext>
            </a:extLst>
          </p:cNvPr>
          <p:cNvSpPr>
            <a:spLocks noChangeAspect="1" noChangeShapeType="1"/>
          </p:cNvSpPr>
          <p:nvPr/>
        </p:nvSpPr>
        <p:spPr bwMode="auto">
          <a:xfrm>
            <a:off x="4027488" y="2300288"/>
            <a:ext cx="0" cy="280987"/>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8" name="文本框 50208">
            <a:extLst>
              <a:ext uri="{FF2B5EF4-FFF2-40B4-BE49-F238E27FC236}">
                <a16:creationId xmlns:a16="http://schemas.microsoft.com/office/drawing/2014/main" id="{3204C27A-9620-4E96-A53A-66DF933381DF}"/>
              </a:ext>
            </a:extLst>
          </p:cNvPr>
          <p:cNvSpPr txBox="1">
            <a:spLocks noChangeAspect="1" noChangeArrowheads="1"/>
          </p:cNvSpPr>
          <p:nvPr/>
        </p:nvSpPr>
        <p:spPr bwMode="auto">
          <a:xfrm>
            <a:off x="3402013" y="2562225"/>
            <a:ext cx="822325" cy="346075"/>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标志位</a:t>
            </a:r>
          </a:p>
        </p:txBody>
      </p:sp>
      <p:sp>
        <p:nvSpPr>
          <p:cNvPr id="50209" name="直接连接符 50209">
            <a:extLst>
              <a:ext uri="{FF2B5EF4-FFF2-40B4-BE49-F238E27FC236}">
                <a16:creationId xmlns:a16="http://schemas.microsoft.com/office/drawing/2014/main" id="{D16DCA4C-4C44-491B-B59E-D288A207D53D}"/>
              </a:ext>
            </a:extLst>
          </p:cNvPr>
          <p:cNvSpPr>
            <a:spLocks noChangeAspect="1" noChangeShapeType="1"/>
          </p:cNvSpPr>
          <p:nvPr/>
        </p:nvSpPr>
        <p:spPr bwMode="auto">
          <a:xfrm>
            <a:off x="2343150" y="2300288"/>
            <a:ext cx="0" cy="10033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0" name="文本框 50210">
            <a:extLst>
              <a:ext uri="{FF2B5EF4-FFF2-40B4-BE49-F238E27FC236}">
                <a16:creationId xmlns:a16="http://schemas.microsoft.com/office/drawing/2014/main" id="{7BC8F8F6-AC40-4FCC-9199-0DE38AB66D5B}"/>
              </a:ext>
            </a:extLst>
          </p:cNvPr>
          <p:cNvSpPr txBox="1">
            <a:spLocks noChangeAspect="1" noChangeArrowheads="1"/>
          </p:cNvSpPr>
          <p:nvPr/>
        </p:nvSpPr>
        <p:spPr bwMode="auto">
          <a:xfrm>
            <a:off x="1979613" y="3278188"/>
            <a:ext cx="2016125" cy="33020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清除特殊屏蔽方式：</a:t>
            </a:r>
            <a:r>
              <a:rPr lang="en-US" altLang="zh-CN" sz="1400">
                <a:latin typeface="Times New Roman" panose="02020603050405020304" pitchFamily="18" charset="0"/>
              </a:rPr>
              <a:t>10</a:t>
            </a:r>
          </a:p>
        </p:txBody>
      </p:sp>
      <p:sp>
        <p:nvSpPr>
          <p:cNvPr id="50211" name="文本框 50211">
            <a:extLst>
              <a:ext uri="{FF2B5EF4-FFF2-40B4-BE49-F238E27FC236}">
                <a16:creationId xmlns:a16="http://schemas.microsoft.com/office/drawing/2014/main" id="{DCE1DDC7-96D3-454A-AC9A-5E48ABCA2062}"/>
              </a:ext>
            </a:extLst>
          </p:cNvPr>
          <p:cNvSpPr txBox="1">
            <a:spLocks noChangeAspect="1" noChangeArrowheads="1"/>
          </p:cNvSpPr>
          <p:nvPr/>
        </p:nvSpPr>
        <p:spPr bwMode="auto">
          <a:xfrm>
            <a:off x="1979613" y="3605213"/>
            <a:ext cx="2016125" cy="3286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设置特殊屏蔽方式：</a:t>
            </a:r>
            <a:r>
              <a:rPr lang="en-US" altLang="zh-CN" sz="1400">
                <a:latin typeface="Times New Roman" panose="02020603050405020304" pitchFamily="18" charset="0"/>
              </a:rPr>
              <a:t>11</a:t>
            </a:r>
          </a:p>
        </p:txBody>
      </p:sp>
      <p:sp>
        <p:nvSpPr>
          <p:cNvPr id="50212" name="文本框 50212">
            <a:extLst>
              <a:ext uri="{FF2B5EF4-FFF2-40B4-BE49-F238E27FC236}">
                <a16:creationId xmlns:a16="http://schemas.microsoft.com/office/drawing/2014/main" id="{51389059-BB13-426D-A399-C261DA3A1F3F}"/>
              </a:ext>
            </a:extLst>
          </p:cNvPr>
          <p:cNvSpPr txBox="1">
            <a:spLocks noChangeAspect="1" noChangeArrowheads="1"/>
          </p:cNvSpPr>
          <p:nvPr/>
        </p:nvSpPr>
        <p:spPr bwMode="auto">
          <a:xfrm>
            <a:off x="1547813" y="2659063"/>
            <a:ext cx="431800" cy="50323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没用</a:t>
            </a:r>
          </a:p>
        </p:txBody>
      </p:sp>
      <p:sp>
        <p:nvSpPr>
          <p:cNvPr id="50213" name="文本框 50213">
            <a:extLst>
              <a:ext uri="{FF2B5EF4-FFF2-40B4-BE49-F238E27FC236}">
                <a16:creationId xmlns:a16="http://schemas.microsoft.com/office/drawing/2014/main" id="{DF873973-33E5-4073-A3DE-6B3E172827EF}"/>
              </a:ext>
            </a:extLst>
          </p:cNvPr>
          <p:cNvSpPr txBox="1">
            <a:spLocks noChangeAspect="1" noChangeArrowheads="1"/>
          </p:cNvSpPr>
          <p:nvPr/>
        </p:nvSpPr>
        <p:spPr bwMode="auto">
          <a:xfrm>
            <a:off x="5651500" y="3163888"/>
            <a:ext cx="1890713" cy="328612"/>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下一个</a:t>
            </a:r>
            <a:r>
              <a:rPr lang="en-US" altLang="zh-CN" sz="1400">
                <a:latin typeface="Times New Roman" panose="02020603050405020304" pitchFamily="18" charset="0"/>
              </a:rPr>
              <a:t>RD</a:t>
            </a:r>
            <a:r>
              <a:rPr lang="zh-CN" altLang="en-US" sz="1400">
                <a:latin typeface="Times New Roman" panose="02020603050405020304" pitchFamily="18" charset="0"/>
              </a:rPr>
              <a:t>读</a:t>
            </a:r>
            <a:r>
              <a:rPr lang="en-US" altLang="zh-CN" sz="1400">
                <a:latin typeface="Times New Roman" panose="02020603050405020304" pitchFamily="18" charset="0"/>
              </a:rPr>
              <a:t>IRR</a:t>
            </a:r>
            <a:r>
              <a:rPr lang="zh-CN" altLang="en-US" sz="1400">
                <a:latin typeface="Times New Roman" panose="02020603050405020304" pitchFamily="18" charset="0"/>
              </a:rPr>
              <a:t>：</a:t>
            </a:r>
            <a:r>
              <a:rPr lang="en-US" altLang="zh-CN" sz="1400">
                <a:latin typeface="Times New Roman" panose="02020603050405020304" pitchFamily="18" charset="0"/>
              </a:rPr>
              <a:t>11</a:t>
            </a:r>
          </a:p>
        </p:txBody>
      </p:sp>
      <p:grpSp>
        <p:nvGrpSpPr>
          <p:cNvPr id="50214" name="组合 50214">
            <a:extLst>
              <a:ext uri="{FF2B5EF4-FFF2-40B4-BE49-F238E27FC236}">
                <a16:creationId xmlns:a16="http://schemas.microsoft.com/office/drawing/2014/main" id="{857595D0-47B7-44EC-8450-B5940E46BED0}"/>
              </a:ext>
            </a:extLst>
          </p:cNvPr>
          <p:cNvGrpSpPr>
            <a:grpSpLocks noChangeAspect="1"/>
          </p:cNvGrpSpPr>
          <p:nvPr/>
        </p:nvGrpSpPr>
        <p:grpSpPr bwMode="auto">
          <a:xfrm>
            <a:off x="5651500" y="3486150"/>
            <a:ext cx="1890713" cy="328613"/>
            <a:chOff x="0" y="0"/>
            <a:chExt cx="2070" cy="360"/>
          </a:xfrm>
        </p:grpSpPr>
        <p:sp>
          <p:nvSpPr>
            <p:cNvPr id="50215" name="文本框 50215">
              <a:extLst>
                <a:ext uri="{FF2B5EF4-FFF2-40B4-BE49-F238E27FC236}">
                  <a16:creationId xmlns:a16="http://schemas.microsoft.com/office/drawing/2014/main" id="{ED61148E-789E-4C5D-8ABF-B6A4A4F96204}"/>
                </a:ext>
              </a:extLst>
            </p:cNvPr>
            <p:cNvSpPr txBox="1">
              <a:spLocks noChangeAspect="1" noChangeArrowheads="1"/>
            </p:cNvSpPr>
            <p:nvPr/>
          </p:nvSpPr>
          <p:spPr bwMode="auto">
            <a:xfrm>
              <a:off x="0" y="0"/>
              <a:ext cx="2070" cy="360"/>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tIns="10800" bIns="10800"/>
            <a:lstStyle/>
            <a:p>
              <a:pPr algn="just" eaLnBrk="0" hangingPunct="0"/>
              <a:r>
                <a:rPr lang="zh-CN" altLang="en-US" sz="1400">
                  <a:latin typeface="Times New Roman" panose="02020603050405020304" pitchFamily="18" charset="0"/>
                </a:rPr>
                <a:t>下一个</a:t>
              </a:r>
              <a:r>
                <a:rPr lang="en-US" altLang="zh-CN" sz="1400">
                  <a:latin typeface="Times New Roman" panose="02020603050405020304" pitchFamily="18" charset="0"/>
                </a:rPr>
                <a:t>RD</a:t>
              </a:r>
              <a:r>
                <a:rPr lang="zh-CN" altLang="en-US" sz="1400">
                  <a:latin typeface="Times New Roman" panose="02020603050405020304" pitchFamily="18" charset="0"/>
                </a:rPr>
                <a:t>读</a:t>
              </a:r>
              <a:r>
                <a:rPr lang="en-US" altLang="zh-CN" sz="1400">
                  <a:latin typeface="Times New Roman" panose="02020603050405020304" pitchFamily="18" charset="0"/>
                </a:rPr>
                <a:t>ISR</a:t>
              </a:r>
              <a:r>
                <a:rPr lang="zh-CN" altLang="en-US" sz="1400">
                  <a:latin typeface="Times New Roman" panose="02020603050405020304" pitchFamily="18" charset="0"/>
                </a:rPr>
                <a:t>：</a:t>
              </a:r>
              <a:r>
                <a:rPr lang="en-US" altLang="zh-CN" sz="1400">
                  <a:latin typeface="Times New Roman" panose="02020603050405020304" pitchFamily="18" charset="0"/>
                </a:rPr>
                <a:t>10</a:t>
              </a:r>
            </a:p>
          </p:txBody>
        </p:sp>
        <p:sp>
          <p:nvSpPr>
            <p:cNvPr id="50216" name="直接连接符 50216">
              <a:extLst>
                <a:ext uri="{FF2B5EF4-FFF2-40B4-BE49-F238E27FC236}">
                  <a16:creationId xmlns:a16="http://schemas.microsoft.com/office/drawing/2014/main" id="{506FBE6F-48A2-4DD7-B1DB-BEDB6C09576F}"/>
                </a:ext>
              </a:extLst>
            </p:cNvPr>
            <p:cNvSpPr>
              <a:spLocks noChangeAspect="1" noChangeShapeType="1"/>
            </p:cNvSpPr>
            <p:nvPr/>
          </p:nvSpPr>
          <p:spPr bwMode="auto">
            <a:xfrm>
              <a:off x="706" y="56"/>
              <a:ext cx="285" cy="0"/>
            </a:xfrm>
            <a:prstGeom prst="line">
              <a:avLst/>
            </a:prstGeom>
            <a:noFill/>
            <a:ln w="9525">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0217" name="直接连接符 50217">
            <a:extLst>
              <a:ext uri="{FF2B5EF4-FFF2-40B4-BE49-F238E27FC236}">
                <a16:creationId xmlns:a16="http://schemas.microsoft.com/office/drawing/2014/main" id="{42C36B6C-D51E-441A-BC6E-58375BD5CC5A}"/>
              </a:ext>
            </a:extLst>
          </p:cNvPr>
          <p:cNvSpPr>
            <a:spLocks noChangeAspect="1" noChangeShapeType="1"/>
          </p:cNvSpPr>
          <p:nvPr/>
        </p:nvSpPr>
        <p:spPr bwMode="auto">
          <a:xfrm flipH="1">
            <a:off x="4548188" y="2300288"/>
            <a:ext cx="9525" cy="8763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8" name="文本框 50218">
            <a:extLst>
              <a:ext uri="{FF2B5EF4-FFF2-40B4-BE49-F238E27FC236}">
                <a16:creationId xmlns:a16="http://schemas.microsoft.com/office/drawing/2014/main" id="{448BE7CB-5077-4461-84E0-3A31DC710917}"/>
              </a:ext>
            </a:extLst>
          </p:cNvPr>
          <p:cNvSpPr txBox="1">
            <a:spLocks noChangeAspect="1" noChangeArrowheads="1"/>
          </p:cNvSpPr>
          <p:nvPr/>
        </p:nvSpPr>
        <p:spPr bwMode="auto">
          <a:xfrm>
            <a:off x="4687888" y="3498850"/>
            <a:ext cx="762000" cy="357188"/>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不查询</a:t>
            </a:r>
          </a:p>
        </p:txBody>
      </p:sp>
      <p:sp>
        <p:nvSpPr>
          <p:cNvPr id="50219" name="文本框 50219">
            <a:extLst>
              <a:ext uri="{FF2B5EF4-FFF2-40B4-BE49-F238E27FC236}">
                <a16:creationId xmlns:a16="http://schemas.microsoft.com/office/drawing/2014/main" id="{1E66F82E-1E7C-4763-B19C-93F42F2298AD}"/>
              </a:ext>
            </a:extLst>
          </p:cNvPr>
          <p:cNvSpPr txBox="1">
            <a:spLocks noChangeArrowheads="1"/>
          </p:cNvSpPr>
          <p:nvPr/>
        </p:nvSpPr>
        <p:spPr bwMode="auto">
          <a:xfrm>
            <a:off x="468313" y="4221163"/>
            <a:ext cx="8153400" cy="2320925"/>
          </a:xfrm>
          <a:prstGeom prst="rect">
            <a:avLst/>
          </a:prstGeom>
          <a:solidFill>
            <a:schemeClr val="accent1"/>
          </a:solidFill>
          <a:ln w="38100">
            <a:solidFill>
              <a:srgbClr val="FFFFFF"/>
            </a:solidFill>
            <a:miter lim="800000"/>
            <a:headEnd/>
            <a:tailEnd/>
          </a:ln>
        </p:spPr>
        <p:txBody>
          <a:bodyPr>
            <a:spAutoFit/>
          </a:bodyPr>
          <a:lstStyle/>
          <a:p>
            <a:pPr algn="just" eaLnBrk="0" hangingPunct="0"/>
            <a:r>
              <a:rPr lang="en-US" altLang="zh-CN" sz="2400">
                <a:latin typeface="Times New Roman" panose="02020603050405020304" pitchFamily="18" charset="0"/>
              </a:rPr>
              <a:t>D2</a:t>
            </a:r>
            <a:r>
              <a:rPr lang="zh-CN" altLang="en-US" sz="2400">
                <a:latin typeface="Times New Roman" panose="02020603050405020304" pitchFamily="18" charset="0"/>
              </a:rPr>
              <a:t>（</a:t>
            </a:r>
            <a:r>
              <a:rPr lang="en-US" altLang="zh-CN" sz="2400">
                <a:latin typeface="Times New Roman" panose="02020603050405020304" pitchFamily="18" charset="0"/>
              </a:rPr>
              <a:t>P</a:t>
            </a:r>
            <a:r>
              <a:rPr lang="zh-CN" altLang="en-US" sz="2400">
                <a:latin typeface="Times New Roman" panose="02020603050405020304" pitchFamily="18" charset="0"/>
              </a:rPr>
              <a:t>）：查询位。</a:t>
            </a:r>
          </a:p>
          <a:p>
            <a:pPr algn="just" eaLnBrk="0" hangingPunct="0"/>
            <a:r>
              <a:rPr lang="zh-CN" altLang="en-US" sz="2400">
                <a:latin typeface="Times New Roman" panose="02020603050405020304" pitchFamily="18" charset="0"/>
              </a:rPr>
              <a:t>	通过设置</a:t>
            </a:r>
            <a:r>
              <a:rPr lang="en-US" altLang="zh-CN" sz="2400">
                <a:latin typeface="Times New Roman" panose="02020603050405020304" pitchFamily="18" charset="0"/>
              </a:rPr>
              <a:t>P</a:t>
            </a:r>
            <a:r>
              <a:rPr lang="zh-CN" altLang="en-US" sz="2400">
                <a:latin typeface="Times New Roman" panose="02020603050405020304" pitchFamily="18" charset="0"/>
              </a:rPr>
              <a:t>位为</a:t>
            </a:r>
            <a:r>
              <a:rPr lang="en-US" altLang="zh-CN" sz="2400">
                <a:latin typeface="Times New Roman" panose="02020603050405020304" pitchFamily="18" charset="0"/>
              </a:rPr>
              <a:t>1</a:t>
            </a:r>
            <a:r>
              <a:rPr lang="zh-CN" altLang="en-US" sz="2400">
                <a:latin typeface="Times New Roman" panose="02020603050405020304" pitchFamily="18" charset="0"/>
              </a:rPr>
              <a:t>，中断系统工作在中断查询状态下，一般用于多于</a:t>
            </a:r>
            <a:r>
              <a:rPr lang="en-US" altLang="zh-CN" sz="2400">
                <a:latin typeface="Times New Roman" panose="02020603050405020304" pitchFamily="18" charset="0"/>
              </a:rPr>
              <a:t>64</a:t>
            </a:r>
            <a:r>
              <a:rPr lang="zh-CN" altLang="en-US" sz="2400">
                <a:latin typeface="Times New Roman" panose="02020603050405020304" pitchFamily="18" charset="0"/>
              </a:rPr>
              <a:t>级中断的</a:t>
            </a:r>
            <a:r>
              <a:rPr lang="en-US" altLang="zh-CN" sz="2400">
                <a:latin typeface="Times New Roman" panose="02020603050405020304" pitchFamily="18" charset="0"/>
              </a:rPr>
              <a:t>8259A</a:t>
            </a:r>
            <a:r>
              <a:rPr lang="zh-CN" altLang="en-US" sz="2400">
                <a:latin typeface="Times New Roman" panose="02020603050405020304" pitchFamily="18" charset="0"/>
              </a:rPr>
              <a:t>级联系统中。</a:t>
            </a:r>
          </a:p>
          <a:p>
            <a:pPr algn="just" eaLnBrk="0" hangingPunct="0"/>
            <a:r>
              <a:rPr lang="zh-CN" altLang="en-US" sz="2400">
                <a:latin typeface="Times New Roman" panose="02020603050405020304" pitchFamily="18" charset="0"/>
              </a:rPr>
              <a:t>	此时，</a:t>
            </a:r>
            <a:r>
              <a:rPr lang="en-US" altLang="zh-CN" sz="2400">
                <a:latin typeface="Times New Roman" panose="02020603050405020304" pitchFamily="18" charset="0"/>
              </a:rPr>
              <a:t>CPU</a:t>
            </a:r>
            <a:r>
              <a:rPr lang="zh-CN" altLang="en-US" sz="2400">
                <a:latin typeface="Times New Roman" panose="02020603050405020304" pitchFamily="18" charset="0"/>
              </a:rPr>
              <a:t>不是靠接收中断请求信号（</a:t>
            </a:r>
            <a:r>
              <a:rPr lang="en-US" altLang="zh-CN" sz="2400">
                <a:latin typeface="Times New Roman" panose="02020603050405020304" pitchFamily="18" charset="0"/>
              </a:rPr>
              <a:t>INTR</a:t>
            </a:r>
            <a:r>
              <a:rPr lang="zh-CN" altLang="en-US" sz="2400">
                <a:latin typeface="Times New Roman" panose="02020603050405020304" pitchFamily="18" charset="0"/>
              </a:rPr>
              <a:t>）来进入中断过程，而是靠发送查询命令</a:t>
            </a:r>
            <a:r>
              <a:rPr lang="en-US" altLang="zh-CN" sz="2400">
                <a:latin typeface="Times New Roman" panose="02020603050405020304" pitchFamily="18" charset="0"/>
              </a:rPr>
              <a:t>OCW3</a:t>
            </a:r>
            <a:r>
              <a:rPr lang="zh-CN" altLang="en-US" sz="2400">
                <a:latin typeface="Times New Roman" panose="02020603050405020304" pitchFamily="18" charset="0"/>
              </a:rPr>
              <a:t>（</a:t>
            </a:r>
            <a:r>
              <a:rPr lang="en-US" altLang="zh-CN" sz="2400">
                <a:latin typeface="Times New Roman" panose="02020603050405020304" pitchFamily="18" charset="0"/>
              </a:rPr>
              <a:t>P=1</a:t>
            </a:r>
            <a:r>
              <a:rPr lang="zh-CN" altLang="en-US" sz="2400">
                <a:latin typeface="Times New Roman" panose="02020603050405020304" pitchFamily="18" charset="0"/>
              </a:rPr>
              <a:t>）来获得外部设备的中断请求信息</a:t>
            </a:r>
          </a:p>
        </p:txBody>
      </p:sp>
      <p:sp>
        <p:nvSpPr>
          <p:cNvPr id="50220" name="直接连接符 50220">
            <a:extLst>
              <a:ext uri="{FF2B5EF4-FFF2-40B4-BE49-F238E27FC236}">
                <a16:creationId xmlns:a16="http://schemas.microsoft.com/office/drawing/2014/main" id="{E0515F72-A4DA-4F5F-8009-CA08E10406B7}"/>
              </a:ext>
            </a:extLst>
          </p:cNvPr>
          <p:cNvSpPr>
            <a:spLocks noChangeAspect="1" noChangeShapeType="1"/>
          </p:cNvSpPr>
          <p:nvPr/>
        </p:nvSpPr>
        <p:spPr bwMode="auto">
          <a:xfrm>
            <a:off x="1763713" y="2300288"/>
            <a:ext cx="0" cy="355600"/>
          </a:xfrm>
          <a:prstGeom prst="line">
            <a:avLst/>
          </a:prstGeom>
          <a:noFill/>
          <a:ln w="952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1" name="文本框 50221">
            <a:extLst>
              <a:ext uri="{FF2B5EF4-FFF2-40B4-BE49-F238E27FC236}">
                <a16:creationId xmlns:a16="http://schemas.microsoft.com/office/drawing/2014/main" id="{67F4502F-6076-4F20-8B64-ADDC13D8B2B5}"/>
              </a:ext>
            </a:extLst>
          </p:cNvPr>
          <p:cNvSpPr txBox="1">
            <a:spLocks noChangeAspect="1" noChangeArrowheads="1"/>
          </p:cNvSpPr>
          <p:nvPr/>
        </p:nvSpPr>
        <p:spPr bwMode="auto">
          <a:xfrm>
            <a:off x="4695825" y="3151188"/>
            <a:ext cx="762000"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zh-CN" altLang="en-US" sz="1400">
                <a:latin typeface="Times New Roman" panose="02020603050405020304" pitchFamily="18" charset="0"/>
              </a:rPr>
              <a:t>查询</a:t>
            </a:r>
          </a:p>
        </p:txBody>
      </p:sp>
      <p:sp>
        <p:nvSpPr>
          <p:cNvPr id="50222" name="文本框 50222">
            <a:extLst>
              <a:ext uri="{FF2B5EF4-FFF2-40B4-BE49-F238E27FC236}">
                <a16:creationId xmlns:a16="http://schemas.microsoft.com/office/drawing/2014/main" id="{4A92CD23-9430-4D83-95FD-6565EEE6E63D}"/>
              </a:ext>
            </a:extLst>
          </p:cNvPr>
          <p:cNvSpPr txBox="1">
            <a:spLocks noChangeAspect="1" noChangeArrowheads="1"/>
          </p:cNvSpPr>
          <p:nvPr/>
        </p:nvSpPr>
        <p:spPr bwMode="auto">
          <a:xfrm>
            <a:off x="4356100" y="3151188"/>
            <a:ext cx="334963"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1400">
                <a:latin typeface="Times New Roman" panose="02020603050405020304" pitchFamily="18" charset="0"/>
              </a:rPr>
              <a:t>1</a:t>
            </a:r>
          </a:p>
        </p:txBody>
      </p:sp>
      <p:sp>
        <p:nvSpPr>
          <p:cNvPr id="50223" name="文本框 50223">
            <a:extLst>
              <a:ext uri="{FF2B5EF4-FFF2-40B4-BE49-F238E27FC236}">
                <a16:creationId xmlns:a16="http://schemas.microsoft.com/office/drawing/2014/main" id="{26C45259-210B-47C4-BA89-F33C711A9DB9}"/>
              </a:ext>
            </a:extLst>
          </p:cNvPr>
          <p:cNvSpPr txBox="1">
            <a:spLocks noChangeAspect="1" noChangeArrowheads="1"/>
          </p:cNvSpPr>
          <p:nvPr/>
        </p:nvSpPr>
        <p:spPr bwMode="auto">
          <a:xfrm>
            <a:off x="4357688" y="3500438"/>
            <a:ext cx="334962" cy="357187"/>
          </a:xfrm>
          <a:prstGeom prst="rect">
            <a:avLst/>
          </a:prstGeom>
          <a:noFill/>
          <a:ln w="9525">
            <a:solidFill>
              <a:srgbClr val="66FF33"/>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1400">
                <a:latin typeface="Times New Roman" panose="02020603050405020304" pitchFamily="18" charset="0"/>
              </a:rPr>
              <a:t>0</a:t>
            </a:r>
          </a:p>
        </p:txBody>
      </p:sp>
      <p:sp>
        <p:nvSpPr>
          <p:cNvPr id="50224" name="文本框 50224">
            <a:extLst>
              <a:ext uri="{FF2B5EF4-FFF2-40B4-BE49-F238E27FC236}">
                <a16:creationId xmlns:a16="http://schemas.microsoft.com/office/drawing/2014/main" id="{1C1ACCE8-FE85-42A9-AFF8-25E1998118BE}"/>
              </a:ext>
            </a:extLst>
          </p:cNvPr>
          <p:cNvSpPr txBox="1">
            <a:spLocks noChangeAspect="1" noChangeArrowheads="1"/>
          </p:cNvSpPr>
          <p:nvPr/>
        </p:nvSpPr>
        <p:spPr bwMode="auto">
          <a:xfrm>
            <a:off x="2051050" y="2659063"/>
            <a:ext cx="576263" cy="328612"/>
          </a:xfrm>
          <a:prstGeom prst="rect">
            <a:avLst/>
          </a:prstGeom>
          <a:solidFill>
            <a:schemeClr val="tx1"/>
          </a:solidFill>
          <a:ln w="9525">
            <a:solidFill>
              <a:srgbClr val="66FF33"/>
            </a:solidFill>
            <a:miter lim="800000"/>
            <a:headEnd/>
            <a:tailEnd/>
          </a:ln>
        </p:spPr>
        <p:txBody>
          <a:bodyPr tIns="10800" bIns="10800"/>
          <a:lstStyle/>
          <a:p>
            <a:pPr algn="just" eaLnBrk="0" hangingPunct="0"/>
            <a:r>
              <a:rPr lang="zh-CN" altLang="en-US" sz="1400">
                <a:solidFill>
                  <a:schemeClr val="bg2"/>
                </a:solidFill>
                <a:latin typeface="Times New Roman" panose="02020603050405020304" pitchFamily="18" charset="0"/>
              </a:rPr>
              <a:t>允许</a:t>
            </a:r>
          </a:p>
        </p:txBody>
      </p:sp>
      <p:sp>
        <p:nvSpPr>
          <p:cNvPr id="50225" name="文本框 50225">
            <a:extLst>
              <a:ext uri="{FF2B5EF4-FFF2-40B4-BE49-F238E27FC236}">
                <a16:creationId xmlns:a16="http://schemas.microsoft.com/office/drawing/2014/main" id="{4BAA65BB-012B-4AAB-8161-022EEAA1A8DA}"/>
              </a:ext>
            </a:extLst>
          </p:cNvPr>
          <p:cNvSpPr txBox="1">
            <a:spLocks noChangeAspect="1" noChangeArrowheads="1"/>
          </p:cNvSpPr>
          <p:nvPr/>
        </p:nvSpPr>
        <p:spPr bwMode="auto">
          <a:xfrm>
            <a:off x="4932363" y="2443163"/>
            <a:ext cx="576262" cy="328612"/>
          </a:xfrm>
          <a:prstGeom prst="rect">
            <a:avLst/>
          </a:prstGeom>
          <a:solidFill>
            <a:schemeClr val="tx1"/>
          </a:solidFill>
          <a:ln w="9525">
            <a:solidFill>
              <a:srgbClr val="66FF33"/>
            </a:solidFill>
            <a:miter lim="800000"/>
            <a:headEnd/>
            <a:tailEnd/>
          </a:ln>
        </p:spPr>
        <p:txBody>
          <a:bodyPr tIns="10800" bIns="10800"/>
          <a:lstStyle/>
          <a:p>
            <a:pPr algn="just" eaLnBrk="0" hangingPunct="0"/>
            <a:r>
              <a:rPr lang="zh-CN" altLang="en-US" sz="1400">
                <a:solidFill>
                  <a:schemeClr val="bg2"/>
                </a:solidFill>
                <a:latin typeface="Times New Roman" panose="02020603050405020304" pitchFamily="18" charset="0"/>
              </a:rPr>
              <a:t>允许</a:t>
            </a:r>
          </a:p>
        </p:txBody>
      </p:sp>
      <p:sp>
        <p:nvSpPr>
          <p:cNvPr id="50226" name="直接连接符 50226">
            <a:extLst>
              <a:ext uri="{FF2B5EF4-FFF2-40B4-BE49-F238E27FC236}">
                <a16:creationId xmlns:a16="http://schemas.microsoft.com/office/drawing/2014/main" id="{A697D7B4-49EF-43CE-B6A9-891A97121AF9}"/>
              </a:ext>
            </a:extLst>
          </p:cNvPr>
          <p:cNvSpPr>
            <a:spLocks noChangeShapeType="1"/>
          </p:cNvSpPr>
          <p:nvPr/>
        </p:nvSpPr>
        <p:spPr bwMode="auto">
          <a:xfrm flipV="1">
            <a:off x="4500563" y="3860800"/>
            <a:ext cx="71437" cy="360363"/>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7" name="灯片编号占位符 1">
            <a:extLst>
              <a:ext uri="{FF2B5EF4-FFF2-40B4-BE49-F238E27FC236}">
                <a16:creationId xmlns:a16="http://schemas.microsoft.com/office/drawing/2014/main" id="{FE0C8E4B-3B57-49A3-AF09-B7EAED849E4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E83FC043-C8AB-4C27-BE3A-E95E42FF8F80}" type="slidenum">
              <a:rPr lang="zh-CN" altLang="en-US" smtClean="0"/>
              <a:pPr eaLnBrk="0" hangingPunct="0"/>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框 51201">
            <a:extLst>
              <a:ext uri="{FF2B5EF4-FFF2-40B4-BE49-F238E27FC236}">
                <a16:creationId xmlns:a16="http://schemas.microsoft.com/office/drawing/2014/main" id="{7842A4BB-5B51-41D6-A194-C1E29489C3D0}"/>
              </a:ext>
            </a:extLst>
          </p:cNvPr>
          <p:cNvSpPr txBox="1">
            <a:spLocks noChangeArrowheads="1"/>
          </p:cNvSpPr>
          <p:nvPr/>
        </p:nvSpPr>
        <p:spPr bwMode="auto">
          <a:xfrm>
            <a:off x="539750" y="981075"/>
            <a:ext cx="82296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FF0000"/>
                </a:solidFill>
                <a:latin typeface="宋体" panose="02010600030101010101" pitchFamily="2" charset="-122"/>
              </a:rPr>
              <a:t>中断查询操作过程：</a:t>
            </a:r>
            <a:r>
              <a:rPr lang="zh-CN" altLang="en-US" sz="2400">
                <a:latin typeface="宋体" panose="02010600030101010101" pitchFamily="2" charset="-122"/>
              </a:rPr>
              <a:t>通过置</a:t>
            </a:r>
            <a:r>
              <a:rPr lang="en-US" altLang="zh-CN" sz="2400">
                <a:latin typeface="Times New Roman" panose="02020603050405020304" pitchFamily="18" charset="0"/>
              </a:rPr>
              <a:t>P=1</a:t>
            </a:r>
            <a:r>
              <a:rPr lang="zh-CN" altLang="en-US" sz="2400">
                <a:latin typeface="宋体" panose="02010600030101010101" pitchFamily="2" charset="-122"/>
              </a:rPr>
              <a:t>向</a:t>
            </a:r>
            <a:r>
              <a:rPr lang="en-US" altLang="zh-CN" sz="2400">
                <a:latin typeface="Times New Roman" panose="02020603050405020304" pitchFamily="18" charset="0"/>
              </a:rPr>
              <a:t>8259A</a:t>
            </a:r>
            <a:r>
              <a:rPr lang="zh-CN" altLang="en-US" sz="2400">
                <a:latin typeface="宋体" panose="02010600030101010101" pitchFamily="2" charset="-122"/>
              </a:rPr>
              <a:t>发出查询命令，接着通过读取</a:t>
            </a:r>
            <a:r>
              <a:rPr lang="en-US" altLang="zh-CN" sz="2400">
                <a:latin typeface="宋体" panose="02010600030101010101" pitchFamily="2" charset="-122"/>
              </a:rPr>
              <a:t>8259A</a:t>
            </a:r>
            <a:r>
              <a:rPr lang="zh-CN" altLang="en-US" sz="2400">
                <a:latin typeface="宋体" panose="02010600030101010101" pitchFamily="2" charset="-122"/>
              </a:rPr>
              <a:t>的</a:t>
            </a:r>
            <a:r>
              <a:rPr lang="zh-CN" altLang="en-US" sz="2400" b="1">
                <a:solidFill>
                  <a:srgbClr val="FF0000"/>
                </a:solidFill>
                <a:latin typeface="宋体" panose="02010600030101010101" pitchFamily="2" charset="-122"/>
              </a:rPr>
              <a:t>中断状态字</a:t>
            </a:r>
            <a:r>
              <a:rPr lang="zh-CN" altLang="en-US" sz="2400">
                <a:latin typeface="宋体" panose="02010600030101010101" pitchFamily="2" charset="-122"/>
              </a:rPr>
              <a:t>获知外部是否有中断请求正在被处理，并给出当前处理的最高优先级。</a:t>
            </a:r>
          </a:p>
          <a:p>
            <a:pPr>
              <a:spcBef>
                <a:spcPct val="50000"/>
              </a:spcBef>
            </a:pPr>
            <a:r>
              <a:rPr lang="zh-CN" altLang="en-US" sz="2400">
                <a:solidFill>
                  <a:srgbClr val="FF0000"/>
                </a:solidFill>
                <a:latin typeface="宋体" panose="02010600030101010101" pitchFamily="2" charset="-122"/>
              </a:rPr>
              <a:t>中断状态字如下：</a:t>
            </a:r>
            <a:r>
              <a:rPr lang="zh-CN" altLang="en-US" sz="2400">
                <a:latin typeface="Times New Roman" panose="02020603050405020304" pitchFamily="18" charset="0"/>
              </a:rPr>
              <a:t> </a:t>
            </a:r>
            <a:endParaRPr lang="zh-CN" altLang="en-US"/>
          </a:p>
        </p:txBody>
      </p:sp>
      <p:sp>
        <p:nvSpPr>
          <p:cNvPr id="51202" name="文本框 51202">
            <a:extLst>
              <a:ext uri="{FF2B5EF4-FFF2-40B4-BE49-F238E27FC236}">
                <a16:creationId xmlns:a16="http://schemas.microsoft.com/office/drawing/2014/main" id="{E08C4C12-CB0E-4860-B5A7-47104968FA1D}"/>
              </a:ext>
            </a:extLst>
          </p:cNvPr>
          <p:cNvSpPr txBox="1">
            <a:spLocks noChangeAspect="1" noChangeArrowheads="1"/>
          </p:cNvSpPr>
          <p:nvPr/>
        </p:nvSpPr>
        <p:spPr bwMode="auto">
          <a:xfrm>
            <a:off x="1682750" y="3486150"/>
            <a:ext cx="490538"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IRT</a:t>
            </a:r>
          </a:p>
        </p:txBody>
      </p:sp>
      <p:sp>
        <p:nvSpPr>
          <p:cNvPr id="51203" name="文本框 51203">
            <a:extLst>
              <a:ext uri="{FF2B5EF4-FFF2-40B4-BE49-F238E27FC236}">
                <a16:creationId xmlns:a16="http://schemas.microsoft.com/office/drawing/2014/main" id="{EF51010D-FD2E-4544-8A02-BC5EE314F80A}"/>
              </a:ext>
            </a:extLst>
          </p:cNvPr>
          <p:cNvSpPr txBox="1">
            <a:spLocks noChangeAspect="1" noChangeArrowheads="1"/>
          </p:cNvSpPr>
          <p:nvPr/>
        </p:nvSpPr>
        <p:spPr bwMode="auto">
          <a:xfrm>
            <a:off x="1731963" y="31448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D7</a:t>
            </a:r>
          </a:p>
        </p:txBody>
      </p:sp>
      <p:sp>
        <p:nvSpPr>
          <p:cNvPr id="51204" name="文本框 51204">
            <a:extLst>
              <a:ext uri="{FF2B5EF4-FFF2-40B4-BE49-F238E27FC236}">
                <a16:creationId xmlns:a16="http://schemas.microsoft.com/office/drawing/2014/main" id="{7FCCA0DF-0705-4DF9-B9D9-163A5C3BA0D8}"/>
              </a:ext>
            </a:extLst>
          </p:cNvPr>
          <p:cNvSpPr txBox="1">
            <a:spLocks noChangeAspect="1" noChangeArrowheads="1"/>
          </p:cNvSpPr>
          <p:nvPr/>
        </p:nvSpPr>
        <p:spPr bwMode="auto">
          <a:xfrm>
            <a:off x="1049338" y="3482975"/>
            <a:ext cx="490537"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r>
              <a:rPr lang="en-US" altLang="zh-CN">
                <a:latin typeface="Times New Roman" panose="02020603050405020304" pitchFamily="18" charset="0"/>
              </a:rPr>
              <a:t>0</a:t>
            </a:r>
          </a:p>
        </p:txBody>
      </p:sp>
      <p:sp>
        <p:nvSpPr>
          <p:cNvPr id="51205" name="文本框 51205">
            <a:extLst>
              <a:ext uri="{FF2B5EF4-FFF2-40B4-BE49-F238E27FC236}">
                <a16:creationId xmlns:a16="http://schemas.microsoft.com/office/drawing/2014/main" id="{E4DBC986-F1E9-4A1E-8725-24CBA63FF6CA}"/>
              </a:ext>
            </a:extLst>
          </p:cNvPr>
          <p:cNvSpPr txBox="1">
            <a:spLocks noChangeAspect="1" noChangeArrowheads="1"/>
          </p:cNvSpPr>
          <p:nvPr/>
        </p:nvSpPr>
        <p:spPr bwMode="auto">
          <a:xfrm>
            <a:off x="1098550" y="3141663"/>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A0</a:t>
            </a:r>
          </a:p>
        </p:txBody>
      </p:sp>
      <p:sp>
        <p:nvSpPr>
          <p:cNvPr id="51206" name="文本框 51206">
            <a:extLst>
              <a:ext uri="{FF2B5EF4-FFF2-40B4-BE49-F238E27FC236}">
                <a16:creationId xmlns:a16="http://schemas.microsoft.com/office/drawing/2014/main" id="{870829E4-4F1A-4981-831D-1BF4D45AFB7C}"/>
              </a:ext>
            </a:extLst>
          </p:cNvPr>
          <p:cNvSpPr txBox="1">
            <a:spLocks noChangeAspect="1" noChangeArrowheads="1"/>
          </p:cNvSpPr>
          <p:nvPr/>
        </p:nvSpPr>
        <p:spPr bwMode="auto">
          <a:xfrm>
            <a:off x="2173288" y="3486150"/>
            <a:ext cx="488950"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a:t>
            </a:r>
          </a:p>
        </p:txBody>
      </p:sp>
      <p:sp>
        <p:nvSpPr>
          <p:cNvPr id="51207" name="文本框 51207">
            <a:extLst>
              <a:ext uri="{FF2B5EF4-FFF2-40B4-BE49-F238E27FC236}">
                <a16:creationId xmlns:a16="http://schemas.microsoft.com/office/drawing/2014/main" id="{EBBE5570-5510-45F3-9F5B-88FDBA76B814}"/>
              </a:ext>
            </a:extLst>
          </p:cNvPr>
          <p:cNvSpPr txBox="1">
            <a:spLocks noChangeAspect="1" noChangeArrowheads="1"/>
          </p:cNvSpPr>
          <p:nvPr/>
        </p:nvSpPr>
        <p:spPr bwMode="auto">
          <a:xfrm>
            <a:off x="2222500" y="3144838"/>
            <a:ext cx="4556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D6</a:t>
            </a:r>
          </a:p>
        </p:txBody>
      </p:sp>
      <p:sp>
        <p:nvSpPr>
          <p:cNvPr id="51208" name="文本框 51208">
            <a:extLst>
              <a:ext uri="{FF2B5EF4-FFF2-40B4-BE49-F238E27FC236}">
                <a16:creationId xmlns:a16="http://schemas.microsoft.com/office/drawing/2014/main" id="{6BE421A1-E3CC-4A22-9108-4CA090E812DA}"/>
              </a:ext>
            </a:extLst>
          </p:cNvPr>
          <p:cNvSpPr txBox="1">
            <a:spLocks noChangeAspect="1" noChangeArrowheads="1"/>
          </p:cNvSpPr>
          <p:nvPr/>
        </p:nvSpPr>
        <p:spPr bwMode="auto">
          <a:xfrm>
            <a:off x="2662238" y="3486150"/>
            <a:ext cx="490537"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a:t>
            </a:r>
          </a:p>
        </p:txBody>
      </p:sp>
      <p:sp>
        <p:nvSpPr>
          <p:cNvPr id="51209" name="文本框 51209">
            <a:extLst>
              <a:ext uri="{FF2B5EF4-FFF2-40B4-BE49-F238E27FC236}">
                <a16:creationId xmlns:a16="http://schemas.microsoft.com/office/drawing/2014/main" id="{2A947868-4B0D-43DE-B878-B618C88F069F}"/>
              </a:ext>
            </a:extLst>
          </p:cNvPr>
          <p:cNvSpPr txBox="1">
            <a:spLocks noChangeAspect="1" noChangeArrowheads="1"/>
          </p:cNvSpPr>
          <p:nvPr/>
        </p:nvSpPr>
        <p:spPr bwMode="auto">
          <a:xfrm>
            <a:off x="2711450" y="31448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D5</a:t>
            </a:r>
          </a:p>
        </p:txBody>
      </p:sp>
      <p:sp>
        <p:nvSpPr>
          <p:cNvPr id="51210" name="文本框 51210">
            <a:extLst>
              <a:ext uri="{FF2B5EF4-FFF2-40B4-BE49-F238E27FC236}">
                <a16:creationId xmlns:a16="http://schemas.microsoft.com/office/drawing/2014/main" id="{BA5B6A08-2E9B-45A3-A07F-05BA7EA03B5A}"/>
              </a:ext>
            </a:extLst>
          </p:cNvPr>
          <p:cNvSpPr txBox="1">
            <a:spLocks noChangeAspect="1" noChangeArrowheads="1"/>
          </p:cNvSpPr>
          <p:nvPr/>
        </p:nvSpPr>
        <p:spPr bwMode="auto">
          <a:xfrm>
            <a:off x="3151188" y="3486150"/>
            <a:ext cx="488950"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a:t>
            </a:r>
          </a:p>
        </p:txBody>
      </p:sp>
      <p:sp>
        <p:nvSpPr>
          <p:cNvPr id="51211" name="文本框 51211">
            <a:extLst>
              <a:ext uri="{FF2B5EF4-FFF2-40B4-BE49-F238E27FC236}">
                <a16:creationId xmlns:a16="http://schemas.microsoft.com/office/drawing/2014/main" id="{2EFF74F4-0B29-4500-BCE2-656DE2917E5B}"/>
              </a:ext>
            </a:extLst>
          </p:cNvPr>
          <p:cNvSpPr txBox="1">
            <a:spLocks noChangeAspect="1" noChangeArrowheads="1"/>
          </p:cNvSpPr>
          <p:nvPr/>
        </p:nvSpPr>
        <p:spPr bwMode="auto">
          <a:xfrm>
            <a:off x="3200400" y="3144838"/>
            <a:ext cx="4556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D4</a:t>
            </a:r>
          </a:p>
        </p:txBody>
      </p:sp>
      <p:sp>
        <p:nvSpPr>
          <p:cNvPr id="51212" name="文本框 51212">
            <a:extLst>
              <a:ext uri="{FF2B5EF4-FFF2-40B4-BE49-F238E27FC236}">
                <a16:creationId xmlns:a16="http://schemas.microsoft.com/office/drawing/2014/main" id="{323DE60E-B0A9-4F8C-8ECE-E1F95F245CD7}"/>
              </a:ext>
            </a:extLst>
          </p:cNvPr>
          <p:cNvSpPr txBox="1">
            <a:spLocks noChangeAspect="1" noChangeArrowheads="1"/>
          </p:cNvSpPr>
          <p:nvPr/>
        </p:nvSpPr>
        <p:spPr bwMode="auto">
          <a:xfrm>
            <a:off x="3638550" y="3486150"/>
            <a:ext cx="490538"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a:t>
            </a:r>
          </a:p>
        </p:txBody>
      </p:sp>
      <p:sp>
        <p:nvSpPr>
          <p:cNvPr id="51213" name="文本框 51213">
            <a:extLst>
              <a:ext uri="{FF2B5EF4-FFF2-40B4-BE49-F238E27FC236}">
                <a16:creationId xmlns:a16="http://schemas.microsoft.com/office/drawing/2014/main" id="{A752057B-0E10-4861-B6FD-7748E407B856}"/>
              </a:ext>
            </a:extLst>
          </p:cNvPr>
          <p:cNvSpPr txBox="1">
            <a:spLocks noChangeAspect="1" noChangeArrowheads="1"/>
          </p:cNvSpPr>
          <p:nvPr/>
        </p:nvSpPr>
        <p:spPr bwMode="auto">
          <a:xfrm>
            <a:off x="3687763" y="3144838"/>
            <a:ext cx="457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D3</a:t>
            </a:r>
          </a:p>
        </p:txBody>
      </p:sp>
      <p:sp>
        <p:nvSpPr>
          <p:cNvPr id="51214" name="文本框 51214">
            <a:extLst>
              <a:ext uri="{FF2B5EF4-FFF2-40B4-BE49-F238E27FC236}">
                <a16:creationId xmlns:a16="http://schemas.microsoft.com/office/drawing/2014/main" id="{A7A24679-93C0-41D0-A4ED-81E26C714FAF}"/>
              </a:ext>
            </a:extLst>
          </p:cNvPr>
          <p:cNvSpPr txBox="1">
            <a:spLocks noChangeAspect="1" noChangeArrowheads="1"/>
          </p:cNvSpPr>
          <p:nvPr/>
        </p:nvSpPr>
        <p:spPr bwMode="auto">
          <a:xfrm>
            <a:off x="4110038" y="3486150"/>
            <a:ext cx="525462"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W2</a:t>
            </a:r>
          </a:p>
        </p:txBody>
      </p:sp>
      <p:sp>
        <p:nvSpPr>
          <p:cNvPr id="51215" name="文本框 51215">
            <a:extLst>
              <a:ext uri="{FF2B5EF4-FFF2-40B4-BE49-F238E27FC236}">
                <a16:creationId xmlns:a16="http://schemas.microsoft.com/office/drawing/2014/main" id="{5472E150-A003-461E-B106-1630B99A0F3A}"/>
              </a:ext>
            </a:extLst>
          </p:cNvPr>
          <p:cNvSpPr txBox="1">
            <a:spLocks noChangeAspect="1" noChangeArrowheads="1"/>
          </p:cNvSpPr>
          <p:nvPr/>
        </p:nvSpPr>
        <p:spPr bwMode="auto">
          <a:xfrm>
            <a:off x="4192588" y="3144838"/>
            <a:ext cx="4556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D2</a:t>
            </a:r>
          </a:p>
        </p:txBody>
      </p:sp>
      <p:sp>
        <p:nvSpPr>
          <p:cNvPr id="51216" name="文本框 51216">
            <a:extLst>
              <a:ext uri="{FF2B5EF4-FFF2-40B4-BE49-F238E27FC236}">
                <a16:creationId xmlns:a16="http://schemas.microsoft.com/office/drawing/2014/main" id="{57D628ED-1A1F-427F-9E87-883DC3A969BC}"/>
              </a:ext>
            </a:extLst>
          </p:cNvPr>
          <p:cNvSpPr txBox="1">
            <a:spLocks noChangeAspect="1" noChangeArrowheads="1"/>
          </p:cNvSpPr>
          <p:nvPr/>
        </p:nvSpPr>
        <p:spPr bwMode="auto">
          <a:xfrm>
            <a:off x="4648200" y="3486150"/>
            <a:ext cx="525463"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W1</a:t>
            </a:r>
          </a:p>
        </p:txBody>
      </p:sp>
      <p:sp>
        <p:nvSpPr>
          <p:cNvPr id="51217" name="文本框 51217">
            <a:extLst>
              <a:ext uri="{FF2B5EF4-FFF2-40B4-BE49-F238E27FC236}">
                <a16:creationId xmlns:a16="http://schemas.microsoft.com/office/drawing/2014/main" id="{531010FF-C687-4AD0-9803-D842C32BB506}"/>
              </a:ext>
            </a:extLst>
          </p:cNvPr>
          <p:cNvSpPr txBox="1">
            <a:spLocks noChangeAspect="1" noChangeArrowheads="1"/>
          </p:cNvSpPr>
          <p:nvPr/>
        </p:nvSpPr>
        <p:spPr bwMode="auto">
          <a:xfrm>
            <a:off x="4730750" y="3144838"/>
            <a:ext cx="4556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D1</a:t>
            </a:r>
          </a:p>
        </p:txBody>
      </p:sp>
      <p:sp>
        <p:nvSpPr>
          <p:cNvPr id="51218" name="文本框 51218">
            <a:extLst>
              <a:ext uri="{FF2B5EF4-FFF2-40B4-BE49-F238E27FC236}">
                <a16:creationId xmlns:a16="http://schemas.microsoft.com/office/drawing/2014/main" id="{B7514895-82BA-4FA4-A8A2-7B5F39151285}"/>
              </a:ext>
            </a:extLst>
          </p:cNvPr>
          <p:cNvSpPr txBox="1">
            <a:spLocks noChangeAspect="1" noChangeArrowheads="1"/>
          </p:cNvSpPr>
          <p:nvPr/>
        </p:nvSpPr>
        <p:spPr bwMode="auto">
          <a:xfrm>
            <a:off x="5186363" y="3486150"/>
            <a:ext cx="525462" cy="374650"/>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0"/>
          <a:lstStyle/>
          <a:p>
            <a:pPr algn="just" eaLnBrk="0" hangingPunct="0"/>
            <a:r>
              <a:rPr lang="en-US" altLang="zh-CN">
                <a:latin typeface="Times New Roman" panose="02020603050405020304" pitchFamily="18" charset="0"/>
              </a:rPr>
              <a:t>W0</a:t>
            </a:r>
          </a:p>
        </p:txBody>
      </p:sp>
      <p:sp>
        <p:nvSpPr>
          <p:cNvPr id="51219" name="文本框 51219">
            <a:extLst>
              <a:ext uri="{FF2B5EF4-FFF2-40B4-BE49-F238E27FC236}">
                <a16:creationId xmlns:a16="http://schemas.microsoft.com/office/drawing/2014/main" id="{9CF71D67-4A7C-45CE-8E38-8FB969890285}"/>
              </a:ext>
            </a:extLst>
          </p:cNvPr>
          <p:cNvSpPr txBox="1">
            <a:spLocks noChangeAspect="1" noChangeArrowheads="1"/>
          </p:cNvSpPr>
          <p:nvPr/>
        </p:nvSpPr>
        <p:spPr bwMode="auto">
          <a:xfrm>
            <a:off x="5268913" y="3144838"/>
            <a:ext cx="4556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p>
            <a:pPr algn="just" eaLnBrk="0" hangingPunct="0"/>
            <a:r>
              <a:rPr lang="en-US" altLang="zh-CN">
                <a:latin typeface="Times New Roman" panose="02020603050405020304" pitchFamily="18" charset="0"/>
              </a:rPr>
              <a:t>D0</a:t>
            </a:r>
          </a:p>
        </p:txBody>
      </p:sp>
      <p:sp>
        <p:nvSpPr>
          <p:cNvPr id="51220" name="文本框 51220">
            <a:extLst>
              <a:ext uri="{FF2B5EF4-FFF2-40B4-BE49-F238E27FC236}">
                <a16:creationId xmlns:a16="http://schemas.microsoft.com/office/drawing/2014/main" id="{0D324821-A7D1-46FC-BBDD-BD06530E76C1}"/>
              </a:ext>
            </a:extLst>
          </p:cNvPr>
          <p:cNvSpPr txBox="1">
            <a:spLocks noChangeArrowheads="1"/>
          </p:cNvSpPr>
          <p:nvPr/>
        </p:nvSpPr>
        <p:spPr bwMode="auto">
          <a:xfrm>
            <a:off x="611188" y="4437063"/>
            <a:ext cx="8001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sz="2400">
                <a:solidFill>
                  <a:srgbClr val="FF0000"/>
                </a:solidFill>
                <a:latin typeface="Times New Roman" panose="02020603050405020304" pitchFamily="18" charset="0"/>
              </a:rPr>
              <a:t>D7</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IR</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=0</a:t>
            </a:r>
            <a:r>
              <a:rPr lang="zh-CN" altLang="en-US" sz="2400">
                <a:solidFill>
                  <a:srgbClr val="FF0000"/>
                </a:solidFill>
                <a:latin typeface="Times New Roman" panose="02020603050405020304" pitchFamily="18" charset="0"/>
              </a:rPr>
              <a:t>，表示</a:t>
            </a:r>
            <a:r>
              <a:rPr lang="en-US" altLang="zh-CN" sz="2400">
                <a:solidFill>
                  <a:srgbClr val="FF0000"/>
                </a:solidFill>
                <a:latin typeface="Times New Roman" panose="02020603050405020304" pitchFamily="18" charset="0"/>
              </a:rPr>
              <a:t>8259A</a:t>
            </a:r>
            <a:r>
              <a:rPr lang="zh-CN" altLang="en-US" sz="2400">
                <a:solidFill>
                  <a:srgbClr val="FF0000"/>
                </a:solidFill>
                <a:latin typeface="Times New Roman" panose="02020603050405020304" pitchFamily="18" charset="0"/>
              </a:rPr>
              <a:t>外部无中断请求。</a:t>
            </a:r>
            <a:r>
              <a:rPr lang="en-US" altLang="zh-CN" sz="2400">
                <a:solidFill>
                  <a:srgbClr val="FF0000"/>
                </a:solidFill>
                <a:latin typeface="Times New Roman" panose="02020603050405020304" pitchFamily="18" charset="0"/>
              </a:rPr>
              <a:t>D7</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IR</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=1</a:t>
            </a:r>
            <a:r>
              <a:rPr lang="zh-CN" altLang="en-US" sz="2400">
                <a:solidFill>
                  <a:srgbClr val="FF0000"/>
                </a:solidFill>
                <a:latin typeface="Times New Roman" panose="02020603050405020304" pitchFamily="18" charset="0"/>
              </a:rPr>
              <a:t>，表示</a:t>
            </a:r>
            <a:r>
              <a:rPr lang="en-US" altLang="zh-CN" sz="2400">
                <a:solidFill>
                  <a:srgbClr val="FF0000"/>
                </a:solidFill>
                <a:latin typeface="Times New Roman" panose="02020603050405020304" pitchFamily="18" charset="0"/>
              </a:rPr>
              <a:t>8259A</a:t>
            </a:r>
            <a:r>
              <a:rPr lang="zh-CN" altLang="en-US" sz="2400">
                <a:solidFill>
                  <a:srgbClr val="FF0000"/>
                </a:solidFill>
                <a:latin typeface="Times New Roman" panose="02020603050405020304" pitchFamily="18" charset="0"/>
              </a:rPr>
              <a:t>外部有中断请求，且</a:t>
            </a:r>
            <a:r>
              <a:rPr lang="en-US" altLang="zh-CN" sz="2400">
                <a:solidFill>
                  <a:srgbClr val="FF0000"/>
                </a:solidFill>
                <a:latin typeface="Times New Roman" panose="02020603050405020304" pitchFamily="18" charset="0"/>
              </a:rPr>
              <a:t>W2</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W1</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W0</a:t>
            </a:r>
            <a:r>
              <a:rPr lang="zh-CN" altLang="en-US" sz="2400">
                <a:solidFill>
                  <a:srgbClr val="FF0000"/>
                </a:solidFill>
                <a:latin typeface="Times New Roman" panose="02020603050405020304" pitchFamily="18" charset="0"/>
              </a:rPr>
              <a:t>为请求服务中断源的最高优先级编码。</a:t>
            </a:r>
          </a:p>
        </p:txBody>
      </p:sp>
      <p:sp>
        <p:nvSpPr>
          <p:cNvPr id="51221" name="文本框 51221">
            <a:extLst>
              <a:ext uri="{FF2B5EF4-FFF2-40B4-BE49-F238E27FC236}">
                <a16:creationId xmlns:a16="http://schemas.microsoft.com/office/drawing/2014/main" id="{340F5E1C-0B21-4C5B-AD58-F3550C3CCFC4}"/>
              </a:ext>
            </a:extLst>
          </p:cNvPr>
          <p:cNvSpPr txBox="1">
            <a:spLocks noChangeArrowheads="1"/>
          </p:cNvSpPr>
          <p:nvPr/>
        </p:nvSpPr>
        <p:spPr bwMode="auto">
          <a:xfrm>
            <a:off x="6162675" y="3165475"/>
            <a:ext cx="216058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gn="just">
              <a:spcBef>
                <a:spcPct val="50000"/>
              </a:spcBef>
            </a:pPr>
            <a:r>
              <a:rPr lang="zh-CN" altLang="en-US" b="1">
                <a:solidFill>
                  <a:srgbClr val="FF0000"/>
                </a:solidFill>
                <a:latin typeface="Garamond" panose="02020404030301010803" pitchFamily="18" charset="0"/>
              </a:rPr>
              <a:t>在置</a:t>
            </a:r>
            <a:r>
              <a:rPr lang="en-US" altLang="zh-CN" b="1">
                <a:solidFill>
                  <a:srgbClr val="FF0000"/>
                </a:solidFill>
                <a:latin typeface="Garamond" panose="02020404030301010803" pitchFamily="18" charset="0"/>
              </a:rPr>
              <a:t>P=1</a:t>
            </a:r>
            <a:r>
              <a:rPr lang="zh-CN" altLang="en-US" b="1">
                <a:solidFill>
                  <a:srgbClr val="FF0000"/>
                </a:solidFill>
                <a:latin typeface="Garamond" panose="02020404030301010803" pitchFamily="18" charset="0"/>
              </a:rPr>
              <a:t>后，马上读取偶端口即获得中断状态字。</a:t>
            </a:r>
          </a:p>
        </p:txBody>
      </p:sp>
      <p:sp>
        <p:nvSpPr>
          <p:cNvPr id="51222" name="灯片编号占位符 1">
            <a:extLst>
              <a:ext uri="{FF2B5EF4-FFF2-40B4-BE49-F238E27FC236}">
                <a16:creationId xmlns:a16="http://schemas.microsoft.com/office/drawing/2014/main" id="{61C0ECC3-1281-4CF5-903B-352F3EAC650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0D2DD560-28F3-461E-9545-C98CC5A61539}" type="slidenum">
              <a:rPr lang="zh-CN" altLang="en-US" smtClean="0"/>
              <a:pPr eaLnBrk="0" hangingPunct="0"/>
              <a:t>47</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52225">
            <a:extLst>
              <a:ext uri="{FF2B5EF4-FFF2-40B4-BE49-F238E27FC236}">
                <a16:creationId xmlns:a16="http://schemas.microsoft.com/office/drawing/2014/main" id="{1D4CE88C-E752-45D1-BBEA-F740D9F35F98}"/>
              </a:ext>
            </a:extLst>
          </p:cNvPr>
          <p:cNvSpPr>
            <a:spLocks noChangeArrowheads="1"/>
          </p:cNvSpPr>
          <p:nvPr/>
        </p:nvSpPr>
        <p:spPr bwMode="auto">
          <a:xfrm>
            <a:off x="152400" y="457200"/>
            <a:ext cx="8686800" cy="5715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just"/>
            <a:endParaRPr lang="zh-CN" altLang="en-US" sz="2400" b="1">
              <a:latin typeface="黑体" panose="02010609060101010101" pitchFamily="49" charset="-122"/>
            </a:endParaRPr>
          </a:p>
          <a:p>
            <a:pPr algn="just"/>
            <a:r>
              <a:rPr lang="zh-CN" altLang="en-US" sz="2400" b="1">
                <a:latin typeface="黑体" panose="02010609060101010101" pitchFamily="49" charset="-122"/>
              </a:rPr>
              <a:t>例，</a:t>
            </a:r>
            <a:r>
              <a:rPr lang="zh-CN" altLang="en-US" sz="2400" b="1">
                <a:latin typeface="Times New Roman" panose="02020603050405020304" pitchFamily="18" charset="0"/>
              </a:rPr>
              <a:t>如</a:t>
            </a:r>
            <a:r>
              <a:rPr lang="en-US" altLang="zh-CN" sz="2400" b="1">
                <a:latin typeface="Times New Roman" panose="02020603050405020304" pitchFamily="18" charset="0"/>
              </a:rPr>
              <a:t>CPU</a:t>
            </a:r>
            <a:r>
              <a:rPr lang="zh-CN" altLang="en-US" sz="2400" b="1">
                <a:latin typeface="Times New Roman" panose="02020603050405020304" pitchFamily="18" charset="0"/>
              </a:rPr>
              <a:t>正在处理</a:t>
            </a:r>
            <a:r>
              <a:rPr lang="en-US" altLang="zh-CN" sz="2400" b="1">
                <a:latin typeface="Times New Roman" panose="02020603050405020304" pitchFamily="18" charset="0"/>
              </a:rPr>
              <a:t>IR4</a:t>
            </a:r>
            <a:r>
              <a:rPr lang="zh-CN" altLang="en-US" sz="2400" b="1">
                <a:latin typeface="Times New Roman" panose="02020603050405020304" pitchFamily="18" charset="0"/>
              </a:rPr>
              <a:t>引入的中断请求，一般</a:t>
            </a:r>
            <a:r>
              <a:rPr lang="en-US" altLang="zh-CN" sz="2400" b="1">
                <a:latin typeface="Times New Roman" panose="02020603050405020304" pitchFamily="18" charset="0"/>
              </a:rPr>
              <a:t>CPU</a:t>
            </a:r>
            <a:r>
              <a:rPr lang="zh-CN" altLang="en-US" sz="2400" b="1">
                <a:latin typeface="Times New Roman" panose="02020603050405020304" pitchFamily="18" charset="0"/>
              </a:rPr>
              <a:t>不响应低级</a:t>
            </a:r>
          </a:p>
          <a:p>
            <a:pPr algn="just"/>
            <a:r>
              <a:rPr lang="zh-CN" altLang="en-US" sz="2400" b="1">
                <a:latin typeface="Times New Roman" panose="02020603050405020304" pitchFamily="18" charset="0"/>
              </a:rPr>
              <a:t>别的中断请求，但利用写入</a:t>
            </a:r>
            <a:r>
              <a:rPr lang="en-US" altLang="zh-CN" sz="2400" b="1">
                <a:latin typeface="Times New Roman" panose="02020603050405020304" pitchFamily="18" charset="0"/>
              </a:rPr>
              <a:t>OCW3</a:t>
            </a:r>
            <a:r>
              <a:rPr lang="zh-CN" altLang="en-US" sz="2400" b="1">
                <a:latin typeface="Times New Roman" panose="02020603050405020304" pitchFamily="18" charset="0"/>
              </a:rPr>
              <a:t>可实现低级中断源中断高级中</a:t>
            </a:r>
          </a:p>
          <a:p>
            <a:pPr algn="just"/>
            <a:r>
              <a:rPr lang="zh-CN" altLang="en-US" sz="2400" b="1">
                <a:latin typeface="Times New Roman" panose="02020603050405020304" pitchFamily="18" charset="0"/>
              </a:rPr>
              <a:t>断源的服务。</a:t>
            </a:r>
            <a:endParaRPr lang="zh-CN" altLang="en-US" sz="2000" b="1">
              <a:solidFill>
                <a:srgbClr val="FFFF00"/>
              </a:solidFill>
              <a:latin typeface="Times New Roman" panose="02020603050405020304" pitchFamily="18" charset="0"/>
            </a:endParaRPr>
          </a:p>
          <a:p>
            <a:pPr algn="just"/>
            <a:r>
              <a:rPr lang="zh-CN" altLang="en-US" sz="2000" b="1">
                <a:solidFill>
                  <a:srgbClr val="FFFF00"/>
                </a:solidFill>
                <a:latin typeface="Times New Roman" panose="02020603050405020304" pitchFamily="18" charset="0"/>
              </a:rPr>
              <a:t>     </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IR4</a:t>
            </a:r>
            <a:r>
              <a:rPr lang="zh-CN" altLang="en-US" sz="2000" b="1">
                <a:solidFill>
                  <a:srgbClr val="FF0000"/>
                </a:solidFill>
                <a:latin typeface="Times New Roman" panose="02020603050405020304" pitchFamily="18" charset="0"/>
              </a:rPr>
              <a:t>的中断服务程序                 	</a:t>
            </a:r>
          </a:p>
          <a:p>
            <a:pPr algn="just"/>
            <a:r>
              <a:rPr lang="zh-CN" altLang="en-US" sz="2000" b="1">
                <a:solidFill>
                  <a:srgbClr val="FF0000"/>
                </a:solidFill>
                <a:latin typeface="Times New Roman" panose="02020603050405020304" pitchFamily="18" charset="0"/>
              </a:rPr>
              <a:t>	</a:t>
            </a:r>
            <a:r>
              <a:rPr lang="en-US" altLang="zh-CN" sz="2000" b="1">
                <a:solidFill>
                  <a:srgbClr val="FF0000"/>
                </a:solidFill>
                <a:latin typeface="Times New Roman" panose="02020603050405020304" pitchFamily="18" charset="0"/>
              </a:rPr>
              <a:t>CLI                    </a:t>
            </a:r>
            <a:r>
              <a:rPr lang="zh-CN" altLang="en-US" sz="2000" b="1">
                <a:solidFill>
                  <a:srgbClr val="FF0000"/>
                </a:solidFill>
                <a:latin typeface="Times New Roman" panose="02020603050405020304" pitchFamily="18" charset="0"/>
              </a:rPr>
              <a:t>；关中断</a:t>
            </a:r>
          </a:p>
          <a:p>
            <a:pPr algn="just"/>
            <a:r>
              <a:rPr lang="zh-CN" altLang="en-US" sz="2000" b="1">
                <a:solidFill>
                  <a:srgbClr val="FF0000"/>
                </a:solidFill>
                <a:latin typeface="Times New Roman" panose="02020603050405020304" pitchFamily="18" charset="0"/>
              </a:rPr>
              <a:t>	</a:t>
            </a:r>
            <a:r>
              <a:rPr lang="en-US" altLang="zh-CN" sz="2000" b="1">
                <a:solidFill>
                  <a:srgbClr val="FF0000"/>
                </a:solidFill>
                <a:latin typeface="Times New Roman" panose="02020603050405020304" pitchFamily="18" charset="0"/>
              </a:rPr>
              <a:t>MOV  AL</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00010000B     </a:t>
            </a:r>
            <a:r>
              <a:rPr lang="zh-CN" altLang="en-US" sz="2000" b="1">
                <a:solidFill>
                  <a:srgbClr val="FF0000"/>
                </a:solidFill>
                <a:latin typeface="Times New Roman" panose="02020603050405020304" pitchFamily="18" charset="0"/>
              </a:rPr>
              <a:t>；写入</a:t>
            </a:r>
            <a:r>
              <a:rPr lang="en-US" altLang="zh-CN" sz="2000" b="1">
                <a:solidFill>
                  <a:srgbClr val="FF0000"/>
                </a:solidFill>
                <a:latin typeface="Times New Roman" panose="02020603050405020304" pitchFamily="18" charset="0"/>
              </a:rPr>
              <a:t>OCW1</a:t>
            </a:r>
            <a:r>
              <a:rPr lang="zh-CN" altLang="en-US" sz="2000" b="1">
                <a:solidFill>
                  <a:srgbClr val="FF0000"/>
                </a:solidFill>
                <a:latin typeface="Times New Roman" panose="02020603050405020304" pitchFamily="18" charset="0"/>
              </a:rPr>
              <a:t>，屏蔽</a:t>
            </a:r>
            <a:r>
              <a:rPr lang="en-US" altLang="zh-CN" sz="2000" b="1">
                <a:solidFill>
                  <a:srgbClr val="FF0000"/>
                </a:solidFill>
                <a:latin typeface="Times New Roman" panose="02020603050405020304" pitchFamily="18" charset="0"/>
              </a:rPr>
              <a:t>IR4</a:t>
            </a:r>
          </a:p>
          <a:p>
            <a:pPr algn="just"/>
            <a:r>
              <a:rPr lang="en-US" altLang="zh-CN" sz="2000" b="1">
                <a:solidFill>
                  <a:srgbClr val="FF0000"/>
                </a:solidFill>
                <a:latin typeface="Times New Roman" panose="02020603050405020304" pitchFamily="18" charset="0"/>
              </a:rPr>
              <a:t>	OUT  21H</a:t>
            </a:r>
          </a:p>
          <a:p>
            <a:pPr algn="just"/>
            <a:r>
              <a:rPr lang="en-US" altLang="zh-CN" sz="2000" b="1">
                <a:solidFill>
                  <a:srgbClr val="FF0000"/>
                </a:solidFill>
                <a:latin typeface="Times New Roman" panose="02020603050405020304" pitchFamily="18" charset="0"/>
              </a:rPr>
              <a:t>	MOV  AL</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01101000      </a:t>
            </a:r>
            <a:r>
              <a:rPr lang="zh-CN" altLang="en-US" sz="2000" b="1">
                <a:solidFill>
                  <a:srgbClr val="FF0000"/>
                </a:solidFill>
                <a:latin typeface="Times New Roman" panose="02020603050405020304" pitchFamily="18" charset="0"/>
              </a:rPr>
              <a:t>；写入</a:t>
            </a:r>
            <a:r>
              <a:rPr lang="en-US" altLang="zh-CN" sz="2000" b="1">
                <a:solidFill>
                  <a:srgbClr val="FF0000"/>
                </a:solidFill>
                <a:latin typeface="Times New Roman" panose="02020603050405020304" pitchFamily="18" charset="0"/>
              </a:rPr>
              <a:t>OCW3</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SMM=1</a:t>
            </a:r>
            <a:r>
              <a:rPr lang="zh-CN" altLang="en-US" sz="2000" b="1">
                <a:solidFill>
                  <a:srgbClr val="FF0000"/>
                </a:solidFill>
                <a:latin typeface="Times New Roman" panose="02020603050405020304" pitchFamily="18" charset="0"/>
              </a:rPr>
              <a:t>，设置特殊屏蔽方式</a:t>
            </a:r>
          </a:p>
          <a:p>
            <a:pPr algn="just"/>
            <a:r>
              <a:rPr lang="zh-CN" altLang="en-US" sz="2000" b="1">
                <a:solidFill>
                  <a:srgbClr val="FF0000"/>
                </a:solidFill>
                <a:latin typeface="Times New Roman" panose="02020603050405020304" pitchFamily="18" charset="0"/>
              </a:rPr>
              <a:t>	</a:t>
            </a:r>
            <a:r>
              <a:rPr lang="en-US" altLang="zh-CN" sz="2000" b="1">
                <a:solidFill>
                  <a:srgbClr val="FF0000"/>
                </a:solidFill>
                <a:latin typeface="Times New Roman" panose="02020603050405020304" pitchFamily="18" charset="0"/>
              </a:rPr>
              <a:t>OUT  20H</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AL</a:t>
            </a:r>
          </a:p>
          <a:p>
            <a:pPr algn="just"/>
            <a:r>
              <a:rPr lang="en-US" altLang="zh-CN" sz="2000" b="1">
                <a:solidFill>
                  <a:srgbClr val="FF0000"/>
                </a:solidFill>
                <a:latin typeface="Times New Roman" panose="02020603050405020304" pitchFamily="18" charset="0"/>
              </a:rPr>
              <a:t>	STI                    </a:t>
            </a:r>
            <a:r>
              <a:rPr lang="zh-CN" altLang="en-US" sz="2000" b="1">
                <a:solidFill>
                  <a:srgbClr val="FF0000"/>
                </a:solidFill>
                <a:latin typeface="Times New Roman" panose="02020603050405020304" pitchFamily="18" charset="0"/>
              </a:rPr>
              <a:t>；开中断   </a:t>
            </a:r>
          </a:p>
          <a:p>
            <a:pPr algn="just"/>
            <a:r>
              <a:rPr lang="zh-CN" altLang="en-US" sz="2000" b="1">
                <a:solidFill>
                  <a:srgbClr val="FF0000"/>
                </a:solidFill>
                <a:latin typeface="Times New Roman" panose="02020603050405020304" pitchFamily="18" charset="0"/>
              </a:rPr>
              <a:t>        </a:t>
            </a:r>
          </a:p>
          <a:p>
            <a:pPr algn="just"/>
            <a:r>
              <a:rPr lang="zh-CN" altLang="en-US" sz="2000" b="1">
                <a:solidFill>
                  <a:srgbClr val="FF0000"/>
                </a:solidFill>
                <a:latin typeface="Times New Roman" panose="02020603050405020304" pitchFamily="18" charset="0"/>
              </a:rPr>
              <a:t>      ；此时，有低级中断源请求，</a:t>
            </a:r>
            <a:r>
              <a:rPr lang="en-US" altLang="zh-CN" sz="2000" b="1">
                <a:solidFill>
                  <a:srgbClr val="FF0000"/>
                </a:solidFill>
                <a:latin typeface="Times New Roman" panose="02020603050405020304" pitchFamily="18" charset="0"/>
              </a:rPr>
              <a:t>CPU</a:t>
            </a:r>
            <a:r>
              <a:rPr lang="zh-CN" altLang="en-US" sz="2000" b="1">
                <a:solidFill>
                  <a:srgbClr val="FF0000"/>
                </a:solidFill>
                <a:latin typeface="Times New Roman" panose="02020603050405020304" pitchFamily="18" charset="0"/>
              </a:rPr>
              <a:t>可响应，并执行低级中断源的服务程序                         </a:t>
            </a:r>
          </a:p>
          <a:p>
            <a:pPr algn="just"/>
            <a:r>
              <a:rPr lang="zh-CN" altLang="en-US" sz="2000" b="1">
                <a:solidFill>
                  <a:srgbClr val="FF0000"/>
                </a:solidFill>
                <a:latin typeface="Times New Roman" panose="02020603050405020304" pitchFamily="18" charset="0"/>
              </a:rPr>
              <a:t>	</a:t>
            </a:r>
            <a:r>
              <a:rPr lang="en-US" altLang="zh-CN" sz="2000" b="1">
                <a:solidFill>
                  <a:srgbClr val="FF0000"/>
                </a:solidFill>
                <a:latin typeface="Times New Roman" panose="02020603050405020304" pitchFamily="18" charset="0"/>
              </a:rPr>
              <a:t>CLI                    </a:t>
            </a:r>
            <a:r>
              <a:rPr lang="zh-CN" altLang="en-US" sz="2000" b="1">
                <a:solidFill>
                  <a:srgbClr val="FF0000"/>
                </a:solidFill>
                <a:latin typeface="Times New Roman" panose="02020603050405020304" pitchFamily="18" charset="0"/>
              </a:rPr>
              <a:t>；关中断</a:t>
            </a:r>
          </a:p>
          <a:p>
            <a:pPr algn="just"/>
            <a:r>
              <a:rPr lang="zh-CN" altLang="en-US" sz="2000" b="1">
                <a:solidFill>
                  <a:srgbClr val="FF0000"/>
                </a:solidFill>
                <a:latin typeface="Times New Roman" panose="02020603050405020304" pitchFamily="18" charset="0"/>
              </a:rPr>
              <a:t>	</a:t>
            </a:r>
            <a:r>
              <a:rPr lang="en-US" altLang="zh-CN" sz="2000" b="1">
                <a:solidFill>
                  <a:srgbClr val="FF0000"/>
                </a:solidFill>
                <a:latin typeface="Times New Roman" panose="02020603050405020304" pitchFamily="18" charset="0"/>
              </a:rPr>
              <a:t>MOV  AL</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01001000B     </a:t>
            </a:r>
            <a:r>
              <a:rPr lang="zh-CN" altLang="en-US" sz="2000" b="1">
                <a:solidFill>
                  <a:srgbClr val="FF0000"/>
                </a:solidFill>
                <a:latin typeface="Times New Roman" panose="02020603050405020304" pitchFamily="18" charset="0"/>
              </a:rPr>
              <a:t>；写入</a:t>
            </a:r>
            <a:r>
              <a:rPr lang="en-US" altLang="zh-CN" sz="2000" b="1">
                <a:solidFill>
                  <a:srgbClr val="FF0000"/>
                </a:solidFill>
                <a:latin typeface="Times New Roman" panose="02020603050405020304" pitchFamily="18" charset="0"/>
              </a:rPr>
              <a:t>OCW3</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SMM=0</a:t>
            </a:r>
            <a:r>
              <a:rPr lang="zh-CN" altLang="en-US" sz="2000" b="1">
                <a:solidFill>
                  <a:srgbClr val="FF0000"/>
                </a:solidFill>
                <a:latin typeface="Times New Roman" panose="02020603050405020304" pitchFamily="18" charset="0"/>
              </a:rPr>
              <a:t>，清除特殊屏蔽方式 </a:t>
            </a:r>
          </a:p>
          <a:p>
            <a:pPr algn="just"/>
            <a:r>
              <a:rPr lang="zh-CN" altLang="en-US" sz="2000" b="1">
                <a:solidFill>
                  <a:srgbClr val="FF0000"/>
                </a:solidFill>
                <a:latin typeface="Times New Roman" panose="02020603050405020304" pitchFamily="18" charset="0"/>
              </a:rPr>
              <a:t>	</a:t>
            </a:r>
            <a:r>
              <a:rPr lang="en-US" altLang="zh-CN" sz="2000" b="1">
                <a:solidFill>
                  <a:srgbClr val="FF0000"/>
                </a:solidFill>
                <a:latin typeface="Times New Roman" panose="02020603050405020304" pitchFamily="18" charset="0"/>
              </a:rPr>
              <a:t>OUT  20H</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AL</a:t>
            </a:r>
          </a:p>
          <a:p>
            <a:pPr algn="just"/>
            <a:r>
              <a:rPr lang="en-US" altLang="zh-CN" sz="2000" b="1">
                <a:solidFill>
                  <a:srgbClr val="FF0000"/>
                </a:solidFill>
                <a:latin typeface="Times New Roman" panose="02020603050405020304" pitchFamily="18" charset="0"/>
              </a:rPr>
              <a:t>	MOV  AL</a:t>
            </a:r>
            <a:r>
              <a:rPr lang="zh-CN" altLang="en-US" sz="2000" b="1">
                <a:solidFill>
                  <a:srgbClr val="FF0000"/>
                </a:solidFill>
                <a:latin typeface="Times New Roman" panose="02020603050405020304" pitchFamily="18" charset="0"/>
              </a:rPr>
              <a:t>，</a:t>
            </a:r>
            <a:r>
              <a:rPr lang="en-US" altLang="zh-CN" sz="2000" b="1">
                <a:solidFill>
                  <a:srgbClr val="FF0000"/>
                </a:solidFill>
                <a:latin typeface="Times New Roman" panose="02020603050405020304" pitchFamily="18" charset="0"/>
              </a:rPr>
              <a:t>00000000B     </a:t>
            </a:r>
            <a:r>
              <a:rPr lang="zh-CN" altLang="en-US" sz="2000" b="1">
                <a:solidFill>
                  <a:srgbClr val="FF0000"/>
                </a:solidFill>
                <a:latin typeface="Times New Roman" panose="02020603050405020304" pitchFamily="18" charset="0"/>
              </a:rPr>
              <a:t>；写入</a:t>
            </a:r>
            <a:r>
              <a:rPr lang="en-US" altLang="zh-CN" sz="2000" b="1">
                <a:solidFill>
                  <a:srgbClr val="FF0000"/>
                </a:solidFill>
                <a:latin typeface="Times New Roman" panose="02020603050405020304" pitchFamily="18" charset="0"/>
              </a:rPr>
              <a:t>OCW1</a:t>
            </a:r>
            <a:r>
              <a:rPr lang="zh-CN" altLang="en-US" sz="2000" b="1">
                <a:solidFill>
                  <a:srgbClr val="FF0000"/>
                </a:solidFill>
                <a:latin typeface="Times New Roman" panose="02020603050405020304" pitchFamily="18" charset="0"/>
              </a:rPr>
              <a:t>，开放</a:t>
            </a:r>
            <a:r>
              <a:rPr lang="en-US" altLang="zh-CN" sz="2000" b="1">
                <a:solidFill>
                  <a:srgbClr val="FF0000"/>
                </a:solidFill>
                <a:latin typeface="Times New Roman" panose="02020603050405020304" pitchFamily="18" charset="0"/>
              </a:rPr>
              <a:t>IR4</a:t>
            </a:r>
          </a:p>
          <a:p>
            <a:pPr algn="just"/>
            <a:r>
              <a:rPr lang="en-US" altLang="zh-CN" sz="2000" b="1">
                <a:solidFill>
                  <a:srgbClr val="FF0000"/>
                </a:solidFill>
                <a:latin typeface="Times New Roman" panose="02020603050405020304" pitchFamily="18" charset="0"/>
              </a:rPr>
              <a:t>	OUT  21H</a:t>
            </a:r>
          </a:p>
          <a:p>
            <a:pPr algn="just"/>
            <a:r>
              <a:rPr lang="en-US" altLang="zh-CN" sz="2000" b="1">
                <a:solidFill>
                  <a:srgbClr val="FF0000"/>
                </a:solidFill>
                <a:latin typeface="Times New Roman" panose="02020603050405020304" pitchFamily="18" charset="0"/>
              </a:rPr>
              <a:t>	STI                    </a:t>
            </a:r>
            <a:r>
              <a:rPr lang="zh-CN" altLang="en-US" sz="2000" b="1">
                <a:solidFill>
                  <a:srgbClr val="FF0000"/>
                </a:solidFill>
                <a:latin typeface="Times New Roman" panose="02020603050405020304" pitchFamily="18" charset="0"/>
              </a:rPr>
              <a:t>；开中断</a:t>
            </a:r>
            <a:r>
              <a:rPr lang="zh-CN" altLang="en-US" sz="2400" b="1">
                <a:solidFill>
                  <a:srgbClr val="FF0000"/>
                </a:solidFill>
                <a:latin typeface="黑体" panose="02010609060101010101" pitchFamily="49" charset="-122"/>
              </a:rPr>
              <a:t>           </a:t>
            </a:r>
          </a:p>
        </p:txBody>
      </p:sp>
      <p:sp>
        <p:nvSpPr>
          <p:cNvPr id="2" name="灯片编号占位符 1">
            <a:extLst>
              <a:ext uri="{FF2B5EF4-FFF2-40B4-BE49-F238E27FC236}">
                <a16:creationId xmlns:a16="http://schemas.microsoft.com/office/drawing/2014/main" id="{DB346FD2-5816-4959-AC73-22E75FCE9D1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C12E5591-05C0-4D73-B969-381C093B8FBF}" type="slidenum">
              <a:rPr lang="zh-CN" altLang="en-US" smtClean="0"/>
              <a:pPr eaLnBrk="0" hangingPunct="0"/>
              <a:t>48</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slide(fromLeft)">
                                      <p:cBhvr>
                                        <p:cTn id="7" dur="500"/>
                                        <p:tgtEl>
                                          <p:spTgt spid="5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文本框 53249">
            <a:extLst>
              <a:ext uri="{FF2B5EF4-FFF2-40B4-BE49-F238E27FC236}">
                <a16:creationId xmlns:a16="http://schemas.microsoft.com/office/drawing/2014/main" id="{41157012-C2B6-4761-B8D4-0EDFFB738BB2}"/>
              </a:ext>
            </a:extLst>
          </p:cNvPr>
          <p:cNvSpPr txBox="1">
            <a:spLocks noChangeArrowheads="1"/>
          </p:cNvSpPr>
          <p:nvPr/>
        </p:nvSpPr>
        <p:spPr bwMode="auto">
          <a:xfrm>
            <a:off x="519113" y="173038"/>
            <a:ext cx="27574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solidFill>
                  <a:srgbClr val="FFFF00"/>
                </a:solidFill>
                <a:latin typeface="Times New Roman" panose="02020603050405020304" pitchFamily="18" charset="0"/>
                <a:ea typeface="黑体" panose="02010609060101010101" pitchFamily="49" charset="-122"/>
              </a:rPr>
              <a:t>应用举例</a:t>
            </a:r>
          </a:p>
        </p:txBody>
      </p:sp>
      <p:sp>
        <p:nvSpPr>
          <p:cNvPr id="53251" name="矩形 53250">
            <a:extLst>
              <a:ext uri="{FF2B5EF4-FFF2-40B4-BE49-F238E27FC236}">
                <a16:creationId xmlns:a16="http://schemas.microsoft.com/office/drawing/2014/main" id="{6B651335-BE54-4435-8E3C-800DA3236D75}"/>
              </a:ext>
            </a:extLst>
          </p:cNvPr>
          <p:cNvSpPr>
            <a:spLocks noChangeArrowheads="1"/>
          </p:cNvSpPr>
          <p:nvPr/>
        </p:nvSpPr>
        <p:spPr bwMode="auto">
          <a:xfrm>
            <a:off x="252413" y="698500"/>
            <a:ext cx="8839200" cy="561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just"/>
            <a:r>
              <a:rPr lang="zh-CN" altLang="en-US" sz="2400">
                <a:solidFill>
                  <a:srgbClr val="FF0000"/>
                </a:solidFill>
                <a:latin typeface="黑体" panose="02010609060101010101" pitchFamily="49" charset="-122"/>
                <a:ea typeface="黑体" panose="02010609060101010101" pitchFamily="49" charset="-122"/>
              </a:rPr>
              <a:t>系统只有一片</a:t>
            </a:r>
            <a:r>
              <a:rPr lang="en-US" altLang="zh-CN" sz="2400">
                <a:solidFill>
                  <a:srgbClr val="FF0000"/>
                </a:solidFill>
                <a:latin typeface="黑体" panose="02010609060101010101" pitchFamily="49" charset="-122"/>
                <a:ea typeface="黑体" panose="02010609060101010101" pitchFamily="49" charset="-122"/>
              </a:rPr>
              <a:t>8259A</a:t>
            </a:r>
            <a:r>
              <a:rPr lang="zh-CN" altLang="en-US" sz="2400">
                <a:solidFill>
                  <a:srgbClr val="FF0000"/>
                </a:solidFill>
                <a:latin typeface="黑体" panose="02010609060101010101" pitchFamily="49" charset="-122"/>
                <a:ea typeface="黑体" panose="02010609060101010101" pitchFamily="49" charset="-122"/>
              </a:rPr>
              <a:t>，当</a:t>
            </a:r>
            <a:r>
              <a:rPr lang="en-US" altLang="zh-CN" sz="2400">
                <a:solidFill>
                  <a:srgbClr val="FF0000"/>
                </a:solidFill>
                <a:latin typeface="黑体" panose="02010609060101010101" pitchFamily="49" charset="-122"/>
                <a:ea typeface="黑体" panose="02010609060101010101" pitchFamily="49" charset="-122"/>
              </a:rPr>
              <a:t>CPU</a:t>
            </a:r>
            <a:r>
              <a:rPr lang="zh-CN" altLang="en-US" sz="2400">
                <a:solidFill>
                  <a:srgbClr val="FF0000"/>
                </a:solidFill>
                <a:latin typeface="黑体" panose="02010609060101010101" pitchFamily="49" charset="-122"/>
                <a:ea typeface="黑体" panose="02010609060101010101" pitchFamily="49" charset="-122"/>
              </a:rPr>
              <a:t>执行主程序时，</a:t>
            </a:r>
            <a:r>
              <a:rPr lang="en-US" altLang="zh-CN" sz="2400">
                <a:solidFill>
                  <a:srgbClr val="FF0000"/>
                </a:solidFill>
                <a:latin typeface="黑体" panose="02010609060101010101" pitchFamily="49" charset="-122"/>
                <a:ea typeface="黑体" panose="02010609060101010101" pitchFamily="49" charset="-122"/>
              </a:rPr>
              <a:t>8259A</a:t>
            </a:r>
            <a:r>
              <a:rPr lang="zh-CN" altLang="en-US" sz="2400">
                <a:solidFill>
                  <a:srgbClr val="FF0000"/>
                </a:solidFill>
                <a:latin typeface="黑体" panose="02010609060101010101" pitchFamily="49" charset="-122"/>
                <a:ea typeface="黑体" panose="02010609060101010101" pitchFamily="49" charset="-122"/>
              </a:rPr>
              <a:t>的</a:t>
            </a:r>
            <a:r>
              <a:rPr lang="en-US" altLang="zh-CN" sz="2400">
                <a:solidFill>
                  <a:srgbClr val="FF0000"/>
                </a:solidFill>
                <a:latin typeface="黑体" panose="02010609060101010101" pitchFamily="49" charset="-122"/>
                <a:ea typeface="黑体" panose="02010609060101010101" pitchFamily="49" charset="-122"/>
              </a:rPr>
              <a:t>IR3</a:t>
            </a:r>
            <a:r>
              <a:rPr lang="zh-CN" altLang="en-US" sz="2400">
                <a:solidFill>
                  <a:srgbClr val="FF0000"/>
                </a:solidFill>
                <a:latin typeface="黑体" panose="02010609060101010101" pitchFamily="49" charset="-122"/>
                <a:ea typeface="黑体" panose="02010609060101010101" pitchFamily="49" charset="-122"/>
              </a:rPr>
              <a:t>请求中断， </a:t>
            </a:r>
          </a:p>
          <a:p>
            <a:pPr algn="just"/>
            <a:r>
              <a:rPr lang="zh-CN" altLang="en-US" sz="2400">
                <a:solidFill>
                  <a:srgbClr val="FF0000"/>
                </a:solidFill>
                <a:latin typeface="黑体" panose="02010609060101010101" pitchFamily="49" charset="-122"/>
                <a:ea typeface="黑体" panose="02010609060101010101" pitchFamily="49" charset="-122"/>
              </a:rPr>
              <a:t>在</a:t>
            </a:r>
            <a:r>
              <a:rPr lang="en-US" altLang="zh-CN" sz="2400">
                <a:solidFill>
                  <a:srgbClr val="FF0000"/>
                </a:solidFill>
                <a:latin typeface="黑体" panose="02010609060101010101" pitchFamily="49" charset="-122"/>
                <a:ea typeface="黑体" panose="02010609060101010101" pitchFamily="49" charset="-122"/>
              </a:rPr>
              <a:t>CPU</a:t>
            </a:r>
            <a:r>
              <a:rPr lang="zh-CN" altLang="en-US" sz="2400">
                <a:solidFill>
                  <a:srgbClr val="FF0000"/>
                </a:solidFill>
                <a:latin typeface="黑体" panose="02010609060101010101" pitchFamily="49" charset="-122"/>
                <a:ea typeface="黑体" panose="02010609060101010101" pitchFamily="49" charset="-122"/>
              </a:rPr>
              <a:t>为</a:t>
            </a:r>
            <a:r>
              <a:rPr lang="en-US" altLang="zh-CN" sz="2400">
                <a:solidFill>
                  <a:srgbClr val="FF0000"/>
                </a:solidFill>
                <a:latin typeface="黑体" panose="02010609060101010101" pitchFamily="49" charset="-122"/>
                <a:ea typeface="黑体" panose="02010609060101010101" pitchFamily="49" charset="-122"/>
              </a:rPr>
              <a:t>IR3</a:t>
            </a:r>
            <a:r>
              <a:rPr lang="zh-CN" altLang="en-US" sz="2400">
                <a:solidFill>
                  <a:srgbClr val="FF0000"/>
                </a:solidFill>
                <a:latin typeface="黑体" panose="02010609060101010101" pitchFamily="49" charset="-122"/>
                <a:ea typeface="黑体" panose="02010609060101010101" pitchFamily="49" charset="-122"/>
              </a:rPr>
              <a:t>中断服务时， </a:t>
            </a:r>
            <a:r>
              <a:rPr lang="en-US" altLang="zh-CN" sz="2400">
                <a:solidFill>
                  <a:srgbClr val="FF0000"/>
                </a:solidFill>
                <a:latin typeface="黑体" panose="02010609060101010101" pitchFamily="49" charset="-122"/>
                <a:ea typeface="黑体" panose="02010609060101010101" pitchFamily="49" charset="-122"/>
              </a:rPr>
              <a:t>IR2</a:t>
            </a:r>
            <a:r>
              <a:rPr lang="zh-CN" altLang="en-US" sz="2400">
                <a:solidFill>
                  <a:srgbClr val="FF0000"/>
                </a:solidFill>
                <a:latin typeface="黑体" panose="02010609060101010101" pitchFamily="49" charset="-122"/>
                <a:ea typeface="黑体" panose="02010609060101010101" pitchFamily="49" charset="-122"/>
              </a:rPr>
              <a:t>又发出中断请求，若</a:t>
            </a:r>
            <a:r>
              <a:rPr lang="en-US" altLang="zh-CN" sz="2400">
                <a:solidFill>
                  <a:srgbClr val="FF0000"/>
                </a:solidFill>
                <a:latin typeface="黑体" panose="02010609060101010101" pitchFamily="49" charset="-122"/>
                <a:ea typeface="黑体" panose="02010609060101010101" pitchFamily="49" charset="-122"/>
              </a:rPr>
              <a:t>8259A</a:t>
            </a:r>
            <a:r>
              <a:rPr lang="zh-CN" altLang="en-US" sz="2400">
                <a:solidFill>
                  <a:srgbClr val="FF0000"/>
                </a:solidFill>
                <a:latin typeface="黑体" panose="02010609060101010101" pitchFamily="49" charset="-122"/>
                <a:ea typeface="黑体" panose="02010609060101010101" pitchFamily="49" charset="-122"/>
              </a:rPr>
              <a:t>采用完全</a:t>
            </a:r>
          </a:p>
          <a:p>
            <a:pPr algn="just"/>
            <a:r>
              <a:rPr lang="zh-CN" altLang="en-US" sz="2400">
                <a:solidFill>
                  <a:srgbClr val="FF0000"/>
                </a:solidFill>
                <a:latin typeface="黑体" panose="02010609060101010101" pitchFamily="49" charset="-122"/>
                <a:ea typeface="黑体" panose="02010609060101010101" pitchFamily="49" charset="-122"/>
              </a:rPr>
              <a:t>嵌套方式工作，试说明该中断方式流程。</a:t>
            </a:r>
          </a:p>
          <a:p>
            <a:pPr algn="just"/>
            <a:endParaRPr lang="zh-CN" altLang="en-US" sz="2400">
              <a:solidFill>
                <a:srgbClr val="FF0000"/>
              </a:solidFill>
              <a:latin typeface="黑体" panose="02010609060101010101" pitchFamily="49" charset="-122"/>
              <a:ea typeface="黑体" panose="02010609060101010101" pitchFamily="49" charset="-122"/>
            </a:endParaRPr>
          </a:p>
          <a:p>
            <a:pPr algn="just">
              <a:buClr>
                <a:srgbClr val="FF7C80"/>
              </a:buClr>
              <a:buSzPct val="120000"/>
              <a:buFont typeface="Wingdings" panose="05000000000000000000" pitchFamily="2" charset="2"/>
              <a:buChar char="§"/>
            </a:pPr>
            <a:r>
              <a:rPr lang="zh-CN" altLang="en-US" sz="2400">
                <a:solidFill>
                  <a:srgbClr val="FFFF00"/>
                </a:solidFill>
                <a:latin typeface="宋体" panose="02010600030101010101" pitchFamily="2" charset="-122"/>
              </a:rPr>
              <a:t> </a:t>
            </a:r>
            <a:r>
              <a:rPr lang="zh-CN" altLang="en-US" sz="2000">
                <a:latin typeface="宋体" panose="02010600030101010101" pitchFamily="2" charset="-122"/>
              </a:rPr>
              <a:t>对</a:t>
            </a:r>
            <a:r>
              <a:rPr lang="en-US" altLang="zh-CN" sz="2000">
                <a:latin typeface="黑体" panose="02010609060101010101" pitchFamily="49" charset="-122"/>
              </a:rPr>
              <a:t>8259A</a:t>
            </a:r>
            <a:r>
              <a:rPr lang="zh-CN" altLang="en-US" sz="2000">
                <a:latin typeface="宋体" panose="02010600030101010101" pitchFamily="2" charset="-122"/>
              </a:rPr>
              <a:t>写入初始化命令字后，若不再写入操作命令字，则 </a:t>
            </a:r>
            <a:r>
              <a:rPr lang="zh-CN" altLang="en-US" sz="2000">
                <a:latin typeface="黑体" panose="02010609060101010101" pitchFamily="49" charset="-122"/>
                <a:ea typeface="黑体" panose="02010609060101010101" pitchFamily="49" charset="-122"/>
              </a:rPr>
              <a:t> </a:t>
            </a:r>
          </a:p>
          <a:p>
            <a:pPr algn="just">
              <a:buClr>
                <a:srgbClr val="FF7C80"/>
              </a:buClr>
              <a:buSzPct val="120000"/>
              <a:buFont typeface="Wingdings" panose="05000000000000000000" pitchFamily="2" charset="2"/>
              <a:buNone/>
            </a:pPr>
            <a:r>
              <a:rPr lang="zh-CN" altLang="en-US" sz="2000">
                <a:latin typeface="黑体" panose="02010609060101010101" pitchFamily="49" charset="-122"/>
              </a:rPr>
              <a:t>  </a:t>
            </a:r>
            <a:r>
              <a:rPr lang="en-US" altLang="zh-CN" sz="2000">
                <a:latin typeface="黑体" panose="02010609060101010101" pitchFamily="49" charset="-122"/>
              </a:rPr>
              <a:t>8259A</a:t>
            </a:r>
            <a:r>
              <a:rPr lang="zh-CN" altLang="en-US" sz="2000">
                <a:latin typeface="宋体" panose="02010600030101010101" pitchFamily="2" charset="-122"/>
              </a:rPr>
              <a:t>自动进入完全嵌套方式。</a:t>
            </a:r>
          </a:p>
          <a:p>
            <a:pPr algn="just">
              <a:buClr>
                <a:srgbClr val="FF7C80"/>
              </a:buClr>
              <a:buSzPct val="120000"/>
              <a:buFont typeface="Wingdings" panose="05000000000000000000" pitchFamily="2" charset="2"/>
              <a:buChar char="§"/>
            </a:pPr>
            <a:r>
              <a:rPr lang="zh-CN" altLang="en-US" sz="2000">
                <a:latin typeface="宋体" panose="02010600030101010101" pitchFamily="2" charset="-122"/>
              </a:rPr>
              <a:t> </a:t>
            </a:r>
            <a:r>
              <a:rPr lang="en-US" altLang="zh-CN" sz="2000">
                <a:latin typeface="宋体" panose="02010600030101010101" pitchFamily="2" charset="-122"/>
              </a:rPr>
              <a:t>8259A</a:t>
            </a:r>
            <a:r>
              <a:rPr lang="zh-CN" altLang="en-US" sz="2000">
                <a:latin typeface="宋体" panose="02010600030101010101" pitchFamily="2" charset="-122"/>
              </a:rPr>
              <a:t>初始化后，执行</a:t>
            </a:r>
            <a:r>
              <a:rPr lang="en-US" altLang="zh-CN" sz="2000">
                <a:latin typeface="宋体" panose="02010600030101010101" pitchFamily="2" charset="-122"/>
              </a:rPr>
              <a:t>STI</a:t>
            </a:r>
            <a:r>
              <a:rPr lang="zh-CN" altLang="en-US" sz="2000">
                <a:latin typeface="宋体" panose="02010600030101010101" pitchFamily="2" charset="-122"/>
              </a:rPr>
              <a:t>，</a:t>
            </a:r>
            <a:r>
              <a:rPr lang="zh-CN" altLang="en-US" sz="2000">
                <a:latin typeface="Times New Roman" panose="02020603050405020304" pitchFamily="18" charset="0"/>
              </a:rPr>
              <a:t>此后若有</a:t>
            </a:r>
            <a:r>
              <a:rPr lang="en-US" altLang="zh-CN" sz="2000">
                <a:latin typeface="宋体" panose="02010600030101010101" pitchFamily="2" charset="-122"/>
              </a:rPr>
              <a:t>IR3</a:t>
            </a:r>
            <a:r>
              <a:rPr lang="zh-CN" altLang="en-US" sz="2000">
                <a:latin typeface="Times New Roman" panose="02020603050405020304" pitchFamily="18" charset="0"/>
              </a:rPr>
              <a:t>请求中断，</a:t>
            </a:r>
            <a:r>
              <a:rPr lang="en-US" altLang="zh-CN" sz="2000">
                <a:latin typeface="宋体" panose="02010600030101010101" pitchFamily="2" charset="-122"/>
              </a:rPr>
              <a:t>CPU</a:t>
            </a:r>
            <a:r>
              <a:rPr lang="zh-CN" altLang="en-US" sz="2000">
                <a:latin typeface="Times New Roman" panose="02020603050405020304" pitchFamily="18" charset="0"/>
              </a:rPr>
              <a:t>便响应，</a:t>
            </a:r>
            <a:endParaRPr lang="zh-CN" altLang="en-US" sz="2000">
              <a:latin typeface="宋体" panose="02010600030101010101" pitchFamily="2" charset="-122"/>
            </a:endParaRPr>
          </a:p>
          <a:p>
            <a:pPr algn="just">
              <a:buClr>
                <a:srgbClr val="FF7C80"/>
              </a:buClr>
              <a:buSzPct val="120000"/>
              <a:buFont typeface="Wingdings" panose="05000000000000000000" pitchFamily="2" charset="2"/>
              <a:buNone/>
            </a:pPr>
            <a:r>
              <a:rPr lang="zh-CN" altLang="en-US" sz="2000">
                <a:latin typeface="Times New Roman" panose="02020603050405020304" pitchFamily="18" charset="0"/>
              </a:rPr>
              <a:t>     并进入</a:t>
            </a:r>
            <a:r>
              <a:rPr lang="en-US" altLang="zh-CN" sz="2000">
                <a:latin typeface="宋体" panose="02010600030101010101" pitchFamily="2" charset="-122"/>
              </a:rPr>
              <a:t>IR3</a:t>
            </a:r>
            <a:r>
              <a:rPr lang="zh-CN" altLang="en-US" sz="2000">
                <a:latin typeface="Times New Roman" panose="02020603050405020304" pitchFamily="18" charset="0"/>
              </a:rPr>
              <a:t>的中断，此时，</a:t>
            </a:r>
            <a:r>
              <a:rPr lang="en-US" altLang="zh-CN" sz="2000">
                <a:latin typeface="宋体" panose="02010600030101010101" pitchFamily="2" charset="-122"/>
              </a:rPr>
              <a:t>ISR3=1</a:t>
            </a:r>
            <a:r>
              <a:rPr lang="zh-CN" altLang="en-US" sz="2000">
                <a:latin typeface="宋体" panose="02010600030101010101" pitchFamily="2" charset="-122"/>
              </a:rPr>
              <a:t>。</a:t>
            </a:r>
          </a:p>
          <a:p>
            <a:pPr algn="just">
              <a:buClr>
                <a:srgbClr val="FF7C80"/>
              </a:buClr>
              <a:buSzPct val="120000"/>
              <a:buFont typeface="Wingdings" panose="05000000000000000000" pitchFamily="2" charset="2"/>
              <a:buChar char="§"/>
            </a:pPr>
            <a:r>
              <a:rPr lang="zh-CN" altLang="en-US" sz="2000">
                <a:latin typeface="宋体" panose="02010600030101010101" pitchFamily="2" charset="-122"/>
              </a:rPr>
              <a:t> 在为</a:t>
            </a:r>
            <a:r>
              <a:rPr lang="en-US" altLang="zh-CN" sz="2000">
                <a:latin typeface="黑体" panose="02010609060101010101" pitchFamily="49" charset="-122"/>
              </a:rPr>
              <a:t>IR3</a:t>
            </a:r>
            <a:r>
              <a:rPr lang="zh-CN" altLang="en-US" sz="2000">
                <a:latin typeface="宋体" panose="02010600030101010101" pitchFamily="2" charset="-122"/>
              </a:rPr>
              <a:t>服务期间，</a:t>
            </a:r>
            <a:r>
              <a:rPr lang="en-US" altLang="zh-CN" sz="2000">
                <a:latin typeface="黑体" panose="02010609060101010101" pitchFamily="49" charset="-122"/>
              </a:rPr>
              <a:t>IR2</a:t>
            </a:r>
            <a:r>
              <a:rPr lang="zh-CN" altLang="en-US" sz="2000">
                <a:latin typeface="宋体" panose="02010600030101010101" pitchFamily="2" charset="-122"/>
              </a:rPr>
              <a:t>又请求中断，若</a:t>
            </a:r>
            <a:r>
              <a:rPr lang="en-US" altLang="zh-CN" sz="2000">
                <a:latin typeface="黑体" panose="02010609060101010101" pitchFamily="49" charset="-122"/>
              </a:rPr>
              <a:t>CPU</a:t>
            </a:r>
            <a:r>
              <a:rPr lang="zh-CN" altLang="en-US" sz="2000">
                <a:latin typeface="宋体" panose="02010600030101010101" pitchFamily="2" charset="-122"/>
              </a:rPr>
              <a:t>未再次开中断，</a:t>
            </a:r>
            <a:endParaRPr lang="zh-CN" altLang="en-US" sz="2000">
              <a:latin typeface="黑体" panose="02010609060101010101" pitchFamily="49" charset="-122"/>
              <a:ea typeface="黑体" panose="02010609060101010101" pitchFamily="49" charset="-122"/>
            </a:endParaRPr>
          </a:p>
          <a:p>
            <a:pPr algn="just"/>
            <a:r>
              <a:rPr lang="zh-CN" altLang="en-US" sz="2000">
                <a:latin typeface="宋体" panose="02010600030101010101" pitchFamily="2" charset="-122"/>
              </a:rPr>
              <a:t>  则</a:t>
            </a:r>
            <a:r>
              <a:rPr lang="en-US" altLang="zh-CN" sz="2000">
                <a:latin typeface="黑体" panose="02010609060101010101" pitchFamily="49" charset="-122"/>
              </a:rPr>
              <a:t>IR2</a:t>
            </a:r>
            <a:r>
              <a:rPr lang="zh-CN" altLang="en-US" sz="2000">
                <a:latin typeface="宋体" panose="02010600030101010101" pitchFamily="2" charset="-122"/>
              </a:rPr>
              <a:t>的请求不会得到响应（</a:t>
            </a:r>
            <a:r>
              <a:rPr lang="en-US" altLang="zh-CN" sz="2000" b="1">
                <a:latin typeface="宋体" panose="02010600030101010101" pitchFamily="2" charset="-122"/>
              </a:rPr>
              <a:t>CPU</a:t>
            </a:r>
            <a:r>
              <a:rPr lang="zh-CN" altLang="en-US" sz="2000" b="1">
                <a:latin typeface="宋体" panose="02010600030101010101" pitchFamily="2" charset="-122"/>
              </a:rPr>
              <a:t>在响应中断时自动关中断</a:t>
            </a:r>
            <a:r>
              <a:rPr lang="zh-CN" altLang="en-US" sz="2000">
                <a:latin typeface="宋体" panose="02010600030101010101" pitchFamily="2" charset="-122"/>
              </a:rPr>
              <a:t>）。</a:t>
            </a:r>
          </a:p>
          <a:p>
            <a:pPr algn="just">
              <a:buClr>
                <a:srgbClr val="FF7C80"/>
              </a:buClr>
              <a:buSzPct val="120000"/>
              <a:buFont typeface="Wingdings" panose="05000000000000000000" pitchFamily="2" charset="2"/>
              <a:buChar char="§"/>
            </a:pPr>
            <a:r>
              <a:rPr lang="zh-CN" altLang="en-US" sz="2000" b="1">
                <a:latin typeface="宋体" panose="02010600030101010101" pitchFamily="2" charset="-122"/>
              </a:rPr>
              <a:t> </a:t>
            </a:r>
            <a:r>
              <a:rPr lang="zh-CN" altLang="en-US" sz="2000">
                <a:latin typeface="宋体" panose="02010600030101010101" pitchFamily="2" charset="-122"/>
              </a:rPr>
              <a:t>只有</a:t>
            </a:r>
            <a:r>
              <a:rPr lang="en-US" altLang="zh-CN" sz="2000">
                <a:latin typeface="黑体" panose="02010609060101010101" pitchFamily="49" charset="-122"/>
              </a:rPr>
              <a:t>IR3</a:t>
            </a:r>
            <a:r>
              <a:rPr lang="zh-CN" altLang="en-US" sz="2000">
                <a:latin typeface="宋体" panose="02010600030101010101" pitchFamily="2" charset="-122"/>
              </a:rPr>
              <a:t>的服务程序执行了</a:t>
            </a:r>
            <a:r>
              <a:rPr lang="en-US" altLang="zh-CN" sz="2000">
                <a:latin typeface="黑体" panose="02010609060101010101" pitchFamily="49" charset="-122"/>
              </a:rPr>
              <a:t>STI</a:t>
            </a:r>
            <a:r>
              <a:rPr lang="zh-CN" altLang="en-US" sz="2000">
                <a:latin typeface="宋体" panose="02010600030101010101" pitchFamily="2" charset="-122"/>
              </a:rPr>
              <a:t>后，</a:t>
            </a:r>
            <a:r>
              <a:rPr lang="en-US" altLang="zh-CN" sz="2000">
                <a:latin typeface="黑体" panose="02010609060101010101" pitchFamily="49" charset="-122"/>
              </a:rPr>
              <a:t>CPU</a:t>
            </a:r>
            <a:r>
              <a:rPr lang="zh-CN" altLang="en-US" sz="2000">
                <a:latin typeface="宋体" panose="02010600030101010101" pitchFamily="2" charset="-122"/>
              </a:rPr>
              <a:t>才会响应</a:t>
            </a:r>
            <a:r>
              <a:rPr lang="en-US" altLang="zh-CN" sz="2000">
                <a:latin typeface="黑体" panose="02010609060101010101" pitchFamily="49" charset="-122"/>
              </a:rPr>
              <a:t>IR2</a:t>
            </a:r>
            <a:r>
              <a:rPr lang="zh-CN" altLang="en-US" sz="2000">
                <a:latin typeface="宋体" panose="02010600030101010101" pitchFamily="2" charset="-122"/>
              </a:rPr>
              <a:t>中断请求。</a:t>
            </a:r>
          </a:p>
          <a:p>
            <a:pPr algn="just">
              <a:buClr>
                <a:srgbClr val="FF7C80"/>
              </a:buClr>
              <a:buSzPct val="120000"/>
              <a:buFont typeface="Wingdings" panose="05000000000000000000" pitchFamily="2" charset="2"/>
              <a:buNone/>
            </a:pPr>
            <a:r>
              <a:rPr lang="zh-CN" altLang="en-US" sz="2000">
                <a:latin typeface="宋体" panose="02010600030101010101" pitchFamily="2" charset="-122"/>
              </a:rPr>
              <a:t>  </a:t>
            </a:r>
            <a:r>
              <a:rPr lang="en-US" altLang="zh-CN" sz="2000">
                <a:latin typeface="黑体" panose="02010609060101010101" pitchFamily="49" charset="-122"/>
              </a:rPr>
              <a:t>IR3</a:t>
            </a:r>
            <a:r>
              <a:rPr lang="zh-CN" altLang="en-US" sz="2000">
                <a:latin typeface="宋体" panose="02010600030101010101" pitchFamily="2" charset="-122"/>
              </a:rPr>
              <a:t>中断服务程序暂时挂起，转入对</a:t>
            </a:r>
            <a:r>
              <a:rPr lang="en-US" altLang="zh-CN" sz="2000">
                <a:latin typeface="黑体" panose="02010609060101010101" pitchFamily="49" charset="-122"/>
              </a:rPr>
              <a:t>IR2</a:t>
            </a:r>
            <a:r>
              <a:rPr lang="zh-CN" altLang="en-US" sz="2000">
                <a:latin typeface="宋体" panose="02010600030101010101" pitchFamily="2" charset="-122"/>
              </a:rPr>
              <a:t>的中断处理，</a:t>
            </a:r>
          </a:p>
          <a:p>
            <a:pPr algn="just">
              <a:buClr>
                <a:srgbClr val="FF7C80"/>
              </a:buClr>
              <a:buSzPct val="120000"/>
              <a:buFont typeface="Wingdings" panose="05000000000000000000" pitchFamily="2" charset="2"/>
              <a:buNone/>
            </a:pPr>
            <a:r>
              <a:rPr lang="zh-CN" altLang="en-US" sz="2000">
                <a:latin typeface="宋体" panose="02010600030101010101" pitchFamily="2" charset="-122"/>
              </a:rPr>
              <a:t>  此时</a:t>
            </a:r>
            <a:r>
              <a:rPr lang="en-US" altLang="zh-CN" sz="2000">
                <a:latin typeface="黑体" panose="02010609060101010101" pitchFamily="49" charset="-122"/>
              </a:rPr>
              <a:t>ISR2=1</a:t>
            </a:r>
            <a:r>
              <a:rPr lang="zh-CN" altLang="en-US" sz="2000">
                <a:latin typeface="宋体" panose="02010600030101010101" pitchFamily="2" charset="-122"/>
              </a:rPr>
              <a:t>，</a:t>
            </a:r>
            <a:r>
              <a:rPr lang="en-US" altLang="zh-CN" sz="2000">
                <a:latin typeface="黑体" panose="02010609060101010101" pitchFamily="49" charset="-122"/>
              </a:rPr>
              <a:t>ISR3</a:t>
            </a:r>
            <a:r>
              <a:rPr lang="en-US" altLang="zh-CN" sz="2000">
                <a:latin typeface="宋体" panose="02010600030101010101" pitchFamily="2" charset="-122"/>
              </a:rPr>
              <a:t>=</a:t>
            </a:r>
            <a:r>
              <a:rPr lang="en-US" altLang="zh-CN" sz="2000">
                <a:latin typeface="黑体" panose="02010609060101010101" pitchFamily="49" charset="-122"/>
              </a:rPr>
              <a:t>1</a:t>
            </a:r>
            <a:r>
              <a:rPr lang="zh-CN" altLang="en-US" sz="2000">
                <a:latin typeface="宋体" panose="02010600030101010101" pitchFamily="2" charset="-122"/>
              </a:rPr>
              <a:t>，表示两级中断都未处理完毕。</a:t>
            </a:r>
            <a:endParaRPr lang="zh-CN" altLang="en-US" sz="2000">
              <a:latin typeface="黑体" panose="02010609060101010101" pitchFamily="49" charset="-122"/>
              <a:ea typeface="黑体" panose="02010609060101010101" pitchFamily="49" charset="-122"/>
            </a:endParaRPr>
          </a:p>
          <a:p>
            <a:pPr algn="just">
              <a:buClr>
                <a:srgbClr val="FF7C80"/>
              </a:buClr>
              <a:buSzPct val="120000"/>
              <a:buFont typeface="Wingdings" panose="05000000000000000000" pitchFamily="2" charset="2"/>
              <a:buChar char="§"/>
            </a:pPr>
            <a:r>
              <a:rPr lang="zh-CN" altLang="en-US" sz="2000">
                <a:latin typeface="黑体" panose="02010609060101010101" pitchFamily="49" charset="-122"/>
                <a:ea typeface="黑体" panose="02010609060101010101" pitchFamily="49" charset="-122"/>
              </a:rPr>
              <a:t> </a:t>
            </a:r>
            <a:r>
              <a:rPr lang="zh-CN" altLang="en-US" sz="2000">
                <a:latin typeface="Times New Roman" panose="02020603050405020304" pitchFamily="18" charset="0"/>
              </a:rPr>
              <a:t>要使被中断的较低级中断程序能继续执行，较高级的服务程序</a:t>
            </a:r>
          </a:p>
          <a:p>
            <a:pPr algn="just">
              <a:buClr>
                <a:srgbClr val="FF7C80"/>
              </a:buClr>
              <a:buSzPct val="120000"/>
              <a:buFont typeface="Wingdings" panose="05000000000000000000" pitchFamily="2" charset="2"/>
              <a:buNone/>
            </a:pPr>
            <a:r>
              <a:rPr lang="zh-CN" altLang="en-US" sz="2000">
                <a:latin typeface="Times New Roman" panose="02020603050405020304" pitchFamily="18" charset="0"/>
              </a:rPr>
              <a:t>    结束时，必须执行中断结束命令和中断返回命令，使较高级中断</a:t>
            </a:r>
          </a:p>
          <a:p>
            <a:pPr algn="just">
              <a:buClr>
                <a:srgbClr val="FF7C80"/>
              </a:buClr>
              <a:buSzPct val="120000"/>
              <a:buFont typeface="Wingdings" panose="05000000000000000000" pitchFamily="2" charset="2"/>
              <a:buNone/>
            </a:pPr>
            <a:r>
              <a:rPr lang="zh-CN" altLang="en-US" sz="2000">
                <a:latin typeface="Times New Roman" panose="02020603050405020304" pitchFamily="18" charset="0"/>
              </a:rPr>
              <a:t>    的</a:t>
            </a:r>
            <a:r>
              <a:rPr lang="en-US" altLang="zh-CN" sz="2000">
                <a:latin typeface="黑体" panose="02010609060101010101" pitchFamily="49" charset="-122"/>
              </a:rPr>
              <a:t>ISR</a:t>
            </a:r>
            <a:r>
              <a:rPr lang="en-US" altLang="zh-CN" sz="2000">
                <a:latin typeface="Times New Roman" panose="02020603050405020304" pitchFamily="18" charset="0"/>
              </a:rPr>
              <a:t>i=</a:t>
            </a:r>
            <a:r>
              <a:rPr lang="en-US" altLang="zh-CN" sz="2000">
                <a:latin typeface="黑体" panose="02010609060101010101" pitchFamily="49" charset="-122"/>
              </a:rPr>
              <a:t>0</a:t>
            </a:r>
            <a:r>
              <a:rPr lang="zh-CN" altLang="en-US" sz="2000">
                <a:latin typeface="Times New Roman" panose="02020603050405020304" pitchFamily="18" charset="0"/>
              </a:rPr>
              <a:t>，并使</a:t>
            </a:r>
            <a:r>
              <a:rPr lang="en-US" altLang="zh-CN" sz="2000">
                <a:latin typeface="黑体" panose="02010609060101010101" pitchFamily="49" charset="-122"/>
              </a:rPr>
              <a:t>CPU</a:t>
            </a:r>
            <a:r>
              <a:rPr lang="zh-CN" altLang="en-US" sz="2000">
                <a:latin typeface="Times New Roman" panose="02020603050405020304" pitchFamily="18" charset="0"/>
              </a:rPr>
              <a:t>返回执行较低级的中断服务程序。</a:t>
            </a:r>
          </a:p>
        </p:txBody>
      </p:sp>
      <p:sp>
        <p:nvSpPr>
          <p:cNvPr id="2" name="灯片编号占位符 1">
            <a:extLst>
              <a:ext uri="{FF2B5EF4-FFF2-40B4-BE49-F238E27FC236}">
                <a16:creationId xmlns:a16="http://schemas.microsoft.com/office/drawing/2014/main" id="{C0A812B2-41EF-4394-A9F0-460AA2E1C1F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21487CF0-B0CD-4EFB-A2D6-EAFB2062F4A9}" type="slidenum">
              <a:rPr lang="zh-CN" altLang="en-US" smtClean="0"/>
              <a:pPr eaLnBrk="0" hangingPunct="0"/>
              <a:t>49</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slide(fromLeft)">
                                      <p:cBhvr>
                                        <p:cTn id="7" dur="5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文本框 54273">
            <a:extLst>
              <a:ext uri="{FF2B5EF4-FFF2-40B4-BE49-F238E27FC236}">
                <a16:creationId xmlns:a16="http://schemas.microsoft.com/office/drawing/2014/main" id="{E00D4136-78B3-488C-9BA4-A7AF217F174C}"/>
              </a:ext>
            </a:extLst>
          </p:cNvPr>
          <p:cNvSpPr txBox="1">
            <a:spLocks noChangeArrowheads="1"/>
          </p:cNvSpPr>
          <p:nvPr/>
        </p:nvSpPr>
        <p:spPr bwMode="auto">
          <a:xfrm>
            <a:off x="457200" y="228600"/>
            <a:ext cx="8153400" cy="618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 typeface="Wingdings" panose="05000000000000000000" pitchFamily="2" charset="2"/>
              <a:buNone/>
            </a:pPr>
            <a:r>
              <a:rPr lang="zh-CN" altLang="en-US" sz="2400" b="1">
                <a:solidFill>
                  <a:srgbClr val="FFFF00"/>
                </a:solidFill>
                <a:latin typeface="宋体" panose="02010600030101010101" pitchFamily="2" charset="-122"/>
              </a:rPr>
              <a:t>微机系统中</a:t>
            </a:r>
            <a:r>
              <a:rPr lang="en-US" altLang="zh-CN" sz="2400" b="1">
                <a:solidFill>
                  <a:srgbClr val="FFFF00"/>
                </a:solidFill>
                <a:latin typeface="Times New Roman" panose="02020603050405020304" pitchFamily="18" charset="0"/>
              </a:rPr>
              <a:t>8259A</a:t>
            </a:r>
            <a:r>
              <a:rPr lang="zh-CN" altLang="en-US" sz="2400" b="1">
                <a:solidFill>
                  <a:srgbClr val="FFFF00"/>
                </a:solidFill>
                <a:latin typeface="宋体" panose="02010600030101010101" pitchFamily="2" charset="-122"/>
              </a:rPr>
              <a:t>的应用</a:t>
            </a:r>
          </a:p>
          <a:p>
            <a:pPr>
              <a:spcBef>
                <a:spcPct val="50000"/>
              </a:spcBef>
            </a:pPr>
            <a:r>
              <a:rPr lang="zh-CN" altLang="en-US" sz="2400">
                <a:latin typeface="Times New Roman" panose="02020603050405020304" pitchFamily="18" charset="0"/>
              </a:rPr>
              <a:t>在</a:t>
            </a:r>
            <a:r>
              <a:rPr lang="en-US" altLang="zh-CN" sz="2400">
                <a:latin typeface="Times New Roman" panose="02020603050405020304" pitchFamily="18" charset="0"/>
              </a:rPr>
              <a:t>80286</a:t>
            </a:r>
            <a:r>
              <a:rPr lang="zh-CN" altLang="en-US" sz="2400">
                <a:latin typeface="Times New Roman" panose="02020603050405020304" pitchFamily="18" charset="0"/>
              </a:rPr>
              <a:t>以上微机系统中，使用两片</a:t>
            </a:r>
            <a:r>
              <a:rPr lang="en-US" altLang="zh-CN" sz="2400">
                <a:latin typeface="Times New Roman" panose="02020603050405020304" pitchFamily="18" charset="0"/>
              </a:rPr>
              <a:t>8259A</a:t>
            </a:r>
            <a:r>
              <a:rPr lang="zh-CN" altLang="en-US" sz="2400">
                <a:latin typeface="Times New Roman" panose="02020603050405020304" pitchFamily="18" charset="0"/>
              </a:rPr>
              <a:t>级连管理硬件中断，共</a:t>
            </a:r>
            <a:r>
              <a:rPr lang="en-US" altLang="zh-CN" sz="2400">
                <a:latin typeface="Times New Roman" panose="02020603050405020304" pitchFamily="18" charset="0"/>
              </a:rPr>
              <a:t>15</a:t>
            </a:r>
            <a:r>
              <a:rPr lang="zh-CN" altLang="en-US" sz="2400">
                <a:latin typeface="Times New Roman" panose="02020603050405020304" pitchFamily="18" charset="0"/>
              </a:rPr>
              <a:t>级。主要特点是：</a:t>
            </a:r>
          </a:p>
          <a:p>
            <a:pPr>
              <a:spcBef>
                <a:spcPct val="20000"/>
              </a:spcBef>
              <a:buFont typeface="Arial" panose="020B0604020202020204" pitchFamily="34" charset="0"/>
              <a:buChar char="•"/>
            </a:pPr>
            <a:r>
              <a:rPr lang="zh-CN" altLang="en-US" sz="2400">
                <a:latin typeface="Times New Roman" panose="02020603050405020304" pitchFamily="18" charset="0"/>
              </a:rPr>
              <a:t>主片的端口地址是</a:t>
            </a:r>
            <a:r>
              <a:rPr lang="en-US" altLang="zh-CN" sz="2400">
                <a:latin typeface="Times New Roman" panose="02020603050405020304" pitchFamily="18" charset="0"/>
              </a:rPr>
              <a:t>20H</a:t>
            </a:r>
            <a:r>
              <a:rPr lang="zh-CN" altLang="en-US" sz="2400">
                <a:latin typeface="Times New Roman" panose="02020603050405020304" pitchFamily="18" charset="0"/>
              </a:rPr>
              <a:t>和</a:t>
            </a:r>
            <a:r>
              <a:rPr lang="en-US" altLang="zh-CN" sz="2400">
                <a:latin typeface="Times New Roman" panose="02020603050405020304" pitchFamily="18" charset="0"/>
              </a:rPr>
              <a:t>21H</a:t>
            </a:r>
            <a:r>
              <a:rPr lang="zh-CN" altLang="en-US" sz="2400">
                <a:latin typeface="Times New Roman" panose="02020603050405020304" pitchFamily="18" charset="0"/>
              </a:rPr>
              <a:t>，从片的端口地址是</a:t>
            </a:r>
            <a:r>
              <a:rPr lang="en-US" altLang="zh-CN" sz="2400">
                <a:latin typeface="Times New Roman" panose="02020603050405020304" pitchFamily="18" charset="0"/>
              </a:rPr>
              <a:t>A0H</a:t>
            </a:r>
            <a:r>
              <a:rPr lang="zh-CN" altLang="en-US" sz="2400">
                <a:latin typeface="Times New Roman" panose="02020603050405020304" pitchFamily="18" charset="0"/>
              </a:rPr>
              <a:t>和</a:t>
            </a:r>
            <a:r>
              <a:rPr lang="en-US" altLang="zh-CN" sz="2400">
                <a:latin typeface="Times New Roman" panose="02020603050405020304" pitchFamily="18" charset="0"/>
              </a:rPr>
              <a:t>A1H</a:t>
            </a:r>
            <a:r>
              <a:rPr lang="zh-CN" altLang="en-US" sz="2400">
                <a:latin typeface="Times New Roman" panose="02020603050405020304" pitchFamily="18" charset="0"/>
              </a:rPr>
              <a:t>。</a:t>
            </a:r>
          </a:p>
          <a:p>
            <a:pPr>
              <a:spcBef>
                <a:spcPct val="20000"/>
              </a:spcBef>
              <a:buFont typeface="Arial" panose="020B0604020202020204" pitchFamily="34" charset="0"/>
              <a:buChar char="•"/>
            </a:pPr>
            <a:r>
              <a:rPr lang="zh-CN" altLang="en-US" sz="2400">
                <a:latin typeface="Times New Roman" panose="02020603050405020304" pitchFamily="18" charset="0"/>
              </a:rPr>
              <a:t>主、从片的中断请求信号均采用边沿触发方式。</a:t>
            </a:r>
          </a:p>
          <a:p>
            <a:pPr>
              <a:spcBef>
                <a:spcPct val="20000"/>
              </a:spcBef>
              <a:buFont typeface="Arial" panose="020B0604020202020204" pitchFamily="34" charset="0"/>
              <a:buChar char="•"/>
            </a:pPr>
            <a:r>
              <a:rPr lang="zh-CN" altLang="en-US" sz="2400">
                <a:latin typeface="Times New Roman" panose="02020603050405020304" pitchFamily="18" charset="0"/>
              </a:rPr>
              <a:t>主、从片均采用完全嵌套方式管理中断优先级，从片的</a:t>
            </a:r>
            <a:r>
              <a:rPr lang="en-US" altLang="zh-CN" sz="2400">
                <a:latin typeface="Times New Roman" panose="02020603050405020304" pitchFamily="18" charset="0"/>
              </a:rPr>
              <a:t>INT</a:t>
            </a:r>
            <a:r>
              <a:rPr lang="zh-CN" altLang="en-US" sz="2400">
                <a:latin typeface="Times New Roman" panose="02020603050405020304" pitchFamily="18" charset="0"/>
              </a:rPr>
              <a:t>端接主片的</a:t>
            </a:r>
            <a:r>
              <a:rPr lang="en-US" altLang="zh-CN" sz="2400">
                <a:latin typeface="Times New Roman" panose="02020603050405020304" pitchFamily="18" charset="0"/>
              </a:rPr>
              <a:t>IR2</a:t>
            </a:r>
            <a:r>
              <a:rPr lang="zh-CN" altLang="en-US" sz="2400">
                <a:latin typeface="Times New Roman" panose="02020603050405020304" pitchFamily="18" charset="0"/>
              </a:rPr>
              <a:t>端，因此从片的中断请求都是经由主片的</a:t>
            </a:r>
            <a:r>
              <a:rPr lang="en-US" altLang="zh-CN" sz="2400">
                <a:latin typeface="Times New Roman" panose="02020603050405020304" pitchFamily="18" charset="0"/>
              </a:rPr>
              <a:t>IR2</a:t>
            </a:r>
            <a:r>
              <a:rPr lang="zh-CN" altLang="en-US" sz="2400">
                <a:latin typeface="Times New Roman" panose="02020603050405020304" pitchFamily="18" charset="0"/>
              </a:rPr>
              <a:t>发出，</a:t>
            </a:r>
            <a:r>
              <a:rPr lang="en-US" altLang="zh-CN" sz="2400">
                <a:latin typeface="Times New Roman" panose="02020603050405020304" pitchFamily="18" charset="0"/>
              </a:rPr>
              <a:t>15</a:t>
            </a:r>
            <a:r>
              <a:rPr lang="zh-CN" altLang="en-US" sz="2400">
                <a:latin typeface="Times New Roman" panose="02020603050405020304" pitchFamily="18" charset="0"/>
              </a:rPr>
              <a:t>个中断源中断优先权由高至低的级别是：主</a:t>
            </a:r>
            <a:r>
              <a:rPr lang="en-US" altLang="zh-CN" sz="2400">
                <a:latin typeface="Times New Roman" panose="02020603050405020304" pitchFamily="18" charset="0"/>
              </a:rPr>
              <a:t>8259A</a:t>
            </a:r>
            <a:r>
              <a:rPr lang="zh-CN" altLang="en-US" sz="2400">
                <a:latin typeface="Times New Roman" panose="02020603050405020304" pitchFamily="18" charset="0"/>
              </a:rPr>
              <a:t>的</a:t>
            </a:r>
            <a:r>
              <a:rPr lang="en-US" altLang="zh-CN" sz="2400">
                <a:latin typeface="Times New Roman" panose="02020603050405020304" pitchFamily="18" charset="0"/>
              </a:rPr>
              <a:t>IR0</a:t>
            </a:r>
            <a:r>
              <a:rPr lang="zh-CN" altLang="en-US" sz="2400">
                <a:latin typeface="Times New Roman" panose="02020603050405020304" pitchFamily="18" charset="0"/>
              </a:rPr>
              <a:t>，</a:t>
            </a:r>
            <a:r>
              <a:rPr lang="en-US" altLang="zh-CN" sz="2400">
                <a:latin typeface="Times New Roman" panose="02020603050405020304" pitchFamily="18" charset="0"/>
              </a:rPr>
              <a:t>IR1</a:t>
            </a:r>
            <a:r>
              <a:rPr lang="zh-CN" altLang="en-US" sz="2400">
                <a:latin typeface="Times New Roman" panose="02020603050405020304" pitchFamily="18" charset="0"/>
              </a:rPr>
              <a:t>，从</a:t>
            </a:r>
            <a:r>
              <a:rPr lang="en-US" altLang="zh-CN" sz="2400">
                <a:latin typeface="Times New Roman" panose="02020603050405020304" pitchFamily="18" charset="0"/>
              </a:rPr>
              <a:t>8259A</a:t>
            </a:r>
            <a:r>
              <a:rPr lang="zh-CN" altLang="en-US" sz="2400">
                <a:latin typeface="Times New Roman" panose="02020603050405020304" pitchFamily="18" charset="0"/>
              </a:rPr>
              <a:t>的</a:t>
            </a:r>
            <a:r>
              <a:rPr lang="en-US" altLang="zh-CN" sz="2400">
                <a:latin typeface="Times New Roman" panose="02020603050405020304" pitchFamily="18" charset="0"/>
              </a:rPr>
              <a:t>IR0~IR7</a:t>
            </a:r>
            <a:r>
              <a:rPr lang="zh-CN" altLang="en-US" sz="2400">
                <a:latin typeface="Times New Roman" panose="02020603050405020304" pitchFamily="18" charset="0"/>
              </a:rPr>
              <a:t>（处在主</a:t>
            </a:r>
            <a:r>
              <a:rPr lang="en-US" altLang="zh-CN" sz="2400">
                <a:latin typeface="Times New Roman" panose="02020603050405020304" pitchFamily="18" charset="0"/>
              </a:rPr>
              <a:t>8259A IR2</a:t>
            </a:r>
            <a:r>
              <a:rPr lang="zh-CN" altLang="en-US" sz="2400">
                <a:latin typeface="Times New Roman" panose="02020603050405020304" pitchFamily="18" charset="0"/>
              </a:rPr>
              <a:t>的位置），主</a:t>
            </a:r>
            <a:r>
              <a:rPr lang="en-US" altLang="zh-CN" sz="2400">
                <a:latin typeface="Times New Roman" panose="02020603050405020304" pitchFamily="18" charset="0"/>
              </a:rPr>
              <a:t>8259A</a:t>
            </a:r>
            <a:r>
              <a:rPr lang="zh-CN" altLang="en-US" sz="2400">
                <a:latin typeface="Times New Roman" panose="02020603050405020304" pitchFamily="18" charset="0"/>
              </a:rPr>
              <a:t>的</a:t>
            </a:r>
            <a:r>
              <a:rPr lang="en-US" altLang="zh-CN" sz="2400">
                <a:latin typeface="Times New Roman" panose="02020603050405020304" pitchFamily="18" charset="0"/>
              </a:rPr>
              <a:t>IR3~IR7</a:t>
            </a:r>
            <a:r>
              <a:rPr lang="zh-CN" altLang="en-US" sz="2400">
                <a:latin typeface="Times New Roman" panose="02020603050405020304" pitchFamily="18" charset="0"/>
              </a:rPr>
              <a:t>。</a:t>
            </a:r>
          </a:p>
          <a:p>
            <a:pPr>
              <a:spcBef>
                <a:spcPct val="20000"/>
              </a:spcBef>
              <a:buFont typeface="Arial" panose="020B0604020202020204" pitchFamily="34" charset="0"/>
              <a:buChar char="•"/>
            </a:pPr>
            <a:r>
              <a:rPr lang="zh-CN" altLang="en-US" sz="2400">
                <a:latin typeface="Times New Roman" panose="02020603050405020304" pitchFamily="18" charset="0"/>
              </a:rPr>
              <a:t>采用非缓冲方式，主片的</a:t>
            </a:r>
            <a:r>
              <a:rPr lang="en-US" altLang="zh-CN" sz="2400">
                <a:latin typeface="Times New Roman" panose="02020603050405020304" pitchFamily="18" charset="0"/>
              </a:rPr>
              <a:t>SP/EN</a:t>
            </a:r>
            <a:r>
              <a:rPr lang="zh-CN" altLang="en-US" sz="2400">
                <a:latin typeface="Times New Roman" panose="02020603050405020304" pitchFamily="18" charset="0"/>
              </a:rPr>
              <a:t>连</a:t>
            </a:r>
            <a:r>
              <a:rPr lang="en-US" altLang="zh-CN" sz="2400">
                <a:latin typeface="Times New Roman" panose="02020603050405020304" pitchFamily="18" charset="0"/>
              </a:rPr>
              <a:t>+5V</a:t>
            </a:r>
            <a:r>
              <a:rPr lang="zh-CN" altLang="en-US" sz="2400">
                <a:latin typeface="Times New Roman" panose="02020603050405020304" pitchFamily="18" charset="0"/>
              </a:rPr>
              <a:t>，从片的</a:t>
            </a:r>
            <a:r>
              <a:rPr lang="en-US" altLang="zh-CN" sz="2400">
                <a:latin typeface="Times New Roman" panose="02020603050405020304" pitchFamily="18" charset="0"/>
              </a:rPr>
              <a:t>SP/EN</a:t>
            </a:r>
            <a:r>
              <a:rPr lang="zh-CN" altLang="en-US" sz="2400">
                <a:latin typeface="Times New Roman" panose="02020603050405020304" pitchFamily="18" charset="0"/>
              </a:rPr>
              <a:t>连</a:t>
            </a:r>
            <a:r>
              <a:rPr lang="en-US" altLang="zh-CN" sz="2400">
                <a:latin typeface="Times New Roman" panose="02020603050405020304" pitchFamily="18" charset="0"/>
              </a:rPr>
              <a:t>0V</a:t>
            </a:r>
            <a:r>
              <a:rPr lang="zh-CN" altLang="en-US" sz="2400">
                <a:latin typeface="Times New Roman" panose="02020603050405020304" pitchFamily="18" charset="0"/>
              </a:rPr>
              <a:t>。</a:t>
            </a:r>
          </a:p>
          <a:p>
            <a:pPr>
              <a:spcBef>
                <a:spcPct val="20000"/>
              </a:spcBef>
              <a:buFont typeface="Arial" panose="020B0604020202020204" pitchFamily="34" charset="0"/>
              <a:buChar char="•"/>
            </a:pPr>
            <a:r>
              <a:rPr lang="zh-CN" altLang="en-US" sz="2400">
                <a:latin typeface="Times New Roman" panose="02020603050405020304" pitchFamily="18" charset="0"/>
              </a:rPr>
              <a:t>主、从片均采用一般中断结束方式。</a:t>
            </a:r>
          </a:p>
          <a:p>
            <a:pPr>
              <a:spcBef>
                <a:spcPct val="20000"/>
              </a:spcBef>
              <a:buFont typeface="Arial" panose="020B0604020202020204" pitchFamily="34" charset="0"/>
              <a:buChar char="•"/>
            </a:pPr>
            <a:r>
              <a:rPr lang="zh-CN" altLang="en-US" sz="2400">
                <a:latin typeface="Times New Roman" panose="02020603050405020304" pitchFamily="18" charset="0"/>
              </a:rPr>
              <a:t>主片</a:t>
            </a:r>
            <a:r>
              <a:rPr lang="en-US" altLang="zh-CN" sz="2400">
                <a:latin typeface="Times New Roman" panose="02020603050405020304" pitchFamily="18" charset="0"/>
              </a:rPr>
              <a:t>0~7</a:t>
            </a:r>
            <a:r>
              <a:rPr lang="zh-CN" altLang="en-US" sz="2400">
                <a:latin typeface="Times New Roman" panose="02020603050405020304" pitchFamily="18" charset="0"/>
              </a:rPr>
              <a:t>级的中断号是</a:t>
            </a:r>
            <a:r>
              <a:rPr lang="en-US" altLang="zh-CN" sz="2400">
                <a:latin typeface="Times New Roman" panose="02020603050405020304" pitchFamily="18" charset="0"/>
              </a:rPr>
              <a:t>08H~0FH</a:t>
            </a:r>
            <a:r>
              <a:rPr lang="zh-CN" altLang="en-US" sz="2400">
                <a:latin typeface="Times New Roman" panose="02020603050405020304" pitchFamily="18" charset="0"/>
              </a:rPr>
              <a:t>，主从片</a:t>
            </a:r>
            <a:r>
              <a:rPr lang="en-US" altLang="zh-CN" sz="2400">
                <a:latin typeface="Times New Roman" panose="02020603050405020304" pitchFamily="18" charset="0"/>
              </a:rPr>
              <a:t>8~15</a:t>
            </a:r>
            <a:r>
              <a:rPr lang="zh-CN" altLang="en-US" sz="2400">
                <a:latin typeface="Times New Roman" panose="02020603050405020304" pitchFamily="18" charset="0"/>
              </a:rPr>
              <a:t>级的中断号是</a:t>
            </a:r>
            <a:r>
              <a:rPr lang="en-US" altLang="zh-CN" sz="2400">
                <a:latin typeface="Times New Roman" panose="02020603050405020304" pitchFamily="18" charset="0"/>
              </a:rPr>
              <a:t>70H~77H</a:t>
            </a:r>
            <a:r>
              <a:rPr lang="zh-CN" altLang="en-US" sz="2400">
                <a:latin typeface="Times New Roman" panose="02020603050405020304" pitchFamily="18" charset="0"/>
              </a:rPr>
              <a:t>。</a:t>
            </a:r>
          </a:p>
        </p:txBody>
      </p:sp>
      <p:sp>
        <p:nvSpPr>
          <p:cNvPr id="54274" name="灯片编号占位符 1">
            <a:extLst>
              <a:ext uri="{FF2B5EF4-FFF2-40B4-BE49-F238E27FC236}">
                <a16:creationId xmlns:a16="http://schemas.microsoft.com/office/drawing/2014/main" id="{BD740917-FBFF-453F-822E-929E616D016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224A6AA5-5D1C-476D-B07E-BD48445F632D}" type="slidenum">
              <a:rPr lang="zh-CN" altLang="en-US" smtClean="0"/>
              <a:pPr eaLnBrk="0" hangingPunct="0"/>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文本框 55297">
            <a:extLst>
              <a:ext uri="{FF2B5EF4-FFF2-40B4-BE49-F238E27FC236}">
                <a16:creationId xmlns:a16="http://schemas.microsoft.com/office/drawing/2014/main" id="{6936B8FA-BC7B-4FC5-89D7-556383BBBE43}"/>
              </a:ext>
            </a:extLst>
          </p:cNvPr>
          <p:cNvSpPr txBox="1">
            <a:spLocks noChangeArrowheads="1"/>
          </p:cNvSpPr>
          <p:nvPr/>
        </p:nvSpPr>
        <p:spPr bwMode="auto">
          <a:xfrm>
            <a:off x="125413" y="307975"/>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a:solidFill>
                  <a:srgbClr val="FFFF00"/>
                </a:solidFill>
                <a:latin typeface="Times New Roman" panose="02020603050405020304" pitchFamily="18" charset="0"/>
              </a:rPr>
              <a:t>    </a:t>
            </a:r>
            <a:r>
              <a:rPr lang="en-US" altLang="zh-CN" sz="2400">
                <a:solidFill>
                  <a:srgbClr val="FFFF00"/>
                </a:solidFill>
                <a:latin typeface="Times New Roman" panose="02020603050405020304" pitchFamily="18" charset="0"/>
              </a:rPr>
              <a:t>8259A</a:t>
            </a:r>
            <a:r>
              <a:rPr lang="zh-CN" altLang="en-US" sz="2400">
                <a:solidFill>
                  <a:srgbClr val="FFFF00"/>
                </a:solidFill>
                <a:latin typeface="Times New Roman" panose="02020603050405020304" pitchFamily="18" charset="0"/>
              </a:rPr>
              <a:t>级连硬件结构</a:t>
            </a:r>
            <a:r>
              <a:rPr lang="en-US" altLang="zh-CN" sz="2400">
                <a:solidFill>
                  <a:srgbClr val="FFFF00"/>
                </a:solidFill>
                <a:latin typeface="Times New Roman" panose="02020603050405020304" pitchFamily="18" charset="0"/>
              </a:rPr>
              <a:t>,IRQ0~IRQ15</a:t>
            </a:r>
            <a:r>
              <a:rPr lang="zh-CN" altLang="en-US" sz="2400">
                <a:solidFill>
                  <a:srgbClr val="FFFF00"/>
                </a:solidFill>
                <a:latin typeface="Times New Roman" panose="02020603050405020304" pitchFamily="18" charset="0"/>
              </a:rPr>
              <a:t>为微机系统的硬件中断源</a:t>
            </a:r>
          </a:p>
        </p:txBody>
      </p:sp>
      <p:sp>
        <p:nvSpPr>
          <p:cNvPr id="55298" name="矩形 55298">
            <a:extLst>
              <a:ext uri="{FF2B5EF4-FFF2-40B4-BE49-F238E27FC236}">
                <a16:creationId xmlns:a16="http://schemas.microsoft.com/office/drawing/2014/main" id="{7AD32BCF-F292-4BF5-BBAA-0DAD31AF93B9}"/>
              </a:ext>
            </a:extLst>
          </p:cNvPr>
          <p:cNvSpPr>
            <a:spLocks noChangeArrowheads="1"/>
          </p:cNvSpPr>
          <p:nvPr/>
        </p:nvSpPr>
        <p:spPr bwMode="auto">
          <a:xfrm>
            <a:off x="1143000" y="762000"/>
            <a:ext cx="7316788" cy="6096000"/>
          </a:xfrm>
          <a:prstGeom prst="rect">
            <a:avLst/>
          </a:prstGeom>
          <a:solidFill>
            <a:schemeClr val="bg1"/>
          </a:solidFill>
          <a:ln w="9525">
            <a:solidFill>
              <a:schemeClr val="tx1"/>
            </a:solidFill>
            <a:miter lim="800000"/>
            <a:headEnd/>
            <a:tailEnd/>
          </a:ln>
        </p:spPr>
        <p:txBody>
          <a:bodyPr wrap="none" tIns="0" bIns="0" anchor="ctr"/>
          <a:lstStyle/>
          <a:p>
            <a:pPr algn="ctr" eaLnBrk="0" hangingPunct="0"/>
            <a:endParaRPr lang="zh-CN" altLang="en-US">
              <a:latin typeface="Times New Roman" panose="02020603050405020304" pitchFamily="18" charset="0"/>
            </a:endParaRPr>
          </a:p>
        </p:txBody>
      </p:sp>
      <p:sp>
        <p:nvSpPr>
          <p:cNvPr id="55299" name="文本框 55299">
            <a:extLst>
              <a:ext uri="{FF2B5EF4-FFF2-40B4-BE49-F238E27FC236}">
                <a16:creationId xmlns:a16="http://schemas.microsoft.com/office/drawing/2014/main" id="{CFFF0370-CBCF-4E42-8E35-2E8285781E7B}"/>
              </a:ext>
            </a:extLst>
          </p:cNvPr>
          <p:cNvSpPr txBox="1">
            <a:spLocks noChangeArrowheads="1"/>
          </p:cNvSpPr>
          <p:nvPr/>
        </p:nvSpPr>
        <p:spPr bwMode="auto">
          <a:xfrm>
            <a:off x="6886575" y="3751263"/>
            <a:ext cx="1239838"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zh-CN" altLang="en-US" sz="1200">
                <a:latin typeface="Times New Roman" panose="02020603050405020304" pitchFamily="18" charset="0"/>
              </a:rPr>
              <a:t>总线控制器</a:t>
            </a:r>
          </a:p>
          <a:p>
            <a:pPr algn="just" eaLnBrk="0" hangingPunct="0"/>
            <a:endParaRPr lang="zh-CN" altLang="en-US" sz="1200">
              <a:latin typeface="Times New Roman" panose="02020603050405020304" pitchFamily="18" charset="0"/>
            </a:endParaRPr>
          </a:p>
        </p:txBody>
      </p:sp>
      <p:sp>
        <p:nvSpPr>
          <p:cNvPr id="55300" name="文本框 55300">
            <a:extLst>
              <a:ext uri="{FF2B5EF4-FFF2-40B4-BE49-F238E27FC236}">
                <a16:creationId xmlns:a16="http://schemas.microsoft.com/office/drawing/2014/main" id="{02F729ED-DF2C-4A9C-B5F0-EAC977C0A6A7}"/>
              </a:ext>
            </a:extLst>
          </p:cNvPr>
          <p:cNvSpPr txBox="1">
            <a:spLocks noChangeArrowheads="1"/>
          </p:cNvSpPr>
          <p:nvPr/>
        </p:nvSpPr>
        <p:spPr bwMode="auto">
          <a:xfrm>
            <a:off x="4267200" y="5089525"/>
            <a:ext cx="871538"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从</a:t>
            </a:r>
            <a:r>
              <a:rPr lang="en-US" altLang="zh-CN" sz="1200">
                <a:latin typeface="Times New Roman" panose="02020603050405020304" pitchFamily="18" charset="0"/>
              </a:rPr>
              <a:t>8259A</a:t>
            </a:r>
          </a:p>
        </p:txBody>
      </p:sp>
      <p:sp>
        <p:nvSpPr>
          <p:cNvPr id="55301" name="文本框 55301">
            <a:extLst>
              <a:ext uri="{FF2B5EF4-FFF2-40B4-BE49-F238E27FC236}">
                <a16:creationId xmlns:a16="http://schemas.microsoft.com/office/drawing/2014/main" id="{AB9586CB-5492-4DD3-9A6F-99EAA0D02920}"/>
              </a:ext>
            </a:extLst>
          </p:cNvPr>
          <p:cNvSpPr txBox="1">
            <a:spLocks noChangeArrowheads="1"/>
          </p:cNvSpPr>
          <p:nvPr/>
        </p:nvSpPr>
        <p:spPr bwMode="auto">
          <a:xfrm>
            <a:off x="5678488" y="2979738"/>
            <a:ext cx="3667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+5V</a:t>
            </a:r>
          </a:p>
        </p:txBody>
      </p:sp>
      <p:sp>
        <p:nvSpPr>
          <p:cNvPr id="55302" name="文本框 55302">
            <a:extLst>
              <a:ext uri="{FF2B5EF4-FFF2-40B4-BE49-F238E27FC236}">
                <a16:creationId xmlns:a16="http://schemas.microsoft.com/office/drawing/2014/main" id="{B395743C-3127-4372-89B0-91692F0D2E62}"/>
              </a:ext>
            </a:extLst>
          </p:cNvPr>
          <p:cNvSpPr txBox="1">
            <a:spLocks noChangeArrowheads="1"/>
          </p:cNvSpPr>
          <p:nvPr/>
        </p:nvSpPr>
        <p:spPr bwMode="auto">
          <a:xfrm>
            <a:off x="6915150" y="1884363"/>
            <a:ext cx="955675" cy="8318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sz="1200">
              <a:latin typeface="Times New Roman" panose="02020603050405020304" pitchFamily="18" charset="0"/>
            </a:endParaRPr>
          </a:p>
        </p:txBody>
      </p:sp>
      <p:sp>
        <p:nvSpPr>
          <p:cNvPr id="55303" name="直接连接符 55303">
            <a:extLst>
              <a:ext uri="{FF2B5EF4-FFF2-40B4-BE49-F238E27FC236}">
                <a16:creationId xmlns:a16="http://schemas.microsoft.com/office/drawing/2014/main" id="{59F5B5AC-4C49-4B87-A313-DCA6386BA713}"/>
              </a:ext>
            </a:extLst>
          </p:cNvPr>
          <p:cNvSpPr>
            <a:spLocks noChangeShapeType="1"/>
          </p:cNvSpPr>
          <p:nvPr/>
        </p:nvSpPr>
        <p:spPr bwMode="auto">
          <a:xfrm>
            <a:off x="5226050" y="2198688"/>
            <a:ext cx="17081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4" name="文本框 55304">
            <a:extLst>
              <a:ext uri="{FF2B5EF4-FFF2-40B4-BE49-F238E27FC236}">
                <a16:creationId xmlns:a16="http://schemas.microsoft.com/office/drawing/2014/main" id="{BC7C57FC-2E9F-46EE-B4DD-6243DCA868B9}"/>
              </a:ext>
            </a:extLst>
          </p:cNvPr>
          <p:cNvSpPr txBox="1">
            <a:spLocks noChangeArrowheads="1"/>
          </p:cNvSpPr>
          <p:nvPr/>
        </p:nvSpPr>
        <p:spPr bwMode="auto">
          <a:xfrm>
            <a:off x="6985000" y="2117725"/>
            <a:ext cx="490538"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INTR</a:t>
            </a:r>
          </a:p>
        </p:txBody>
      </p:sp>
      <p:sp>
        <p:nvSpPr>
          <p:cNvPr id="55305" name="文本框 55305">
            <a:extLst>
              <a:ext uri="{FF2B5EF4-FFF2-40B4-BE49-F238E27FC236}">
                <a16:creationId xmlns:a16="http://schemas.microsoft.com/office/drawing/2014/main" id="{19078D04-1709-4018-B82B-6DE0A8844021}"/>
              </a:ext>
            </a:extLst>
          </p:cNvPr>
          <p:cNvSpPr txBox="1">
            <a:spLocks noChangeArrowheads="1"/>
          </p:cNvSpPr>
          <p:nvPr/>
        </p:nvSpPr>
        <p:spPr bwMode="auto">
          <a:xfrm>
            <a:off x="6915150" y="2979738"/>
            <a:ext cx="958850" cy="7508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sz="1200">
              <a:latin typeface="Times New Roman" panose="02020603050405020304" pitchFamily="18" charset="0"/>
            </a:endParaRPr>
          </a:p>
        </p:txBody>
      </p:sp>
      <p:sp>
        <p:nvSpPr>
          <p:cNvPr id="55306" name="直接连接符 55306">
            <a:extLst>
              <a:ext uri="{FF2B5EF4-FFF2-40B4-BE49-F238E27FC236}">
                <a16:creationId xmlns:a16="http://schemas.microsoft.com/office/drawing/2014/main" id="{33A3DB4B-2A66-407D-9537-3074D970E5F4}"/>
              </a:ext>
            </a:extLst>
          </p:cNvPr>
          <p:cNvSpPr>
            <a:spLocks noChangeShapeType="1"/>
          </p:cNvSpPr>
          <p:nvPr/>
        </p:nvSpPr>
        <p:spPr bwMode="auto">
          <a:xfrm>
            <a:off x="7088188" y="2713038"/>
            <a:ext cx="0" cy="2746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7" name="直接连接符 55307">
            <a:extLst>
              <a:ext uri="{FF2B5EF4-FFF2-40B4-BE49-F238E27FC236}">
                <a16:creationId xmlns:a16="http://schemas.microsoft.com/office/drawing/2014/main" id="{EA559C21-9B69-4F28-9755-E3926C522FF6}"/>
              </a:ext>
            </a:extLst>
          </p:cNvPr>
          <p:cNvSpPr>
            <a:spLocks noChangeShapeType="1"/>
          </p:cNvSpPr>
          <p:nvPr/>
        </p:nvSpPr>
        <p:spPr bwMode="auto">
          <a:xfrm>
            <a:off x="7402513" y="2713038"/>
            <a:ext cx="0" cy="2746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8" name="直接连接符 55308">
            <a:extLst>
              <a:ext uri="{FF2B5EF4-FFF2-40B4-BE49-F238E27FC236}">
                <a16:creationId xmlns:a16="http://schemas.microsoft.com/office/drawing/2014/main" id="{1AA87181-CFB2-4FFF-967B-9B7188F35481}"/>
              </a:ext>
            </a:extLst>
          </p:cNvPr>
          <p:cNvSpPr>
            <a:spLocks noChangeShapeType="1"/>
          </p:cNvSpPr>
          <p:nvPr/>
        </p:nvSpPr>
        <p:spPr bwMode="auto">
          <a:xfrm>
            <a:off x="7715250" y="2713038"/>
            <a:ext cx="0" cy="2746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9" name="直接连接符 55309">
            <a:extLst>
              <a:ext uri="{FF2B5EF4-FFF2-40B4-BE49-F238E27FC236}">
                <a16:creationId xmlns:a16="http://schemas.microsoft.com/office/drawing/2014/main" id="{843D0A27-ADAA-46E2-971D-B9033A44766F}"/>
              </a:ext>
            </a:extLst>
          </p:cNvPr>
          <p:cNvSpPr>
            <a:spLocks noChangeShapeType="1"/>
          </p:cNvSpPr>
          <p:nvPr/>
        </p:nvSpPr>
        <p:spPr bwMode="auto">
          <a:xfrm flipH="1">
            <a:off x="5224463" y="3281363"/>
            <a:ext cx="17081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0" name="直接连接符 55310">
            <a:extLst>
              <a:ext uri="{FF2B5EF4-FFF2-40B4-BE49-F238E27FC236}">
                <a16:creationId xmlns:a16="http://schemas.microsoft.com/office/drawing/2014/main" id="{65B81594-0E08-4640-9191-73953C2FD9A4}"/>
              </a:ext>
            </a:extLst>
          </p:cNvPr>
          <p:cNvSpPr>
            <a:spLocks noChangeShapeType="1"/>
          </p:cNvSpPr>
          <p:nvPr/>
        </p:nvSpPr>
        <p:spPr bwMode="auto">
          <a:xfrm flipH="1">
            <a:off x="5224463" y="3444875"/>
            <a:ext cx="17049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1" name="直接连接符 55311">
            <a:extLst>
              <a:ext uri="{FF2B5EF4-FFF2-40B4-BE49-F238E27FC236}">
                <a16:creationId xmlns:a16="http://schemas.microsoft.com/office/drawing/2014/main" id="{1006766B-981E-4D3B-91B6-FF621E50554F}"/>
              </a:ext>
            </a:extLst>
          </p:cNvPr>
          <p:cNvSpPr>
            <a:spLocks noChangeShapeType="1"/>
          </p:cNvSpPr>
          <p:nvPr/>
        </p:nvSpPr>
        <p:spPr bwMode="auto">
          <a:xfrm flipH="1">
            <a:off x="5224463" y="3595688"/>
            <a:ext cx="17049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5312" name="组合 55312">
            <a:extLst>
              <a:ext uri="{FF2B5EF4-FFF2-40B4-BE49-F238E27FC236}">
                <a16:creationId xmlns:a16="http://schemas.microsoft.com/office/drawing/2014/main" id="{7E0E0E48-8CD2-4DBE-A936-C15DAB92B10B}"/>
              </a:ext>
            </a:extLst>
          </p:cNvPr>
          <p:cNvGrpSpPr>
            <a:grpSpLocks/>
          </p:cNvGrpSpPr>
          <p:nvPr/>
        </p:nvGrpSpPr>
        <p:grpSpPr bwMode="auto">
          <a:xfrm>
            <a:off x="6985000" y="3182938"/>
            <a:ext cx="701675" cy="222250"/>
            <a:chOff x="0" y="0"/>
            <a:chExt cx="604" cy="330"/>
          </a:xfrm>
        </p:grpSpPr>
        <p:sp>
          <p:nvSpPr>
            <p:cNvPr id="55313" name="文本框 55313">
              <a:extLst>
                <a:ext uri="{FF2B5EF4-FFF2-40B4-BE49-F238E27FC236}">
                  <a16:creationId xmlns:a16="http://schemas.microsoft.com/office/drawing/2014/main" id="{F5D296C0-0015-422E-8D05-B18A6F201E31}"/>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INTA</a:t>
              </a:r>
            </a:p>
          </p:txBody>
        </p:sp>
        <p:sp>
          <p:nvSpPr>
            <p:cNvPr id="55314" name="直接连接符 55314">
              <a:extLst>
                <a:ext uri="{FF2B5EF4-FFF2-40B4-BE49-F238E27FC236}">
                  <a16:creationId xmlns:a16="http://schemas.microsoft.com/office/drawing/2014/main" id="{AB2F244B-8085-46D8-890D-6DC3730AFE87}"/>
                </a:ext>
              </a:extLst>
            </p:cNvPr>
            <p:cNvSpPr>
              <a:spLocks noChangeShapeType="1"/>
            </p:cNvSpPr>
            <p:nvPr/>
          </p:nvSpPr>
          <p:spPr bwMode="auto">
            <a:xfrm>
              <a:off x="0" y="57"/>
              <a:ext cx="3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315" name="组合 55315">
            <a:extLst>
              <a:ext uri="{FF2B5EF4-FFF2-40B4-BE49-F238E27FC236}">
                <a16:creationId xmlns:a16="http://schemas.microsoft.com/office/drawing/2014/main" id="{CD432FB6-131B-40BB-88DF-64B06AB84264}"/>
              </a:ext>
            </a:extLst>
          </p:cNvPr>
          <p:cNvGrpSpPr>
            <a:grpSpLocks/>
          </p:cNvGrpSpPr>
          <p:nvPr/>
        </p:nvGrpSpPr>
        <p:grpSpPr bwMode="auto">
          <a:xfrm>
            <a:off x="6985000" y="3344863"/>
            <a:ext cx="701675" cy="222250"/>
            <a:chOff x="0" y="0"/>
            <a:chExt cx="604" cy="330"/>
          </a:xfrm>
        </p:grpSpPr>
        <p:sp>
          <p:nvSpPr>
            <p:cNvPr id="55316" name="文本框 55316">
              <a:extLst>
                <a:ext uri="{FF2B5EF4-FFF2-40B4-BE49-F238E27FC236}">
                  <a16:creationId xmlns:a16="http://schemas.microsoft.com/office/drawing/2014/main" id="{3B5FD0F6-0722-4FEC-846C-7CC071936A1A}"/>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IOR</a:t>
              </a:r>
            </a:p>
          </p:txBody>
        </p:sp>
        <p:sp>
          <p:nvSpPr>
            <p:cNvPr id="55317" name="直接连接符 55317">
              <a:extLst>
                <a:ext uri="{FF2B5EF4-FFF2-40B4-BE49-F238E27FC236}">
                  <a16:creationId xmlns:a16="http://schemas.microsoft.com/office/drawing/2014/main" id="{A2F012B3-8FB5-4447-9CDA-A224B9C95B19}"/>
                </a:ext>
              </a:extLst>
            </p:cNvPr>
            <p:cNvSpPr>
              <a:spLocks noChangeShapeType="1"/>
            </p:cNvSpPr>
            <p:nvPr/>
          </p:nvSpPr>
          <p:spPr bwMode="auto">
            <a:xfrm>
              <a:off x="0" y="57"/>
              <a:ext cx="2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318" name="组合 55318">
            <a:extLst>
              <a:ext uri="{FF2B5EF4-FFF2-40B4-BE49-F238E27FC236}">
                <a16:creationId xmlns:a16="http://schemas.microsoft.com/office/drawing/2014/main" id="{0A30C835-7CA3-47BD-90D6-FA97721D7549}"/>
              </a:ext>
            </a:extLst>
          </p:cNvPr>
          <p:cNvGrpSpPr>
            <a:grpSpLocks/>
          </p:cNvGrpSpPr>
          <p:nvPr/>
        </p:nvGrpSpPr>
        <p:grpSpPr bwMode="auto">
          <a:xfrm>
            <a:off x="6983413" y="3506788"/>
            <a:ext cx="701675" cy="223837"/>
            <a:chOff x="0" y="0"/>
            <a:chExt cx="604" cy="330"/>
          </a:xfrm>
        </p:grpSpPr>
        <p:sp>
          <p:nvSpPr>
            <p:cNvPr id="55319" name="文本框 55319">
              <a:extLst>
                <a:ext uri="{FF2B5EF4-FFF2-40B4-BE49-F238E27FC236}">
                  <a16:creationId xmlns:a16="http://schemas.microsoft.com/office/drawing/2014/main" id="{3DC39497-66FE-41DA-85AF-2630E1113148}"/>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IOW</a:t>
              </a:r>
            </a:p>
          </p:txBody>
        </p:sp>
        <p:sp>
          <p:nvSpPr>
            <p:cNvPr id="55320" name="直接连接符 55320">
              <a:extLst>
                <a:ext uri="{FF2B5EF4-FFF2-40B4-BE49-F238E27FC236}">
                  <a16:creationId xmlns:a16="http://schemas.microsoft.com/office/drawing/2014/main" id="{F152F1A3-196A-4B73-95B2-30A73A594734}"/>
                </a:ext>
              </a:extLst>
            </p:cNvPr>
            <p:cNvSpPr>
              <a:spLocks noChangeShapeType="1"/>
            </p:cNvSpPr>
            <p:nvPr/>
          </p:nvSpPr>
          <p:spPr bwMode="auto">
            <a:xfrm>
              <a:off x="0" y="57"/>
              <a:ext cx="27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21" name="文本框 55321">
            <a:extLst>
              <a:ext uri="{FF2B5EF4-FFF2-40B4-BE49-F238E27FC236}">
                <a16:creationId xmlns:a16="http://schemas.microsoft.com/office/drawing/2014/main" id="{E39077D8-310D-40B5-BD5C-0A64F58D6658}"/>
              </a:ext>
            </a:extLst>
          </p:cNvPr>
          <p:cNvSpPr txBox="1">
            <a:spLocks noChangeArrowheads="1"/>
          </p:cNvSpPr>
          <p:nvPr/>
        </p:nvSpPr>
        <p:spPr bwMode="auto">
          <a:xfrm>
            <a:off x="3781425" y="2076450"/>
            <a:ext cx="1443038" cy="1765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sz="1200">
              <a:latin typeface="Times New Roman" panose="02020603050405020304" pitchFamily="18" charset="0"/>
            </a:endParaRPr>
          </a:p>
        </p:txBody>
      </p:sp>
      <p:sp>
        <p:nvSpPr>
          <p:cNvPr id="55322" name="直接连接符 55322">
            <a:extLst>
              <a:ext uri="{FF2B5EF4-FFF2-40B4-BE49-F238E27FC236}">
                <a16:creationId xmlns:a16="http://schemas.microsoft.com/office/drawing/2014/main" id="{B14A74A6-1FCE-4ADE-9555-03F7AA289DBA}"/>
              </a:ext>
            </a:extLst>
          </p:cNvPr>
          <p:cNvSpPr>
            <a:spLocks noChangeShapeType="1"/>
          </p:cNvSpPr>
          <p:nvPr/>
        </p:nvSpPr>
        <p:spPr bwMode="auto">
          <a:xfrm flipH="1" flipV="1">
            <a:off x="5222875" y="3081338"/>
            <a:ext cx="3873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5323" name="组合 55323">
            <a:extLst>
              <a:ext uri="{FF2B5EF4-FFF2-40B4-BE49-F238E27FC236}">
                <a16:creationId xmlns:a16="http://schemas.microsoft.com/office/drawing/2014/main" id="{0CB7121D-360A-42B7-9093-19F7CC349D16}"/>
              </a:ext>
            </a:extLst>
          </p:cNvPr>
          <p:cNvGrpSpPr>
            <a:grpSpLocks/>
          </p:cNvGrpSpPr>
          <p:nvPr/>
        </p:nvGrpSpPr>
        <p:grpSpPr bwMode="auto">
          <a:xfrm>
            <a:off x="2438400" y="2016125"/>
            <a:ext cx="1358900" cy="263525"/>
            <a:chOff x="0" y="0"/>
            <a:chExt cx="1171" cy="390"/>
          </a:xfrm>
        </p:grpSpPr>
        <p:sp>
          <p:nvSpPr>
            <p:cNvPr id="55324" name="直接连接符 55324">
              <a:extLst>
                <a:ext uri="{FF2B5EF4-FFF2-40B4-BE49-F238E27FC236}">
                  <a16:creationId xmlns:a16="http://schemas.microsoft.com/office/drawing/2014/main" id="{1D4DF398-3619-43F2-81B0-BEE0070E012F}"/>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5" name="文本框 55325">
              <a:extLst>
                <a:ext uri="{FF2B5EF4-FFF2-40B4-BE49-F238E27FC236}">
                  <a16:creationId xmlns:a16="http://schemas.microsoft.com/office/drawing/2014/main" id="{C312614C-FEAF-4EDD-B0D7-1B8E1A5C75B7}"/>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IRQ0</a:t>
              </a:r>
            </a:p>
          </p:txBody>
        </p:sp>
        <p:sp>
          <p:nvSpPr>
            <p:cNvPr id="55326" name="文本框 55326">
              <a:extLst>
                <a:ext uri="{FF2B5EF4-FFF2-40B4-BE49-F238E27FC236}">
                  <a16:creationId xmlns:a16="http://schemas.microsoft.com/office/drawing/2014/main" id="{B3491519-F9C5-4C80-AB8E-EBD86B8A57E2}"/>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日时钟</a:t>
              </a:r>
            </a:p>
          </p:txBody>
        </p:sp>
      </p:grpSp>
      <p:grpSp>
        <p:nvGrpSpPr>
          <p:cNvPr id="55327" name="组合 55327">
            <a:extLst>
              <a:ext uri="{FF2B5EF4-FFF2-40B4-BE49-F238E27FC236}">
                <a16:creationId xmlns:a16="http://schemas.microsoft.com/office/drawing/2014/main" id="{BEEBF35B-3F43-4B74-93E5-3D7F88BF1963}"/>
              </a:ext>
            </a:extLst>
          </p:cNvPr>
          <p:cNvGrpSpPr>
            <a:grpSpLocks/>
          </p:cNvGrpSpPr>
          <p:nvPr/>
        </p:nvGrpSpPr>
        <p:grpSpPr bwMode="auto">
          <a:xfrm>
            <a:off x="2438400" y="2178050"/>
            <a:ext cx="1358900" cy="263525"/>
            <a:chOff x="0" y="0"/>
            <a:chExt cx="1171" cy="390"/>
          </a:xfrm>
        </p:grpSpPr>
        <p:sp>
          <p:nvSpPr>
            <p:cNvPr id="55328" name="直接连接符 55328">
              <a:extLst>
                <a:ext uri="{FF2B5EF4-FFF2-40B4-BE49-F238E27FC236}">
                  <a16:creationId xmlns:a16="http://schemas.microsoft.com/office/drawing/2014/main" id="{A918B47A-F703-41E6-857C-99388B919C0A}"/>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9" name="文本框 55329">
              <a:extLst>
                <a:ext uri="{FF2B5EF4-FFF2-40B4-BE49-F238E27FC236}">
                  <a16:creationId xmlns:a16="http://schemas.microsoft.com/office/drawing/2014/main" id="{6960A5D5-8328-482C-80B4-FE77F508DDD4}"/>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a:t>
              </a:r>
            </a:p>
          </p:txBody>
        </p:sp>
        <p:sp>
          <p:nvSpPr>
            <p:cNvPr id="55330" name="文本框 55330">
              <a:extLst>
                <a:ext uri="{FF2B5EF4-FFF2-40B4-BE49-F238E27FC236}">
                  <a16:creationId xmlns:a16="http://schemas.microsoft.com/office/drawing/2014/main" id="{99B2D789-C0D0-4076-B26E-75BA987EF66B}"/>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键盘</a:t>
              </a:r>
            </a:p>
          </p:txBody>
        </p:sp>
      </p:grpSp>
      <p:sp>
        <p:nvSpPr>
          <p:cNvPr id="55331" name="直接连接符 55331">
            <a:extLst>
              <a:ext uri="{FF2B5EF4-FFF2-40B4-BE49-F238E27FC236}">
                <a16:creationId xmlns:a16="http://schemas.microsoft.com/office/drawing/2014/main" id="{5FF35F3B-E90F-49B4-AB45-BF5DC5CAF47E}"/>
              </a:ext>
            </a:extLst>
          </p:cNvPr>
          <p:cNvSpPr>
            <a:spLocks noChangeShapeType="1"/>
          </p:cNvSpPr>
          <p:nvPr/>
        </p:nvSpPr>
        <p:spPr bwMode="auto">
          <a:xfrm flipV="1">
            <a:off x="3219450" y="2522538"/>
            <a:ext cx="5603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32" name="文本框 55332">
            <a:extLst>
              <a:ext uri="{FF2B5EF4-FFF2-40B4-BE49-F238E27FC236}">
                <a16:creationId xmlns:a16="http://schemas.microsoft.com/office/drawing/2014/main" id="{7A2FB5CB-05B5-4117-9E29-C385A0430BBB}"/>
              </a:ext>
            </a:extLst>
          </p:cNvPr>
          <p:cNvSpPr txBox="1">
            <a:spLocks noChangeArrowheads="1"/>
          </p:cNvSpPr>
          <p:nvPr/>
        </p:nvSpPr>
        <p:spPr bwMode="auto">
          <a:xfrm>
            <a:off x="3240088" y="2339975"/>
            <a:ext cx="557212"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IRQ2</a:t>
            </a:r>
          </a:p>
        </p:txBody>
      </p:sp>
      <p:grpSp>
        <p:nvGrpSpPr>
          <p:cNvPr id="55333" name="组合 55333">
            <a:extLst>
              <a:ext uri="{FF2B5EF4-FFF2-40B4-BE49-F238E27FC236}">
                <a16:creationId xmlns:a16="http://schemas.microsoft.com/office/drawing/2014/main" id="{CEA883BE-CB68-4372-989A-B4F003DF5945}"/>
              </a:ext>
            </a:extLst>
          </p:cNvPr>
          <p:cNvGrpSpPr>
            <a:grpSpLocks/>
          </p:cNvGrpSpPr>
          <p:nvPr/>
        </p:nvGrpSpPr>
        <p:grpSpPr bwMode="auto">
          <a:xfrm>
            <a:off x="2435225" y="2503488"/>
            <a:ext cx="1360488" cy="263525"/>
            <a:chOff x="0" y="0"/>
            <a:chExt cx="1171" cy="390"/>
          </a:xfrm>
        </p:grpSpPr>
        <p:sp>
          <p:nvSpPr>
            <p:cNvPr id="55334" name="直接连接符 55334">
              <a:extLst>
                <a:ext uri="{FF2B5EF4-FFF2-40B4-BE49-F238E27FC236}">
                  <a16:creationId xmlns:a16="http://schemas.microsoft.com/office/drawing/2014/main" id="{0690D8C3-2A8F-4D2A-861F-5732A66E3D81}"/>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35" name="文本框 55335">
              <a:extLst>
                <a:ext uri="{FF2B5EF4-FFF2-40B4-BE49-F238E27FC236}">
                  <a16:creationId xmlns:a16="http://schemas.microsoft.com/office/drawing/2014/main" id="{0E7A38F1-ADB5-4C85-9C78-2B2D22E2F7E3}"/>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IRQ3</a:t>
              </a:r>
            </a:p>
          </p:txBody>
        </p:sp>
        <p:sp>
          <p:nvSpPr>
            <p:cNvPr id="55336" name="文本框 55336">
              <a:extLst>
                <a:ext uri="{FF2B5EF4-FFF2-40B4-BE49-F238E27FC236}">
                  <a16:creationId xmlns:a16="http://schemas.microsoft.com/office/drawing/2014/main" id="{2001791A-EA6B-48E1-B550-367995798925}"/>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串行口</a:t>
              </a:r>
              <a:r>
                <a:rPr lang="en-US" altLang="zh-CN" sz="1200">
                  <a:latin typeface="Times New Roman" panose="02020603050405020304" pitchFamily="18" charset="0"/>
                </a:rPr>
                <a:t>2</a:t>
              </a:r>
            </a:p>
          </p:txBody>
        </p:sp>
      </p:grpSp>
      <p:grpSp>
        <p:nvGrpSpPr>
          <p:cNvPr id="55337" name="组合 55337">
            <a:extLst>
              <a:ext uri="{FF2B5EF4-FFF2-40B4-BE49-F238E27FC236}">
                <a16:creationId xmlns:a16="http://schemas.microsoft.com/office/drawing/2014/main" id="{63648955-0949-4C57-9D7B-3DEFB7429498}"/>
              </a:ext>
            </a:extLst>
          </p:cNvPr>
          <p:cNvGrpSpPr>
            <a:grpSpLocks/>
          </p:cNvGrpSpPr>
          <p:nvPr/>
        </p:nvGrpSpPr>
        <p:grpSpPr bwMode="auto">
          <a:xfrm>
            <a:off x="2454275" y="2665413"/>
            <a:ext cx="1360488" cy="263525"/>
            <a:chOff x="0" y="0"/>
            <a:chExt cx="1171" cy="390"/>
          </a:xfrm>
        </p:grpSpPr>
        <p:sp>
          <p:nvSpPr>
            <p:cNvPr id="55338" name="直接连接符 55338">
              <a:extLst>
                <a:ext uri="{FF2B5EF4-FFF2-40B4-BE49-F238E27FC236}">
                  <a16:creationId xmlns:a16="http://schemas.microsoft.com/office/drawing/2014/main" id="{DA5AE9CD-E98A-4E57-93DD-E47281329D55}"/>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39" name="文本框 55339">
              <a:extLst>
                <a:ext uri="{FF2B5EF4-FFF2-40B4-BE49-F238E27FC236}">
                  <a16:creationId xmlns:a16="http://schemas.microsoft.com/office/drawing/2014/main" id="{198255F7-0008-47E1-B3CA-571DDF88538B}"/>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IRQ4</a:t>
              </a:r>
            </a:p>
          </p:txBody>
        </p:sp>
        <p:sp>
          <p:nvSpPr>
            <p:cNvPr id="55340" name="文本框 55340">
              <a:extLst>
                <a:ext uri="{FF2B5EF4-FFF2-40B4-BE49-F238E27FC236}">
                  <a16:creationId xmlns:a16="http://schemas.microsoft.com/office/drawing/2014/main" id="{5AB7C708-F544-4059-B606-08BD6005C487}"/>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串行口</a:t>
              </a:r>
              <a:r>
                <a:rPr lang="en-US" altLang="zh-CN" sz="1200">
                  <a:latin typeface="Times New Roman" panose="02020603050405020304" pitchFamily="18" charset="0"/>
                </a:rPr>
                <a:t>1</a:t>
              </a:r>
            </a:p>
          </p:txBody>
        </p:sp>
      </p:grpSp>
      <p:grpSp>
        <p:nvGrpSpPr>
          <p:cNvPr id="55341" name="组合 55341">
            <a:extLst>
              <a:ext uri="{FF2B5EF4-FFF2-40B4-BE49-F238E27FC236}">
                <a16:creationId xmlns:a16="http://schemas.microsoft.com/office/drawing/2014/main" id="{CA5CEBE2-6D53-4C19-909D-237862D34692}"/>
              </a:ext>
            </a:extLst>
          </p:cNvPr>
          <p:cNvGrpSpPr>
            <a:grpSpLocks/>
          </p:cNvGrpSpPr>
          <p:nvPr/>
        </p:nvGrpSpPr>
        <p:grpSpPr bwMode="auto">
          <a:xfrm>
            <a:off x="2419350" y="2827338"/>
            <a:ext cx="1360488" cy="263525"/>
            <a:chOff x="0" y="0"/>
            <a:chExt cx="1171" cy="390"/>
          </a:xfrm>
        </p:grpSpPr>
        <p:sp>
          <p:nvSpPr>
            <p:cNvPr id="55342" name="直接连接符 55342">
              <a:extLst>
                <a:ext uri="{FF2B5EF4-FFF2-40B4-BE49-F238E27FC236}">
                  <a16:creationId xmlns:a16="http://schemas.microsoft.com/office/drawing/2014/main" id="{154A3FBC-DC6B-4F96-AA9E-BDCE18E6B3CE}"/>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43" name="文本框 55343">
              <a:extLst>
                <a:ext uri="{FF2B5EF4-FFF2-40B4-BE49-F238E27FC236}">
                  <a16:creationId xmlns:a16="http://schemas.microsoft.com/office/drawing/2014/main" id="{7071AA73-DD1D-492B-B523-767C2FFEA30D}"/>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IRQ5</a:t>
              </a:r>
            </a:p>
          </p:txBody>
        </p:sp>
        <p:sp>
          <p:nvSpPr>
            <p:cNvPr id="55344" name="文本框 55344">
              <a:extLst>
                <a:ext uri="{FF2B5EF4-FFF2-40B4-BE49-F238E27FC236}">
                  <a16:creationId xmlns:a16="http://schemas.microsoft.com/office/drawing/2014/main" id="{BDAAB10D-0FB6-49C5-A105-98FA2D9372AE}"/>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并行口</a:t>
              </a:r>
              <a:r>
                <a:rPr lang="en-US" altLang="zh-CN" sz="1200">
                  <a:latin typeface="Times New Roman" panose="02020603050405020304" pitchFamily="18" charset="0"/>
                </a:rPr>
                <a:t>2</a:t>
              </a:r>
            </a:p>
          </p:txBody>
        </p:sp>
      </p:grpSp>
      <p:grpSp>
        <p:nvGrpSpPr>
          <p:cNvPr id="55345" name="组合 55345">
            <a:extLst>
              <a:ext uri="{FF2B5EF4-FFF2-40B4-BE49-F238E27FC236}">
                <a16:creationId xmlns:a16="http://schemas.microsoft.com/office/drawing/2014/main" id="{BE703688-0387-47F3-946B-731F6FE1E545}"/>
              </a:ext>
            </a:extLst>
          </p:cNvPr>
          <p:cNvGrpSpPr>
            <a:grpSpLocks/>
          </p:cNvGrpSpPr>
          <p:nvPr/>
        </p:nvGrpSpPr>
        <p:grpSpPr bwMode="auto">
          <a:xfrm>
            <a:off x="2438400" y="2989263"/>
            <a:ext cx="1358900" cy="263525"/>
            <a:chOff x="0" y="0"/>
            <a:chExt cx="1171" cy="390"/>
          </a:xfrm>
        </p:grpSpPr>
        <p:sp>
          <p:nvSpPr>
            <p:cNvPr id="55346" name="直接连接符 55346">
              <a:extLst>
                <a:ext uri="{FF2B5EF4-FFF2-40B4-BE49-F238E27FC236}">
                  <a16:creationId xmlns:a16="http://schemas.microsoft.com/office/drawing/2014/main" id="{80B28B2D-B945-4CC8-90D2-6CB1D423F2C1}"/>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47" name="文本框 55347">
              <a:extLst>
                <a:ext uri="{FF2B5EF4-FFF2-40B4-BE49-F238E27FC236}">
                  <a16:creationId xmlns:a16="http://schemas.microsoft.com/office/drawing/2014/main" id="{EAA20527-3FB5-4F45-B181-66D851C0E800}"/>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IRQ6</a:t>
              </a:r>
            </a:p>
          </p:txBody>
        </p:sp>
        <p:sp>
          <p:nvSpPr>
            <p:cNvPr id="55348" name="文本框 55348">
              <a:extLst>
                <a:ext uri="{FF2B5EF4-FFF2-40B4-BE49-F238E27FC236}">
                  <a16:creationId xmlns:a16="http://schemas.microsoft.com/office/drawing/2014/main" id="{7A7F4277-B1DE-4864-B3CA-F621B372D1CF}"/>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软盘</a:t>
              </a:r>
            </a:p>
          </p:txBody>
        </p:sp>
      </p:grpSp>
      <p:grpSp>
        <p:nvGrpSpPr>
          <p:cNvPr id="55349" name="组合 55349">
            <a:extLst>
              <a:ext uri="{FF2B5EF4-FFF2-40B4-BE49-F238E27FC236}">
                <a16:creationId xmlns:a16="http://schemas.microsoft.com/office/drawing/2014/main" id="{6AAABDE0-16AA-4949-8AC6-C37BA59640DD}"/>
              </a:ext>
            </a:extLst>
          </p:cNvPr>
          <p:cNvGrpSpPr>
            <a:grpSpLocks/>
          </p:cNvGrpSpPr>
          <p:nvPr/>
        </p:nvGrpSpPr>
        <p:grpSpPr bwMode="auto">
          <a:xfrm>
            <a:off x="2438400" y="3152775"/>
            <a:ext cx="1358900" cy="263525"/>
            <a:chOff x="0" y="0"/>
            <a:chExt cx="1171" cy="390"/>
          </a:xfrm>
        </p:grpSpPr>
        <p:sp>
          <p:nvSpPr>
            <p:cNvPr id="55350" name="直接连接符 55350">
              <a:extLst>
                <a:ext uri="{FF2B5EF4-FFF2-40B4-BE49-F238E27FC236}">
                  <a16:creationId xmlns:a16="http://schemas.microsoft.com/office/drawing/2014/main" id="{43A98709-668B-4BDA-890D-4EEB4F6D3058}"/>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51" name="文本框 55351">
              <a:extLst>
                <a:ext uri="{FF2B5EF4-FFF2-40B4-BE49-F238E27FC236}">
                  <a16:creationId xmlns:a16="http://schemas.microsoft.com/office/drawing/2014/main" id="{A9D18171-03F4-4E2A-8F0E-3F1624BECEBA}"/>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IRQ7</a:t>
              </a:r>
            </a:p>
          </p:txBody>
        </p:sp>
        <p:sp>
          <p:nvSpPr>
            <p:cNvPr id="55352" name="文本框 55352">
              <a:extLst>
                <a:ext uri="{FF2B5EF4-FFF2-40B4-BE49-F238E27FC236}">
                  <a16:creationId xmlns:a16="http://schemas.microsoft.com/office/drawing/2014/main" id="{ADB92737-945A-4F43-AC98-7D10B16DE453}"/>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并行口</a:t>
              </a:r>
              <a:r>
                <a:rPr lang="en-US" altLang="zh-CN" sz="1200">
                  <a:latin typeface="Times New Roman" panose="02020603050405020304" pitchFamily="18" charset="0"/>
                </a:rPr>
                <a:t>1</a:t>
              </a:r>
            </a:p>
          </p:txBody>
        </p:sp>
      </p:grpSp>
      <p:sp>
        <p:nvSpPr>
          <p:cNvPr id="55353" name="直接连接符 55353">
            <a:extLst>
              <a:ext uri="{FF2B5EF4-FFF2-40B4-BE49-F238E27FC236}">
                <a16:creationId xmlns:a16="http://schemas.microsoft.com/office/drawing/2014/main" id="{41286F40-011C-412F-84B5-48562450729C}"/>
              </a:ext>
            </a:extLst>
          </p:cNvPr>
          <p:cNvSpPr>
            <a:spLocks noChangeShapeType="1"/>
          </p:cNvSpPr>
          <p:nvPr/>
        </p:nvSpPr>
        <p:spPr bwMode="auto">
          <a:xfrm flipV="1">
            <a:off x="3221038" y="3536950"/>
            <a:ext cx="5603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54" name="直接连接符 55354">
            <a:extLst>
              <a:ext uri="{FF2B5EF4-FFF2-40B4-BE49-F238E27FC236}">
                <a16:creationId xmlns:a16="http://schemas.microsoft.com/office/drawing/2014/main" id="{EBD1EDC8-758E-4AA2-9582-566D06F1A901}"/>
              </a:ext>
            </a:extLst>
          </p:cNvPr>
          <p:cNvSpPr>
            <a:spLocks noChangeShapeType="1"/>
          </p:cNvSpPr>
          <p:nvPr/>
        </p:nvSpPr>
        <p:spPr bwMode="auto">
          <a:xfrm flipV="1">
            <a:off x="3221038" y="3679825"/>
            <a:ext cx="5603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55" name="文本框 55355">
            <a:extLst>
              <a:ext uri="{FF2B5EF4-FFF2-40B4-BE49-F238E27FC236}">
                <a16:creationId xmlns:a16="http://schemas.microsoft.com/office/drawing/2014/main" id="{6056B453-4A38-43FC-B667-3E757EEF29F9}"/>
              </a:ext>
            </a:extLst>
          </p:cNvPr>
          <p:cNvSpPr txBox="1">
            <a:spLocks noChangeArrowheads="1"/>
          </p:cNvSpPr>
          <p:nvPr/>
        </p:nvSpPr>
        <p:spPr bwMode="auto">
          <a:xfrm>
            <a:off x="3851275" y="2117725"/>
            <a:ext cx="3667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IR0</a:t>
            </a:r>
          </a:p>
        </p:txBody>
      </p:sp>
      <p:sp>
        <p:nvSpPr>
          <p:cNvPr id="55356" name="文本框 55356">
            <a:extLst>
              <a:ext uri="{FF2B5EF4-FFF2-40B4-BE49-F238E27FC236}">
                <a16:creationId xmlns:a16="http://schemas.microsoft.com/office/drawing/2014/main" id="{9C7F3D09-46DF-4E82-B2C2-F7858AD058F5}"/>
              </a:ext>
            </a:extLst>
          </p:cNvPr>
          <p:cNvSpPr txBox="1">
            <a:spLocks noChangeArrowheads="1"/>
          </p:cNvSpPr>
          <p:nvPr/>
        </p:nvSpPr>
        <p:spPr bwMode="auto">
          <a:xfrm>
            <a:off x="3851275" y="2270125"/>
            <a:ext cx="3651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IR1</a:t>
            </a:r>
          </a:p>
        </p:txBody>
      </p:sp>
      <p:sp>
        <p:nvSpPr>
          <p:cNvPr id="55357" name="文本框 55357">
            <a:extLst>
              <a:ext uri="{FF2B5EF4-FFF2-40B4-BE49-F238E27FC236}">
                <a16:creationId xmlns:a16="http://schemas.microsoft.com/office/drawing/2014/main" id="{D2F68FCA-9F73-46D4-85CD-2E55869CB409}"/>
              </a:ext>
            </a:extLst>
          </p:cNvPr>
          <p:cNvSpPr txBox="1">
            <a:spLocks noChangeArrowheads="1"/>
          </p:cNvSpPr>
          <p:nvPr/>
        </p:nvSpPr>
        <p:spPr bwMode="auto">
          <a:xfrm>
            <a:off x="3849688" y="2432050"/>
            <a:ext cx="3651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IR2</a:t>
            </a:r>
          </a:p>
        </p:txBody>
      </p:sp>
      <p:sp>
        <p:nvSpPr>
          <p:cNvPr id="55358" name="文本框 55358">
            <a:extLst>
              <a:ext uri="{FF2B5EF4-FFF2-40B4-BE49-F238E27FC236}">
                <a16:creationId xmlns:a16="http://schemas.microsoft.com/office/drawing/2014/main" id="{715D33BA-AA57-4F40-8DA5-AB5C977C6E69}"/>
              </a:ext>
            </a:extLst>
          </p:cNvPr>
          <p:cNvSpPr txBox="1">
            <a:spLocks noChangeArrowheads="1"/>
          </p:cNvSpPr>
          <p:nvPr/>
        </p:nvSpPr>
        <p:spPr bwMode="auto">
          <a:xfrm>
            <a:off x="3848100" y="2593975"/>
            <a:ext cx="3667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IR3</a:t>
            </a:r>
          </a:p>
        </p:txBody>
      </p:sp>
      <p:sp>
        <p:nvSpPr>
          <p:cNvPr id="55359" name="文本框 55359">
            <a:extLst>
              <a:ext uri="{FF2B5EF4-FFF2-40B4-BE49-F238E27FC236}">
                <a16:creationId xmlns:a16="http://schemas.microsoft.com/office/drawing/2014/main" id="{64E9518F-1F11-40B8-B7D7-2FAC049247AA}"/>
              </a:ext>
            </a:extLst>
          </p:cNvPr>
          <p:cNvSpPr txBox="1">
            <a:spLocks noChangeArrowheads="1"/>
          </p:cNvSpPr>
          <p:nvPr/>
        </p:nvSpPr>
        <p:spPr bwMode="auto">
          <a:xfrm>
            <a:off x="3848100" y="2755900"/>
            <a:ext cx="3667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IR4</a:t>
            </a:r>
          </a:p>
        </p:txBody>
      </p:sp>
      <p:sp>
        <p:nvSpPr>
          <p:cNvPr id="55360" name="文本框 55360">
            <a:extLst>
              <a:ext uri="{FF2B5EF4-FFF2-40B4-BE49-F238E27FC236}">
                <a16:creationId xmlns:a16="http://schemas.microsoft.com/office/drawing/2014/main" id="{A5900AC3-54C9-4590-BAE0-F8DD8B76383A}"/>
              </a:ext>
            </a:extLst>
          </p:cNvPr>
          <p:cNvSpPr txBox="1">
            <a:spLocks noChangeArrowheads="1"/>
          </p:cNvSpPr>
          <p:nvPr/>
        </p:nvSpPr>
        <p:spPr bwMode="auto">
          <a:xfrm>
            <a:off x="3848100" y="2919413"/>
            <a:ext cx="3667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IR5</a:t>
            </a:r>
          </a:p>
        </p:txBody>
      </p:sp>
      <p:sp>
        <p:nvSpPr>
          <p:cNvPr id="55361" name="文本框 55361">
            <a:extLst>
              <a:ext uri="{FF2B5EF4-FFF2-40B4-BE49-F238E27FC236}">
                <a16:creationId xmlns:a16="http://schemas.microsoft.com/office/drawing/2014/main" id="{BFDEB3DC-9F0F-4D74-A750-85B00F25280E}"/>
              </a:ext>
            </a:extLst>
          </p:cNvPr>
          <p:cNvSpPr txBox="1">
            <a:spLocks noChangeArrowheads="1"/>
          </p:cNvSpPr>
          <p:nvPr/>
        </p:nvSpPr>
        <p:spPr bwMode="auto">
          <a:xfrm>
            <a:off x="3848100" y="3081338"/>
            <a:ext cx="3667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IR6</a:t>
            </a:r>
          </a:p>
        </p:txBody>
      </p:sp>
      <p:sp>
        <p:nvSpPr>
          <p:cNvPr id="55362" name="文本框 55362">
            <a:extLst>
              <a:ext uri="{FF2B5EF4-FFF2-40B4-BE49-F238E27FC236}">
                <a16:creationId xmlns:a16="http://schemas.microsoft.com/office/drawing/2014/main" id="{53D89350-C37C-4688-A917-1380E360898B}"/>
              </a:ext>
            </a:extLst>
          </p:cNvPr>
          <p:cNvSpPr txBox="1">
            <a:spLocks noChangeArrowheads="1"/>
          </p:cNvSpPr>
          <p:nvPr/>
        </p:nvSpPr>
        <p:spPr bwMode="auto">
          <a:xfrm>
            <a:off x="3848100" y="3243263"/>
            <a:ext cx="3667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IR7</a:t>
            </a:r>
          </a:p>
        </p:txBody>
      </p:sp>
      <p:sp>
        <p:nvSpPr>
          <p:cNvPr id="55363" name="文本框 55363">
            <a:extLst>
              <a:ext uri="{FF2B5EF4-FFF2-40B4-BE49-F238E27FC236}">
                <a16:creationId xmlns:a16="http://schemas.microsoft.com/office/drawing/2014/main" id="{218D9257-8B73-4FF9-842A-31427CD93075}"/>
              </a:ext>
            </a:extLst>
          </p:cNvPr>
          <p:cNvSpPr txBox="1">
            <a:spLocks noChangeArrowheads="1"/>
          </p:cNvSpPr>
          <p:nvPr/>
        </p:nvSpPr>
        <p:spPr bwMode="auto">
          <a:xfrm>
            <a:off x="3830638" y="3435350"/>
            <a:ext cx="3683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A0</a:t>
            </a:r>
          </a:p>
        </p:txBody>
      </p:sp>
      <p:grpSp>
        <p:nvGrpSpPr>
          <p:cNvPr id="55364" name="组合 55364">
            <a:extLst>
              <a:ext uri="{FF2B5EF4-FFF2-40B4-BE49-F238E27FC236}">
                <a16:creationId xmlns:a16="http://schemas.microsoft.com/office/drawing/2014/main" id="{17490C52-74D8-4D72-9870-857D9032B6DB}"/>
              </a:ext>
            </a:extLst>
          </p:cNvPr>
          <p:cNvGrpSpPr>
            <a:grpSpLocks/>
          </p:cNvGrpSpPr>
          <p:nvPr/>
        </p:nvGrpSpPr>
        <p:grpSpPr bwMode="auto">
          <a:xfrm>
            <a:off x="3830638" y="3598863"/>
            <a:ext cx="368300" cy="182562"/>
            <a:chOff x="0" y="0"/>
            <a:chExt cx="316" cy="270"/>
          </a:xfrm>
        </p:grpSpPr>
        <p:sp>
          <p:nvSpPr>
            <p:cNvPr id="55365" name="文本框 55365">
              <a:extLst>
                <a:ext uri="{FF2B5EF4-FFF2-40B4-BE49-F238E27FC236}">
                  <a16:creationId xmlns:a16="http://schemas.microsoft.com/office/drawing/2014/main" id="{C634FD78-4253-4319-A34B-6690D52726A4}"/>
                </a:ext>
              </a:extLst>
            </p:cNvPr>
            <p:cNvSpPr txBox="1">
              <a:spLocks noChangeArrowheads="1"/>
            </p:cNvSpPr>
            <p:nvPr/>
          </p:nvSpPr>
          <p:spPr bwMode="auto">
            <a:xfrm>
              <a:off x="0" y="0"/>
              <a:ext cx="31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CS</a:t>
              </a:r>
            </a:p>
          </p:txBody>
        </p:sp>
        <p:sp>
          <p:nvSpPr>
            <p:cNvPr id="55366" name="直接连接符 55366">
              <a:extLst>
                <a:ext uri="{FF2B5EF4-FFF2-40B4-BE49-F238E27FC236}">
                  <a16:creationId xmlns:a16="http://schemas.microsoft.com/office/drawing/2014/main" id="{F6826A86-29D5-4E8F-99D1-B60A15A42233}"/>
                </a:ext>
              </a:extLst>
            </p:cNvPr>
            <p:cNvSpPr>
              <a:spLocks noChangeShapeType="1"/>
            </p:cNvSpPr>
            <p:nvPr/>
          </p:nvSpPr>
          <p:spPr bwMode="auto">
            <a:xfrm>
              <a:off x="16" y="60"/>
              <a:ext cx="1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367" name="组合 55367">
            <a:extLst>
              <a:ext uri="{FF2B5EF4-FFF2-40B4-BE49-F238E27FC236}">
                <a16:creationId xmlns:a16="http://schemas.microsoft.com/office/drawing/2014/main" id="{BD0E97FD-FCB0-4AF1-8CEE-249D5EEB6A18}"/>
              </a:ext>
            </a:extLst>
          </p:cNvPr>
          <p:cNvGrpSpPr>
            <a:grpSpLocks/>
          </p:cNvGrpSpPr>
          <p:nvPr/>
        </p:nvGrpSpPr>
        <p:grpSpPr bwMode="auto">
          <a:xfrm>
            <a:off x="4702175" y="2979738"/>
            <a:ext cx="649288" cy="212725"/>
            <a:chOff x="0" y="0"/>
            <a:chExt cx="560" cy="315"/>
          </a:xfrm>
        </p:grpSpPr>
        <p:sp>
          <p:nvSpPr>
            <p:cNvPr id="55368" name="文本框 55368">
              <a:extLst>
                <a:ext uri="{FF2B5EF4-FFF2-40B4-BE49-F238E27FC236}">
                  <a16:creationId xmlns:a16="http://schemas.microsoft.com/office/drawing/2014/main" id="{A37C6BF1-3A64-4BE1-BCC1-1D4CE78ADB1F}"/>
                </a:ext>
              </a:extLst>
            </p:cNvPr>
            <p:cNvSpPr txBox="1">
              <a:spLocks noChangeArrowheads="1"/>
            </p:cNvSpPr>
            <p:nvPr/>
          </p:nvSpPr>
          <p:spPr bwMode="auto">
            <a:xfrm>
              <a:off x="2" y="0"/>
              <a:ext cx="558"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SP/EN</a:t>
              </a:r>
            </a:p>
          </p:txBody>
        </p:sp>
        <p:sp>
          <p:nvSpPr>
            <p:cNvPr id="55369" name="直接连接符 55369">
              <a:extLst>
                <a:ext uri="{FF2B5EF4-FFF2-40B4-BE49-F238E27FC236}">
                  <a16:creationId xmlns:a16="http://schemas.microsoft.com/office/drawing/2014/main" id="{492B3A7F-9E76-43B1-A8A6-56B14EBEEE6E}"/>
                </a:ext>
              </a:extLst>
            </p:cNvPr>
            <p:cNvSpPr>
              <a:spLocks noChangeShapeType="1"/>
            </p:cNvSpPr>
            <p:nvPr/>
          </p:nvSpPr>
          <p:spPr bwMode="auto">
            <a:xfrm>
              <a:off x="0" y="45"/>
              <a:ext cx="1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0" name="直接连接符 55370">
              <a:extLst>
                <a:ext uri="{FF2B5EF4-FFF2-40B4-BE49-F238E27FC236}">
                  <a16:creationId xmlns:a16="http://schemas.microsoft.com/office/drawing/2014/main" id="{FCEBE66F-115E-4CE9-A16D-A6173335671E}"/>
                </a:ext>
              </a:extLst>
            </p:cNvPr>
            <p:cNvSpPr>
              <a:spLocks noChangeShapeType="1"/>
            </p:cNvSpPr>
            <p:nvPr/>
          </p:nvSpPr>
          <p:spPr bwMode="auto">
            <a:xfrm>
              <a:off x="225" y="45"/>
              <a:ext cx="1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71" name="文本框 55371">
            <a:extLst>
              <a:ext uri="{FF2B5EF4-FFF2-40B4-BE49-F238E27FC236}">
                <a16:creationId xmlns:a16="http://schemas.microsoft.com/office/drawing/2014/main" id="{6727E7A4-A886-4DBF-A9AB-AF49D4D3D7A9}"/>
              </a:ext>
            </a:extLst>
          </p:cNvPr>
          <p:cNvSpPr txBox="1">
            <a:spLocks noChangeArrowheads="1"/>
          </p:cNvSpPr>
          <p:nvPr/>
        </p:nvSpPr>
        <p:spPr bwMode="auto">
          <a:xfrm>
            <a:off x="4899025" y="2097088"/>
            <a:ext cx="3667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INT</a:t>
            </a:r>
          </a:p>
        </p:txBody>
      </p:sp>
      <p:grpSp>
        <p:nvGrpSpPr>
          <p:cNvPr id="55372" name="组合 55372">
            <a:extLst>
              <a:ext uri="{FF2B5EF4-FFF2-40B4-BE49-F238E27FC236}">
                <a16:creationId xmlns:a16="http://schemas.microsoft.com/office/drawing/2014/main" id="{C5D09E02-4311-42B1-8B4F-DBDC5EA917BA}"/>
              </a:ext>
            </a:extLst>
          </p:cNvPr>
          <p:cNvGrpSpPr>
            <a:grpSpLocks/>
          </p:cNvGrpSpPr>
          <p:nvPr/>
        </p:nvGrpSpPr>
        <p:grpSpPr bwMode="auto">
          <a:xfrm>
            <a:off x="4772025" y="3192463"/>
            <a:ext cx="701675" cy="223837"/>
            <a:chOff x="0" y="0"/>
            <a:chExt cx="604" cy="330"/>
          </a:xfrm>
        </p:grpSpPr>
        <p:sp>
          <p:nvSpPr>
            <p:cNvPr id="55373" name="文本框 55373">
              <a:extLst>
                <a:ext uri="{FF2B5EF4-FFF2-40B4-BE49-F238E27FC236}">
                  <a16:creationId xmlns:a16="http://schemas.microsoft.com/office/drawing/2014/main" id="{B3D6EDFE-AFF8-409C-877B-6156AA2C4289}"/>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INTA</a:t>
              </a:r>
            </a:p>
          </p:txBody>
        </p:sp>
        <p:sp>
          <p:nvSpPr>
            <p:cNvPr id="55374" name="直接连接符 55374">
              <a:extLst>
                <a:ext uri="{FF2B5EF4-FFF2-40B4-BE49-F238E27FC236}">
                  <a16:creationId xmlns:a16="http://schemas.microsoft.com/office/drawing/2014/main" id="{FD4F2F90-0159-447A-B8CB-CE97F6EE4BF6}"/>
                </a:ext>
              </a:extLst>
            </p:cNvPr>
            <p:cNvSpPr>
              <a:spLocks noChangeShapeType="1"/>
            </p:cNvSpPr>
            <p:nvPr/>
          </p:nvSpPr>
          <p:spPr bwMode="auto">
            <a:xfrm>
              <a:off x="0" y="57"/>
              <a:ext cx="3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375" name="组合 55375">
            <a:extLst>
              <a:ext uri="{FF2B5EF4-FFF2-40B4-BE49-F238E27FC236}">
                <a16:creationId xmlns:a16="http://schemas.microsoft.com/office/drawing/2014/main" id="{A2461160-7CFC-4A40-9D6F-4C5AA404541B}"/>
              </a:ext>
            </a:extLst>
          </p:cNvPr>
          <p:cNvGrpSpPr>
            <a:grpSpLocks/>
          </p:cNvGrpSpPr>
          <p:nvPr/>
        </p:nvGrpSpPr>
        <p:grpSpPr bwMode="auto">
          <a:xfrm>
            <a:off x="4878388" y="3517900"/>
            <a:ext cx="700087" cy="222250"/>
            <a:chOff x="0" y="0"/>
            <a:chExt cx="602" cy="330"/>
          </a:xfrm>
        </p:grpSpPr>
        <p:sp>
          <p:nvSpPr>
            <p:cNvPr id="55376" name="文本框 55376">
              <a:extLst>
                <a:ext uri="{FF2B5EF4-FFF2-40B4-BE49-F238E27FC236}">
                  <a16:creationId xmlns:a16="http://schemas.microsoft.com/office/drawing/2014/main" id="{6CA271C7-A2DA-4AEB-A482-EF66F127CF22}"/>
                </a:ext>
              </a:extLst>
            </p:cNvPr>
            <p:cNvSpPr txBox="1">
              <a:spLocks noChangeArrowheads="1"/>
            </p:cNvSpPr>
            <p:nvPr/>
          </p:nvSpPr>
          <p:spPr bwMode="auto">
            <a:xfrm>
              <a:off x="0"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WR</a:t>
              </a:r>
            </a:p>
          </p:txBody>
        </p:sp>
        <p:sp>
          <p:nvSpPr>
            <p:cNvPr id="55377" name="直接连接符 55377">
              <a:extLst>
                <a:ext uri="{FF2B5EF4-FFF2-40B4-BE49-F238E27FC236}">
                  <a16:creationId xmlns:a16="http://schemas.microsoft.com/office/drawing/2014/main" id="{7A29FA64-40C9-4A20-9BED-137AFFC68B03}"/>
                </a:ext>
              </a:extLst>
            </p:cNvPr>
            <p:cNvSpPr>
              <a:spLocks noChangeShapeType="1"/>
            </p:cNvSpPr>
            <p:nvPr/>
          </p:nvSpPr>
          <p:spPr bwMode="auto">
            <a:xfrm>
              <a:off x="13" y="57"/>
              <a:ext cx="2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378" name="组合 55378">
            <a:extLst>
              <a:ext uri="{FF2B5EF4-FFF2-40B4-BE49-F238E27FC236}">
                <a16:creationId xmlns:a16="http://schemas.microsoft.com/office/drawing/2014/main" id="{AEC70CFA-827C-448B-A718-4A73F07538DD}"/>
              </a:ext>
            </a:extLst>
          </p:cNvPr>
          <p:cNvGrpSpPr>
            <a:grpSpLocks/>
          </p:cNvGrpSpPr>
          <p:nvPr/>
        </p:nvGrpSpPr>
        <p:grpSpPr bwMode="auto">
          <a:xfrm>
            <a:off x="4929188" y="3354388"/>
            <a:ext cx="700087" cy="223837"/>
            <a:chOff x="0" y="0"/>
            <a:chExt cx="604" cy="330"/>
          </a:xfrm>
        </p:grpSpPr>
        <p:sp>
          <p:nvSpPr>
            <p:cNvPr id="55379" name="文本框 55379">
              <a:extLst>
                <a:ext uri="{FF2B5EF4-FFF2-40B4-BE49-F238E27FC236}">
                  <a16:creationId xmlns:a16="http://schemas.microsoft.com/office/drawing/2014/main" id="{A6FA8425-8B68-4558-88FA-C65EE9DBFA64}"/>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RD</a:t>
              </a:r>
            </a:p>
          </p:txBody>
        </p:sp>
        <p:sp>
          <p:nvSpPr>
            <p:cNvPr id="55380" name="直接连接符 55380">
              <a:extLst>
                <a:ext uri="{FF2B5EF4-FFF2-40B4-BE49-F238E27FC236}">
                  <a16:creationId xmlns:a16="http://schemas.microsoft.com/office/drawing/2014/main" id="{E7C3FFC6-C265-4A2F-99BD-A413E629B720}"/>
                </a:ext>
              </a:extLst>
            </p:cNvPr>
            <p:cNvSpPr>
              <a:spLocks noChangeShapeType="1"/>
            </p:cNvSpPr>
            <p:nvPr/>
          </p:nvSpPr>
          <p:spPr bwMode="auto">
            <a:xfrm>
              <a:off x="0" y="57"/>
              <a:ext cx="2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81" name="文本框 55381">
            <a:extLst>
              <a:ext uri="{FF2B5EF4-FFF2-40B4-BE49-F238E27FC236}">
                <a16:creationId xmlns:a16="http://schemas.microsoft.com/office/drawing/2014/main" id="{A3A44960-BE8A-4917-80A4-AB46587181C4}"/>
              </a:ext>
            </a:extLst>
          </p:cNvPr>
          <p:cNvSpPr txBox="1">
            <a:spLocks noChangeArrowheads="1"/>
          </p:cNvSpPr>
          <p:nvPr/>
        </p:nvSpPr>
        <p:spPr bwMode="auto">
          <a:xfrm>
            <a:off x="3765550" y="4176713"/>
            <a:ext cx="1443038" cy="1765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endParaRPr lang="zh-CN" altLang="en-US" sz="1200">
              <a:latin typeface="Times New Roman" panose="02020603050405020304" pitchFamily="18" charset="0"/>
            </a:endParaRPr>
          </a:p>
        </p:txBody>
      </p:sp>
      <p:sp>
        <p:nvSpPr>
          <p:cNvPr id="55382" name="直接连接符 55382">
            <a:extLst>
              <a:ext uri="{FF2B5EF4-FFF2-40B4-BE49-F238E27FC236}">
                <a16:creationId xmlns:a16="http://schemas.microsoft.com/office/drawing/2014/main" id="{B82C0CEB-5CC4-432C-BD97-7382D090D5F9}"/>
              </a:ext>
            </a:extLst>
          </p:cNvPr>
          <p:cNvSpPr>
            <a:spLocks noChangeShapeType="1"/>
          </p:cNvSpPr>
          <p:nvPr/>
        </p:nvSpPr>
        <p:spPr bwMode="auto">
          <a:xfrm flipH="1" flipV="1">
            <a:off x="5208588" y="5475288"/>
            <a:ext cx="3857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5383" name="组合 55383">
            <a:extLst>
              <a:ext uri="{FF2B5EF4-FFF2-40B4-BE49-F238E27FC236}">
                <a16:creationId xmlns:a16="http://schemas.microsoft.com/office/drawing/2014/main" id="{5E934851-A489-42DB-BB47-14A868729F29}"/>
              </a:ext>
            </a:extLst>
          </p:cNvPr>
          <p:cNvGrpSpPr>
            <a:grpSpLocks/>
          </p:cNvGrpSpPr>
          <p:nvPr/>
        </p:nvGrpSpPr>
        <p:grpSpPr bwMode="auto">
          <a:xfrm>
            <a:off x="2424113" y="4116388"/>
            <a:ext cx="1358900" cy="263525"/>
            <a:chOff x="0" y="0"/>
            <a:chExt cx="1171" cy="390"/>
          </a:xfrm>
        </p:grpSpPr>
        <p:sp>
          <p:nvSpPr>
            <p:cNvPr id="55384" name="直接连接符 55384">
              <a:extLst>
                <a:ext uri="{FF2B5EF4-FFF2-40B4-BE49-F238E27FC236}">
                  <a16:creationId xmlns:a16="http://schemas.microsoft.com/office/drawing/2014/main" id="{E9BFB400-424D-43EE-9E1F-1F5D9FA96A20}"/>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85" name="文本框 55385">
              <a:extLst>
                <a:ext uri="{FF2B5EF4-FFF2-40B4-BE49-F238E27FC236}">
                  <a16:creationId xmlns:a16="http://schemas.microsoft.com/office/drawing/2014/main" id="{EA3B214D-675A-411B-99ED-D50C86083C43}"/>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IRQ8</a:t>
              </a:r>
            </a:p>
          </p:txBody>
        </p:sp>
        <p:sp>
          <p:nvSpPr>
            <p:cNvPr id="55386" name="文本框 55386">
              <a:extLst>
                <a:ext uri="{FF2B5EF4-FFF2-40B4-BE49-F238E27FC236}">
                  <a16:creationId xmlns:a16="http://schemas.microsoft.com/office/drawing/2014/main" id="{F48167B0-1742-440A-BCB9-E84A5030B3EB}"/>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实时时钟</a:t>
              </a:r>
            </a:p>
          </p:txBody>
        </p:sp>
      </p:grpSp>
      <p:grpSp>
        <p:nvGrpSpPr>
          <p:cNvPr id="55387" name="组合 55387">
            <a:extLst>
              <a:ext uri="{FF2B5EF4-FFF2-40B4-BE49-F238E27FC236}">
                <a16:creationId xmlns:a16="http://schemas.microsoft.com/office/drawing/2014/main" id="{9D237621-607F-48D2-BE86-6F5A0C29C0E3}"/>
              </a:ext>
            </a:extLst>
          </p:cNvPr>
          <p:cNvGrpSpPr>
            <a:grpSpLocks/>
          </p:cNvGrpSpPr>
          <p:nvPr/>
        </p:nvGrpSpPr>
        <p:grpSpPr bwMode="auto">
          <a:xfrm>
            <a:off x="2424113" y="4278313"/>
            <a:ext cx="1358900" cy="263525"/>
            <a:chOff x="0" y="0"/>
            <a:chExt cx="1171" cy="390"/>
          </a:xfrm>
        </p:grpSpPr>
        <p:sp>
          <p:nvSpPr>
            <p:cNvPr id="55388" name="直接连接符 55388">
              <a:extLst>
                <a:ext uri="{FF2B5EF4-FFF2-40B4-BE49-F238E27FC236}">
                  <a16:creationId xmlns:a16="http://schemas.microsoft.com/office/drawing/2014/main" id="{AA3FC8EE-B3AE-42B2-B1B3-5747EB3F9740}"/>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89" name="文本框 55389">
              <a:extLst>
                <a:ext uri="{FF2B5EF4-FFF2-40B4-BE49-F238E27FC236}">
                  <a16:creationId xmlns:a16="http://schemas.microsoft.com/office/drawing/2014/main" id="{2C5D8864-6625-4F53-ABD0-FB160D50D9DB}"/>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IRQ9</a:t>
              </a:r>
            </a:p>
          </p:txBody>
        </p:sp>
        <p:sp>
          <p:nvSpPr>
            <p:cNvPr id="55390" name="文本框 55390">
              <a:extLst>
                <a:ext uri="{FF2B5EF4-FFF2-40B4-BE49-F238E27FC236}">
                  <a16:creationId xmlns:a16="http://schemas.microsoft.com/office/drawing/2014/main" id="{F1D6A84B-3488-4127-B56C-EB086AE95E13}"/>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用户中断</a:t>
              </a:r>
            </a:p>
          </p:txBody>
        </p:sp>
      </p:grpSp>
      <p:sp>
        <p:nvSpPr>
          <p:cNvPr id="55391" name="直接连接符 55391">
            <a:extLst>
              <a:ext uri="{FF2B5EF4-FFF2-40B4-BE49-F238E27FC236}">
                <a16:creationId xmlns:a16="http://schemas.microsoft.com/office/drawing/2014/main" id="{C0E98C39-5BFC-4E69-B1E3-ABFB785CF585}"/>
              </a:ext>
            </a:extLst>
          </p:cNvPr>
          <p:cNvSpPr>
            <a:spLocks noChangeShapeType="1"/>
          </p:cNvSpPr>
          <p:nvPr/>
        </p:nvSpPr>
        <p:spPr bwMode="auto">
          <a:xfrm flipV="1">
            <a:off x="3203575" y="4622800"/>
            <a:ext cx="5588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92" name="文本框 55392">
            <a:extLst>
              <a:ext uri="{FF2B5EF4-FFF2-40B4-BE49-F238E27FC236}">
                <a16:creationId xmlns:a16="http://schemas.microsoft.com/office/drawing/2014/main" id="{FAAFD082-85DC-4A06-B65D-543B286540A2}"/>
              </a:ext>
            </a:extLst>
          </p:cNvPr>
          <p:cNvSpPr txBox="1">
            <a:spLocks noChangeArrowheads="1"/>
          </p:cNvSpPr>
          <p:nvPr/>
        </p:nvSpPr>
        <p:spPr bwMode="auto">
          <a:xfrm>
            <a:off x="3222625" y="4440238"/>
            <a:ext cx="5588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IRQ10</a:t>
            </a:r>
          </a:p>
        </p:txBody>
      </p:sp>
      <p:grpSp>
        <p:nvGrpSpPr>
          <p:cNvPr id="55393" name="组合 55393">
            <a:extLst>
              <a:ext uri="{FF2B5EF4-FFF2-40B4-BE49-F238E27FC236}">
                <a16:creationId xmlns:a16="http://schemas.microsoft.com/office/drawing/2014/main" id="{7CE1594A-5247-46C1-8D16-CA2A0E9C8C8D}"/>
              </a:ext>
            </a:extLst>
          </p:cNvPr>
          <p:cNvGrpSpPr>
            <a:grpSpLocks/>
          </p:cNvGrpSpPr>
          <p:nvPr/>
        </p:nvGrpSpPr>
        <p:grpSpPr bwMode="auto">
          <a:xfrm>
            <a:off x="2419350" y="4602163"/>
            <a:ext cx="1360488" cy="265112"/>
            <a:chOff x="0" y="0"/>
            <a:chExt cx="1171" cy="390"/>
          </a:xfrm>
        </p:grpSpPr>
        <p:sp>
          <p:nvSpPr>
            <p:cNvPr id="55394" name="直接连接符 55394">
              <a:extLst>
                <a:ext uri="{FF2B5EF4-FFF2-40B4-BE49-F238E27FC236}">
                  <a16:creationId xmlns:a16="http://schemas.microsoft.com/office/drawing/2014/main" id="{6866EAEC-A4B5-418E-B090-3CF16B96D559}"/>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95" name="文本框 55395">
              <a:extLst>
                <a:ext uri="{FF2B5EF4-FFF2-40B4-BE49-F238E27FC236}">
                  <a16:creationId xmlns:a16="http://schemas.microsoft.com/office/drawing/2014/main" id="{66CB2956-5413-4CE8-BD92-0C32D52F74DA}"/>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IRQ11</a:t>
              </a:r>
            </a:p>
          </p:txBody>
        </p:sp>
        <p:sp>
          <p:nvSpPr>
            <p:cNvPr id="55396" name="文本框 55396">
              <a:extLst>
                <a:ext uri="{FF2B5EF4-FFF2-40B4-BE49-F238E27FC236}">
                  <a16:creationId xmlns:a16="http://schemas.microsoft.com/office/drawing/2014/main" id="{428FF57A-B2FD-4570-939D-7C16EFB34864}"/>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保留</a:t>
              </a:r>
            </a:p>
          </p:txBody>
        </p:sp>
      </p:grpSp>
      <p:grpSp>
        <p:nvGrpSpPr>
          <p:cNvPr id="55397" name="组合 55397">
            <a:extLst>
              <a:ext uri="{FF2B5EF4-FFF2-40B4-BE49-F238E27FC236}">
                <a16:creationId xmlns:a16="http://schemas.microsoft.com/office/drawing/2014/main" id="{19C9EEBF-0169-4326-8AEF-52E8BF125FE9}"/>
              </a:ext>
            </a:extLst>
          </p:cNvPr>
          <p:cNvGrpSpPr>
            <a:grpSpLocks/>
          </p:cNvGrpSpPr>
          <p:nvPr/>
        </p:nvGrpSpPr>
        <p:grpSpPr bwMode="auto">
          <a:xfrm>
            <a:off x="2439988" y="4765675"/>
            <a:ext cx="1358900" cy="263525"/>
            <a:chOff x="0" y="0"/>
            <a:chExt cx="1171" cy="390"/>
          </a:xfrm>
        </p:grpSpPr>
        <p:sp>
          <p:nvSpPr>
            <p:cNvPr id="55398" name="直接连接符 55398">
              <a:extLst>
                <a:ext uri="{FF2B5EF4-FFF2-40B4-BE49-F238E27FC236}">
                  <a16:creationId xmlns:a16="http://schemas.microsoft.com/office/drawing/2014/main" id="{080AD657-EBFF-4CFD-B8B2-415477051D77}"/>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99" name="文本框 55399">
              <a:extLst>
                <a:ext uri="{FF2B5EF4-FFF2-40B4-BE49-F238E27FC236}">
                  <a16:creationId xmlns:a16="http://schemas.microsoft.com/office/drawing/2014/main" id="{53103B42-0AE3-428E-83EB-CECE2654DCBE}"/>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IRQ12</a:t>
              </a:r>
            </a:p>
          </p:txBody>
        </p:sp>
        <p:sp>
          <p:nvSpPr>
            <p:cNvPr id="55400" name="文本框 55400">
              <a:extLst>
                <a:ext uri="{FF2B5EF4-FFF2-40B4-BE49-F238E27FC236}">
                  <a16:creationId xmlns:a16="http://schemas.microsoft.com/office/drawing/2014/main" id="{BCAAD7AD-9672-438A-8C77-09D8407AB33E}"/>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保留</a:t>
              </a:r>
            </a:p>
          </p:txBody>
        </p:sp>
      </p:grpSp>
      <p:grpSp>
        <p:nvGrpSpPr>
          <p:cNvPr id="55401" name="组合 55401">
            <a:extLst>
              <a:ext uri="{FF2B5EF4-FFF2-40B4-BE49-F238E27FC236}">
                <a16:creationId xmlns:a16="http://schemas.microsoft.com/office/drawing/2014/main" id="{D139D2C8-0E8E-499A-8963-44F0A7A83313}"/>
              </a:ext>
            </a:extLst>
          </p:cNvPr>
          <p:cNvGrpSpPr>
            <a:grpSpLocks/>
          </p:cNvGrpSpPr>
          <p:nvPr/>
        </p:nvGrpSpPr>
        <p:grpSpPr bwMode="auto">
          <a:xfrm>
            <a:off x="2403475" y="4927600"/>
            <a:ext cx="1358900" cy="263525"/>
            <a:chOff x="0" y="0"/>
            <a:chExt cx="1171" cy="390"/>
          </a:xfrm>
        </p:grpSpPr>
        <p:sp>
          <p:nvSpPr>
            <p:cNvPr id="55402" name="直接连接符 55402">
              <a:extLst>
                <a:ext uri="{FF2B5EF4-FFF2-40B4-BE49-F238E27FC236}">
                  <a16:creationId xmlns:a16="http://schemas.microsoft.com/office/drawing/2014/main" id="{B15E4266-F424-4BC0-BA7D-CF3E9C00F7CF}"/>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03" name="文本框 55403">
              <a:extLst>
                <a:ext uri="{FF2B5EF4-FFF2-40B4-BE49-F238E27FC236}">
                  <a16:creationId xmlns:a16="http://schemas.microsoft.com/office/drawing/2014/main" id="{7A4E1735-E647-498F-BC38-85241B2C4F35}"/>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IRQ13</a:t>
              </a:r>
            </a:p>
          </p:txBody>
        </p:sp>
        <p:sp>
          <p:nvSpPr>
            <p:cNvPr id="55404" name="文本框 55404">
              <a:extLst>
                <a:ext uri="{FF2B5EF4-FFF2-40B4-BE49-F238E27FC236}">
                  <a16:creationId xmlns:a16="http://schemas.microsoft.com/office/drawing/2014/main" id="{F05655B0-03B4-456B-936C-8EB70502D9E5}"/>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协处理器</a:t>
              </a:r>
            </a:p>
          </p:txBody>
        </p:sp>
      </p:grpSp>
      <p:grpSp>
        <p:nvGrpSpPr>
          <p:cNvPr id="55405" name="组合 55405">
            <a:extLst>
              <a:ext uri="{FF2B5EF4-FFF2-40B4-BE49-F238E27FC236}">
                <a16:creationId xmlns:a16="http://schemas.microsoft.com/office/drawing/2014/main" id="{00DE5ACD-64CC-4FC9-B67E-1AAD8885170D}"/>
              </a:ext>
            </a:extLst>
          </p:cNvPr>
          <p:cNvGrpSpPr>
            <a:grpSpLocks/>
          </p:cNvGrpSpPr>
          <p:nvPr/>
        </p:nvGrpSpPr>
        <p:grpSpPr bwMode="auto">
          <a:xfrm>
            <a:off x="2424113" y="5089525"/>
            <a:ext cx="1358900" cy="263525"/>
            <a:chOff x="0" y="0"/>
            <a:chExt cx="1171" cy="390"/>
          </a:xfrm>
        </p:grpSpPr>
        <p:sp>
          <p:nvSpPr>
            <p:cNvPr id="55406" name="直接连接符 55406">
              <a:extLst>
                <a:ext uri="{FF2B5EF4-FFF2-40B4-BE49-F238E27FC236}">
                  <a16:creationId xmlns:a16="http://schemas.microsoft.com/office/drawing/2014/main" id="{53E56492-1E51-4F2E-9150-8B80E85F45FC}"/>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07" name="文本框 55407">
              <a:extLst>
                <a:ext uri="{FF2B5EF4-FFF2-40B4-BE49-F238E27FC236}">
                  <a16:creationId xmlns:a16="http://schemas.microsoft.com/office/drawing/2014/main" id="{3A55B912-79C0-4CCD-8951-173F0473240F}"/>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IRQ14</a:t>
              </a:r>
            </a:p>
          </p:txBody>
        </p:sp>
        <p:sp>
          <p:nvSpPr>
            <p:cNvPr id="55408" name="文本框 55408">
              <a:extLst>
                <a:ext uri="{FF2B5EF4-FFF2-40B4-BE49-F238E27FC236}">
                  <a16:creationId xmlns:a16="http://schemas.microsoft.com/office/drawing/2014/main" id="{90FA5E41-E660-4072-906D-79DD22BF85C6}"/>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硬盘</a:t>
              </a:r>
            </a:p>
          </p:txBody>
        </p:sp>
      </p:grpSp>
      <p:grpSp>
        <p:nvGrpSpPr>
          <p:cNvPr id="55409" name="组合 55409">
            <a:extLst>
              <a:ext uri="{FF2B5EF4-FFF2-40B4-BE49-F238E27FC236}">
                <a16:creationId xmlns:a16="http://schemas.microsoft.com/office/drawing/2014/main" id="{0F859534-7D3E-404F-BF5A-242D18CF4284}"/>
              </a:ext>
            </a:extLst>
          </p:cNvPr>
          <p:cNvGrpSpPr>
            <a:grpSpLocks/>
          </p:cNvGrpSpPr>
          <p:nvPr/>
        </p:nvGrpSpPr>
        <p:grpSpPr bwMode="auto">
          <a:xfrm>
            <a:off x="2424113" y="5251450"/>
            <a:ext cx="1358900" cy="265113"/>
            <a:chOff x="0" y="0"/>
            <a:chExt cx="1171" cy="390"/>
          </a:xfrm>
        </p:grpSpPr>
        <p:sp>
          <p:nvSpPr>
            <p:cNvPr id="55410" name="直接连接符 55410">
              <a:extLst>
                <a:ext uri="{FF2B5EF4-FFF2-40B4-BE49-F238E27FC236}">
                  <a16:creationId xmlns:a16="http://schemas.microsoft.com/office/drawing/2014/main" id="{2936E404-FD64-4719-80A1-EB42CAF17425}"/>
                </a:ext>
              </a:extLst>
            </p:cNvPr>
            <p:cNvSpPr>
              <a:spLocks noChangeShapeType="1"/>
            </p:cNvSpPr>
            <p:nvPr/>
          </p:nvSpPr>
          <p:spPr bwMode="auto">
            <a:xfrm flipV="1">
              <a:off x="674" y="270"/>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11" name="文本框 55411">
              <a:extLst>
                <a:ext uri="{FF2B5EF4-FFF2-40B4-BE49-F238E27FC236}">
                  <a16:creationId xmlns:a16="http://schemas.microsoft.com/office/drawing/2014/main" id="{8E7B1BE0-5A43-45F6-9BCB-5C5F273104CC}"/>
                </a:ext>
              </a:extLst>
            </p:cNvPr>
            <p:cNvSpPr txBox="1">
              <a:spLocks noChangeArrowheads="1"/>
            </p:cNvSpPr>
            <p:nvPr/>
          </p:nvSpPr>
          <p:spPr bwMode="auto">
            <a:xfrm>
              <a:off x="691" y="0"/>
              <a:ext cx="48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IRQ15</a:t>
              </a:r>
            </a:p>
          </p:txBody>
        </p:sp>
        <p:sp>
          <p:nvSpPr>
            <p:cNvPr id="55412" name="文本框 55412">
              <a:extLst>
                <a:ext uri="{FF2B5EF4-FFF2-40B4-BE49-F238E27FC236}">
                  <a16:creationId xmlns:a16="http://schemas.microsoft.com/office/drawing/2014/main" id="{9D4B6E66-3D47-4336-9967-03E1BB982B61}"/>
                </a:ext>
              </a:extLst>
            </p:cNvPr>
            <p:cNvSpPr txBox="1">
              <a:spLocks noChangeArrowheads="1"/>
            </p:cNvSpPr>
            <p:nvPr/>
          </p:nvSpPr>
          <p:spPr bwMode="auto">
            <a:xfrm>
              <a:off x="0" y="105"/>
              <a:ext cx="7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保留</a:t>
              </a:r>
            </a:p>
          </p:txBody>
        </p:sp>
      </p:grpSp>
      <p:sp>
        <p:nvSpPr>
          <p:cNvPr id="55413" name="直接连接符 55413">
            <a:extLst>
              <a:ext uri="{FF2B5EF4-FFF2-40B4-BE49-F238E27FC236}">
                <a16:creationId xmlns:a16="http://schemas.microsoft.com/office/drawing/2014/main" id="{C9E0DDB1-F655-44F8-9678-75BD3B95B6A0}"/>
              </a:ext>
            </a:extLst>
          </p:cNvPr>
          <p:cNvSpPr>
            <a:spLocks noChangeShapeType="1"/>
          </p:cNvSpPr>
          <p:nvPr/>
        </p:nvSpPr>
        <p:spPr bwMode="auto">
          <a:xfrm flipV="1">
            <a:off x="3205163" y="5637213"/>
            <a:ext cx="5603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14" name="直接连接符 55414">
            <a:extLst>
              <a:ext uri="{FF2B5EF4-FFF2-40B4-BE49-F238E27FC236}">
                <a16:creationId xmlns:a16="http://schemas.microsoft.com/office/drawing/2014/main" id="{531538BF-B10D-42E6-8014-267C3E4C5B73}"/>
              </a:ext>
            </a:extLst>
          </p:cNvPr>
          <p:cNvSpPr>
            <a:spLocks noChangeShapeType="1"/>
          </p:cNvSpPr>
          <p:nvPr/>
        </p:nvSpPr>
        <p:spPr bwMode="auto">
          <a:xfrm flipV="1">
            <a:off x="3205163" y="5780088"/>
            <a:ext cx="5603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15" name="文本框 55415">
            <a:extLst>
              <a:ext uri="{FF2B5EF4-FFF2-40B4-BE49-F238E27FC236}">
                <a16:creationId xmlns:a16="http://schemas.microsoft.com/office/drawing/2014/main" id="{3873554A-0158-49A1-8801-EFF6FA7857B1}"/>
              </a:ext>
            </a:extLst>
          </p:cNvPr>
          <p:cNvSpPr txBox="1">
            <a:spLocks noChangeArrowheads="1"/>
          </p:cNvSpPr>
          <p:nvPr/>
        </p:nvSpPr>
        <p:spPr bwMode="auto">
          <a:xfrm>
            <a:off x="3835400" y="4217988"/>
            <a:ext cx="3667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IR0</a:t>
            </a:r>
          </a:p>
        </p:txBody>
      </p:sp>
      <p:sp>
        <p:nvSpPr>
          <p:cNvPr id="55416" name="文本框 55416">
            <a:extLst>
              <a:ext uri="{FF2B5EF4-FFF2-40B4-BE49-F238E27FC236}">
                <a16:creationId xmlns:a16="http://schemas.microsoft.com/office/drawing/2014/main" id="{45AB02E3-2B64-47BD-847A-8E5CB78AAA5D}"/>
              </a:ext>
            </a:extLst>
          </p:cNvPr>
          <p:cNvSpPr txBox="1">
            <a:spLocks noChangeArrowheads="1"/>
          </p:cNvSpPr>
          <p:nvPr/>
        </p:nvSpPr>
        <p:spPr bwMode="auto">
          <a:xfrm>
            <a:off x="3835400" y="4368800"/>
            <a:ext cx="3651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IR1</a:t>
            </a:r>
          </a:p>
        </p:txBody>
      </p:sp>
      <p:sp>
        <p:nvSpPr>
          <p:cNvPr id="55417" name="文本框 55417">
            <a:extLst>
              <a:ext uri="{FF2B5EF4-FFF2-40B4-BE49-F238E27FC236}">
                <a16:creationId xmlns:a16="http://schemas.microsoft.com/office/drawing/2014/main" id="{0FD6FD42-D93C-4105-A2F4-6A8049D2F124}"/>
              </a:ext>
            </a:extLst>
          </p:cNvPr>
          <p:cNvSpPr txBox="1">
            <a:spLocks noChangeArrowheads="1"/>
          </p:cNvSpPr>
          <p:nvPr/>
        </p:nvSpPr>
        <p:spPr bwMode="auto">
          <a:xfrm>
            <a:off x="3832225" y="4532313"/>
            <a:ext cx="368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IR2</a:t>
            </a:r>
          </a:p>
        </p:txBody>
      </p:sp>
      <p:sp>
        <p:nvSpPr>
          <p:cNvPr id="55418" name="文本框 55418">
            <a:extLst>
              <a:ext uri="{FF2B5EF4-FFF2-40B4-BE49-F238E27FC236}">
                <a16:creationId xmlns:a16="http://schemas.microsoft.com/office/drawing/2014/main" id="{F4651F31-0AAF-4180-96A9-AABF7ABF4236}"/>
              </a:ext>
            </a:extLst>
          </p:cNvPr>
          <p:cNvSpPr txBox="1">
            <a:spLocks noChangeArrowheads="1"/>
          </p:cNvSpPr>
          <p:nvPr/>
        </p:nvSpPr>
        <p:spPr bwMode="auto">
          <a:xfrm>
            <a:off x="3830638" y="4694238"/>
            <a:ext cx="368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IR3</a:t>
            </a:r>
          </a:p>
        </p:txBody>
      </p:sp>
      <p:sp>
        <p:nvSpPr>
          <p:cNvPr id="55419" name="文本框 55419">
            <a:extLst>
              <a:ext uri="{FF2B5EF4-FFF2-40B4-BE49-F238E27FC236}">
                <a16:creationId xmlns:a16="http://schemas.microsoft.com/office/drawing/2014/main" id="{50E77276-D3BA-4972-B02A-6F490C6F779E}"/>
              </a:ext>
            </a:extLst>
          </p:cNvPr>
          <p:cNvSpPr txBox="1">
            <a:spLocks noChangeArrowheads="1"/>
          </p:cNvSpPr>
          <p:nvPr/>
        </p:nvSpPr>
        <p:spPr bwMode="auto">
          <a:xfrm>
            <a:off x="3830638" y="4856163"/>
            <a:ext cx="368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IR4</a:t>
            </a:r>
          </a:p>
        </p:txBody>
      </p:sp>
      <p:sp>
        <p:nvSpPr>
          <p:cNvPr id="55420" name="文本框 55420">
            <a:extLst>
              <a:ext uri="{FF2B5EF4-FFF2-40B4-BE49-F238E27FC236}">
                <a16:creationId xmlns:a16="http://schemas.microsoft.com/office/drawing/2014/main" id="{D3874B1A-A336-4B27-ABD1-B059A201DC9E}"/>
              </a:ext>
            </a:extLst>
          </p:cNvPr>
          <p:cNvSpPr txBox="1">
            <a:spLocks noChangeArrowheads="1"/>
          </p:cNvSpPr>
          <p:nvPr/>
        </p:nvSpPr>
        <p:spPr bwMode="auto">
          <a:xfrm>
            <a:off x="3830638" y="5018088"/>
            <a:ext cx="368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IR5</a:t>
            </a:r>
          </a:p>
        </p:txBody>
      </p:sp>
      <p:sp>
        <p:nvSpPr>
          <p:cNvPr id="55421" name="文本框 55421">
            <a:extLst>
              <a:ext uri="{FF2B5EF4-FFF2-40B4-BE49-F238E27FC236}">
                <a16:creationId xmlns:a16="http://schemas.microsoft.com/office/drawing/2014/main" id="{1023F3ED-1F4F-4DB4-B0ED-9A97DAB57A85}"/>
              </a:ext>
            </a:extLst>
          </p:cNvPr>
          <p:cNvSpPr txBox="1">
            <a:spLocks noChangeArrowheads="1"/>
          </p:cNvSpPr>
          <p:nvPr/>
        </p:nvSpPr>
        <p:spPr bwMode="auto">
          <a:xfrm>
            <a:off x="3830638" y="5181600"/>
            <a:ext cx="3683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IR6</a:t>
            </a:r>
          </a:p>
        </p:txBody>
      </p:sp>
      <p:sp>
        <p:nvSpPr>
          <p:cNvPr id="55422" name="文本框 55422">
            <a:extLst>
              <a:ext uri="{FF2B5EF4-FFF2-40B4-BE49-F238E27FC236}">
                <a16:creationId xmlns:a16="http://schemas.microsoft.com/office/drawing/2014/main" id="{F821767F-A81E-4A04-9172-C152C1F72590}"/>
              </a:ext>
            </a:extLst>
          </p:cNvPr>
          <p:cNvSpPr txBox="1">
            <a:spLocks noChangeArrowheads="1"/>
          </p:cNvSpPr>
          <p:nvPr/>
        </p:nvSpPr>
        <p:spPr bwMode="auto">
          <a:xfrm>
            <a:off x="3830638" y="5343525"/>
            <a:ext cx="3683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IR7</a:t>
            </a:r>
          </a:p>
        </p:txBody>
      </p:sp>
      <p:sp>
        <p:nvSpPr>
          <p:cNvPr id="55423" name="文本框 55423">
            <a:extLst>
              <a:ext uri="{FF2B5EF4-FFF2-40B4-BE49-F238E27FC236}">
                <a16:creationId xmlns:a16="http://schemas.microsoft.com/office/drawing/2014/main" id="{B098920F-88A0-496A-A3D9-83528B479700}"/>
              </a:ext>
            </a:extLst>
          </p:cNvPr>
          <p:cNvSpPr txBox="1">
            <a:spLocks noChangeArrowheads="1"/>
          </p:cNvSpPr>
          <p:nvPr/>
        </p:nvSpPr>
        <p:spPr bwMode="auto">
          <a:xfrm>
            <a:off x="3814763" y="5535613"/>
            <a:ext cx="3683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A0</a:t>
            </a:r>
          </a:p>
        </p:txBody>
      </p:sp>
      <p:grpSp>
        <p:nvGrpSpPr>
          <p:cNvPr id="55424" name="组合 55424">
            <a:extLst>
              <a:ext uri="{FF2B5EF4-FFF2-40B4-BE49-F238E27FC236}">
                <a16:creationId xmlns:a16="http://schemas.microsoft.com/office/drawing/2014/main" id="{8FCE9E9C-D3B9-4B44-BA29-6B8236B29ED7}"/>
              </a:ext>
            </a:extLst>
          </p:cNvPr>
          <p:cNvGrpSpPr>
            <a:grpSpLocks/>
          </p:cNvGrpSpPr>
          <p:nvPr/>
        </p:nvGrpSpPr>
        <p:grpSpPr bwMode="auto">
          <a:xfrm>
            <a:off x="3814763" y="5699125"/>
            <a:ext cx="368300" cy="182563"/>
            <a:chOff x="0" y="0"/>
            <a:chExt cx="316" cy="270"/>
          </a:xfrm>
        </p:grpSpPr>
        <p:sp>
          <p:nvSpPr>
            <p:cNvPr id="55425" name="文本框 55425">
              <a:extLst>
                <a:ext uri="{FF2B5EF4-FFF2-40B4-BE49-F238E27FC236}">
                  <a16:creationId xmlns:a16="http://schemas.microsoft.com/office/drawing/2014/main" id="{FB325664-462A-4220-82E0-AC5281BA24DD}"/>
                </a:ext>
              </a:extLst>
            </p:cNvPr>
            <p:cNvSpPr txBox="1">
              <a:spLocks noChangeArrowheads="1"/>
            </p:cNvSpPr>
            <p:nvPr/>
          </p:nvSpPr>
          <p:spPr bwMode="auto">
            <a:xfrm>
              <a:off x="0" y="0"/>
              <a:ext cx="31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CS</a:t>
              </a:r>
            </a:p>
          </p:txBody>
        </p:sp>
        <p:sp>
          <p:nvSpPr>
            <p:cNvPr id="55426" name="直接连接符 55426">
              <a:extLst>
                <a:ext uri="{FF2B5EF4-FFF2-40B4-BE49-F238E27FC236}">
                  <a16:creationId xmlns:a16="http://schemas.microsoft.com/office/drawing/2014/main" id="{0CACF31D-5DAE-4FBB-AB52-B1FA6CBA2623}"/>
                </a:ext>
              </a:extLst>
            </p:cNvPr>
            <p:cNvSpPr>
              <a:spLocks noChangeShapeType="1"/>
            </p:cNvSpPr>
            <p:nvPr/>
          </p:nvSpPr>
          <p:spPr bwMode="auto">
            <a:xfrm>
              <a:off x="16" y="60"/>
              <a:ext cx="1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427" name="组合 55427">
            <a:extLst>
              <a:ext uri="{FF2B5EF4-FFF2-40B4-BE49-F238E27FC236}">
                <a16:creationId xmlns:a16="http://schemas.microsoft.com/office/drawing/2014/main" id="{2CDADA9D-F2CF-4A38-B188-9FC4D3B36E3F}"/>
              </a:ext>
            </a:extLst>
          </p:cNvPr>
          <p:cNvGrpSpPr>
            <a:grpSpLocks/>
          </p:cNvGrpSpPr>
          <p:nvPr/>
        </p:nvGrpSpPr>
        <p:grpSpPr bwMode="auto">
          <a:xfrm>
            <a:off x="4686300" y="5384800"/>
            <a:ext cx="649288" cy="212725"/>
            <a:chOff x="0" y="0"/>
            <a:chExt cx="560" cy="315"/>
          </a:xfrm>
        </p:grpSpPr>
        <p:sp>
          <p:nvSpPr>
            <p:cNvPr id="55428" name="文本框 55428">
              <a:extLst>
                <a:ext uri="{FF2B5EF4-FFF2-40B4-BE49-F238E27FC236}">
                  <a16:creationId xmlns:a16="http://schemas.microsoft.com/office/drawing/2014/main" id="{39C9177F-F882-4D36-A78D-919478613DA9}"/>
                </a:ext>
              </a:extLst>
            </p:cNvPr>
            <p:cNvSpPr txBox="1">
              <a:spLocks noChangeArrowheads="1"/>
            </p:cNvSpPr>
            <p:nvPr/>
          </p:nvSpPr>
          <p:spPr bwMode="auto">
            <a:xfrm>
              <a:off x="2" y="0"/>
              <a:ext cx="558"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SP/EN</a:t>
              </a:r>
            </a:p>
          </p:txBody>
        </p:sp>
        <p:sp>
          <p:nvSpPr>
            <p:cNvPr id="55429" name="直接连接符 55429">
              <a:extLst>
                <a:ext uri="{FF2B5EF4-FFF2-40B4-BE49-F238E27FC236}">
                  <a16:creationId xmlns:a16="http://schemas.microsoft.com/office/drawing/2014/main" id="{295566BB-34F2-4C2B-9176-394A9785CD44}"/>
                </a:ext>
              </a:extLst>
            </p:cNvPr>
            <p:cNvSpPr>
              <a:spLocks noChangeShapeType="1"/>
            </p:cNvSpPr>
            <p:nvPr/>
          </p:nvSpPr>
          <p:spPr bwMode="auto">
            <a:xfrm>
              <a:off x="0" y="45"/>
              <a:ext cx="1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0" name="直接连接符 55430">
              <a:extLst>
                <a:ext uri="{FF2B5EF4-FFF2-40B4-BE49-F238E27FC236}">
                  <a16:creationId xmlns:a16="http://schemas.microsoft.com/office/drawing/2014/main" id="{86BF5B58-2FF8-456E-9628-E3C9BBFA5D7C}"/>
                </a:ext>
              </a:extLst>
            </p:cNvPr>
            <p:cNvSpPr>
              <a:spLocks noChangeShapeType="1"/>
            </p:cNvSpPr>
            <p:nvPr/>
          </p:nvSpPr>
          <p:spPr bwMode="auto">
            <a:xfrm>
              <a:off x="225" y="45"/>
              <a:ext cx="1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431" name="文本框 55431">
            <a:extLst>
              <a:ext uri="{FF2B5EF4-FFF2-40B4-BE49-F238E27FC236}">
                <a16:creationId xmlns:a16="http://schemas.microsoft.com/office/drawing/2014/main" id="{39ADFAB2-2E83-486A-9F29-43B1EFDC3613}"/>
              </a:ext>
            </a:extLst>
          </p:cNvPr>
          <p:cNvSpPr txBox="1">
            <a:spLocks noChangeArrowheads="1"/>
          </p:cNvSpPr>
          <p:nvPr/>
        </p:nvSpPr>
        <p:spPr bwMode="auto">
          <a:xfrm>
            <a:off x="4881563" y="4197350"/>
            <a:ext cx="3683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endParaRPr lang="zh-CN" altLang="en-US" sz="1200">
              <a:latin typeface="Times New Roman" panose="02020603050405020304" pitchFamily="18" charset="0"/>
            </a:endParaRPr>
          </a:p>
        </p:txBody>
      </p:sp>
      <p:grpSp>
        <p:nvGrpSpPr>
          <p:cNvPr id="55432" name="组合 55432">
            <a:extLst>
              <a:ext uri="{FF2B5EF4-FFF2-40B4-BE49-F238E27FC236}">
                <a16:creationId xmlns:a16="http://schemas.microsoft.com/office/drawing/2014/main" id="{92452CAD-42F0-42EA-88A5-5D58B224D272}"/>
              </a:ext>
            </a:extLst>
          </p:cNvPr>
          <p:cNvGrpSpPr>
            <a:grpSpLocks/>
          </p:cNvGrpSpPr>
          <p:nvPr/>
        </p:nvGrpSpPr>
        <p:grpSpPr bwMode="auto">
          <a:xfrm>
            <a:off x="4756150" y="4724400"/>
            <a:ext cx="701675" cy="223838"/>
            <a:chOff x="0" y="0"/>
            <a:chExt cx="604" cy="330"/>
          </a:xfrm>
        </p:grpSpPr>
        <p:sp>
          <p:nvSpPr>
            <p:cNvPr id="55433" name="文本框 55433">
              <a:extLst>
                <a:ext uri="{FF2B5EF4-FFF2-40B4-BE49-F238E27FC236}">
                  <a16:creationId xmlns:a16="http://schemas.microsoft.com/office/drawing/2014/main" id="{32F63E08-9A32-489D-82EE-73382E518269}"/>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INTA</a:t>
              </a:r>
            </a:p>
          </p:txBody>
        </p:sp>
        <p:sp>
          <p:nvSpPr>
            <p:cNvPr id="55434" name="直接连接符 55434">
              <a:extLst>
                <a:ext uri="{FF2B5EF4-FFF2-40B4-BE49-F238E27FC236}">
                  <a16:creationId xmlns:a16="http://schemas.microsoft.com/office/drawing/2014/main" id="{ED83D2D0-C260-4BA1-90F8-32694D93538B}"/>
                </a:ext>
              </a:extLst>
            </p:cNvPr>
            <p:cNvSpPr>
              <a:spLocks noChangeShapeType="1"/>
            </p:cNvSpPr>
            <p:nvPr/>
          </p:nvSpPr>
          <p:spPr bwMode="auto">
            <a:xfrm>
              <a:off x="0" y="57"/>
              <a:ext cx="3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435" name="组合 55435">
            <a:extLst>
              <a:ext uri="{FF2B5EF4-FFF2-40B4-BE49-F238E27FC236}">
                <a16:creationId xmlns:a16="http://schemas.microsoft.com/office/drawing/2014/main" id="{19D9E666-180F-42F6-B457-65BB2E907AC0}"/>
              </a:ext>
            </a:extLst>
          </p:cNvPr>
          <p:cNvGrpSpPr>
            <a:grpSpLocks/>
          </p:cNvGrpSpPr>
          <p:nvPr/>
        </p:nvGrpSpPr>
        <p:grpSpPr bwMode="auto">
          <a:xfrm>
            <a:off x="4878388" y="4410075"/>
            <a:ext cx="700087" cy="223838"/>
            <a:chOff x="0" y="0"/>
            <a:chExt cx="602" cy="330"/>
          </a:xfrm>
        </p:grpSpPr>
        <p:sp>
          <p:nvSpPr>
            <p:cNvPr id="55436" name="文本框 55436">
              <a:extLst>
                <a:ext uri="{FF2B5EF4-FFF2-40B4-BE49-F238E27FC236}">
                  <a16:creationId xmlns:a16="http://schemas.microsoft.com/office/drawing/2014/main" id="{A6521187-C518-48C6-BBA5-18AF291499FB}"/>
                </a:ext>
              </a:extLst>
            </p:cNvPr>
            <p:cNvSpPr txBox="1">
              <a:spLocks noChangeArrowheads="1"/>
            </p:cNvSpPr>
            <p:nvPr/>
          </p:nvSpPr>
          <p:spPr bwMode="auto">
            <a:xfrm>
              <a:off x="0"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WR</a:t>
              </a:r>
            </a:p>
          </p:txBody>
        </p:sp>
        <p:sp>
          <p:nvSpPr>
            <p:cNvPr id="55437" name="直接连接符 55437">
              <a:extLst>
                <a:ext uri="{FF2B5EF4-FFF2-40B4-BE49-F238E27FC236}">
                  <a16:creationId xmlns:a16="http://schemas.microsoft.com/office/drawing/2014/main" id="{3975E922-D136-40A7-90A7-A6FE52363EFE}"/>
                </a:ext>
              </a:extLst>
            </p:cNvPr>
            <p:cNvSpPr>
              <a:spLocks noChangeShapeType="1"/>
            </p:cNvSpPr>
            <p:nvPr/>
          </p:nvSpPr>
          <p:spPr bwMode="auto">
            <a:xfrm>
              <a:off x="13" y="57"/>
              <a:ext cx="2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438" name="组合 55438">
            <a:extLst>
              <a:ext uri="{FF2B5EF4-FFF2-40B4-BE49-F238E27FC236}">
                <a16:creationId xmlns:a16="http://schemas.microsoft.com/office/drawing/2014/main" id="{CCE67DC6-8D06-45DC-B81D-2DE0FDAC5B93}"/>
              </a:ext>
            </a:extLst>
          </p:cNvPr>
          <p:cNvGrpSpPr>
            <a:grpSpLocks/>
          </p:cNvGrpSpPr>
          <p:nvPr/>
        </p:nvGrpSpPr>
        <p:grpSpPr bwMode="auto">
          <a:xfrm>
            <a:off x="4913313" y="4572000"/>
            <a:ext cx="700087" cy="223838"/>
            <a:chOff x="0" y="0"/>
            <a:chExt cx="604" cy="330"/>
          </a:xfrm>
        </p:grpSpPr>
        <p:sp>
          <p:nvSpPr>
            <p:cNvPr id="55439" name="文本框 55439">
              <a:extLst>
                <a:ext uri="{FF2B5EF4-FFF2-40B4-BE49-F238E27FC236}">
                  <a16:creationId xmlns:a16="http://schemas.microsoft.com/office/drawing/2014/main" id="{1D0302D8-653C-4A55-A91C-44D80600C212}"/>
                </a:ext>
              </a:extLst>
            </p:cNvPr>
            <p:cNvSpPr txBox="1">
              <a:spLocks noChangeArrowheads="1"/>
            </p:cNvSpPr>
            <p:nvPr/>
          </p:nvSpPr>
          <p:spPr bwMode="auto">
            <a:xfrm>
              <a:off x="2" y="0"/>
              <a:ext cx="60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RD</a:t>
              </a:r>
            </a:p>
          </p:txBody>
        </p:sp>
        <p:sp>
          <p:nvSpPr>
            <p:cNvPr id="55440" name="直接连接符 55440">
              <a:extLst>
                <a:ext uri="{FF2B5EF4-FFF2-40B4-BE49-F238E27FC236}">
                  <a16:creationId xmlns:a16="http://schemas.microsoft.com/office/drawing/2014/main" id="{B9CEEC3C-6423-475A-9424-E0351B2BBECC}"/>
                </a:ext>
              </a:extLst>
            </p:cNvPr>
            <p:cNvSpPr>
              <a:spLocks noChangeShapeType="1"/>
            </p:cNvSpPr>
            <p:nvPr/>
          </p:nvSpPr>
          <p:spPr bwMode="auto">
            <a:xfrm>
              <a:off x="0" y="57"/>
              <a:ext cx="2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441" name="文本框 55441">
            <a:extLst>
              <a:ext uri="{FF2B5EF4-FFF2-40B4-BE49-F238E27FC236}">
                <a16:creationId xmlns:a16="http://schemas.microsoft.com/office/drawing/2014/main" id="{FBB0720F-9297-49B0-A29D-504AF908A6FF}"/>
              </a:ext>
            </a:extLst>
          </p:cNvPr>
          <p:cNvSpPr txBox="1">
            <a:spLocks noChangeArrowheads="1"/>
          </p:cNvSpPr>
          <p:nvPr/>
        </p:nvSpPr>
        <p:spPr bwMode="auto">
          <a:xfrm>
            <a:off x="2805113" y="4500563"/>
            <a:ext cx="47307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保留</a:t>
            </a:r>
          </a:p>
        </p:txBody>
      </p:sp>
      <p:sp>
        <p:nvSpPr>
          <p:cNvPr id="55442" name="直接连接符 55442">
            <a:extLst>
              <a:ext uri="{FF2B5EF4-FFF2-40B4-BE49-F238E27FC236}">
                <a16:creationId xmlns:a16="http://schemas.microsoft.com/office/drawing/2014/main" id="{C8795EEA-D736-4803-A6C6-F9B4A3DAE878}"/>
              </a:ext>
            </a:extLst>
          </p:cNvPr>
          <p:cNvSpPr>
            <a:spLocks noChangeShapeType="1"/>
          </p:cNvSpPr>
          <p:nvPr/>
        </p:nvSpPr>
        <p:spPr bwMode="auto">
          <a:xfrm>
            <a:off x="5592763" y="5473700"/>
            <a:ext cx="0" cy="120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3" name="直接连接符 55443">
            <a:extLst>
              <a:ext uri="{FF2B5EF4-FFF2-40B4-BE49-F238E27FC236}">
                <a16:creationId xmlns:a16="http://schemas.microsoft.com/office/drawing/2014/main" id="{141CCC27-EED9-4360-9EBD-3C0503441749}"/>
              </a:ext>
            </a:extLst>
          </p:cNvPr>
          <p:cNvSpPr>
            <a:spLocks noChangeShapeType="1"/>
          </p:cNvSpPr>
          <p:nvPr/>
        </p:nvSpPr>
        <p:spPr bwMode="auto">
          <a:xfrm>
            <a:off x="5486400" y="5594350"/>
            <a:ext cx="2079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4" name="文本框 55444">
            <a:extLst>
              <a:ext uri="{FF2B5EF4-FFF2-40B4-BE49-F238E27FC236}">
                <a16:creationId xmlns:a16="http://schemas.microsoft.com/office/drawing/2014/main" id="{9B3A3309-A1B0-422B-8162-131FC396A85C}"/>
              </a:ext>
            </a:extLst>
          </p:cNvPr>
          <p:cNvSpPr txBox="1">
            <a:spLocks noChangeArrowheads="1"/>
          </p:cNvSpPr>
          <p:nvPr/>
        </p:nvSpPr>
        <p:spPr bwMode="auto">
          <a:xfrm>
            <a:off x="5873750" y="2279650"/>
            <a:ext cx="700088"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D7~D0</a:t>
            </a:r>
          </a:p>
        </p:txBody>
      </p:sp>
      <p:sp>
        <p:nvSpPr>
          <p:cNvPr id="55445" name="文本框 55445">
            <a:extLst>
              <a:ext uri="{FF2B5EF4-FFF2-40B4-BE49-F238E27FC236}">
                <a16:creationId xmlns:a16="http://schemas.microsoft.com/office/drawing/2014/main" id="{7B9D0164-C1E0-48F3-A11E-45C147EAFC27}"/>
              </a:ext>
            </a:extLst>
          </p:cNvPr>
          <p:cNvSpPr txBox="1">
            <a:spLocks noChangeArrowheads="1"/>
          </p:cNvSpPr>
          <p:nvPr/>
        </p:nvSpPr>
        <p:spPr bwMode="auto">
          <a:xfrm>
            <a:off x="4879975" y="5657850"/>
            <a:ext cx="506413"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INT</a:t>
            </a:r>
          </a:p>
        </p:txBody>
      </p:sp>
      <p:sp>
        <p:nvSpPr>
          <p:cNvPr id="55446" name="直接连接符 55446">
            <a:extLst>
              <a:ext uri="{FF2B5EF4-FFF2-40B4-BE49-F238E27FC236}">
                <a16:creationId xmlns:a16="http://schemas.microsoft.com/office/drawing/2014/main" id="{CE5CB989-B3A8-4D1B-83AE-EE634CFD32CC}"/>
              </a:ext>
            </a:extLst>
          </p:cNvPr>
          <p:cNvSpPr>
            <a:spLocks noChangeShapeType="1"/>
          </p:cNvSpPr>
          <p:nvPr/>
        </p:nvSpPr>
        <p:spPr bwMode="auto">
          <a:xfrm>
            <a:off x="1985963" y="2520950"/>
            <a:ext cx="12541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7" name="直接连接符 55447">
            <a:extLst>
              <a:ext uri="{FF2B5EF4-FFF2-40B4-BE49-F238E27FC236}">
                <a16:creationId xmlns:a16="http://schemas.microsoft.com/office/drawing/2014/main" id="{FF7A7A5E-E861-45EB-8280-8C183F2BF2E2}"/>
              </a:ext>
            </a:extLst>
          </p:cNvPr>
          <p:cNvSpPr>
            <a:spLocks noChangeShapeType="1"/>
          </p:cNvSpPr>
          <p:nvPr/>
        </p:nvSpPr>
        <p:spPr bwMode="auto">
          <a:xfrm>
            <a:off x="1985963" y="2520950"/>
            <a:ext cx="0" cy="3662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8" name="直接连接符 55448">
            <a:extLst>
              <a:ext uri="{FF2B5EF4-FFF2-40B4-BE49-F238E27FC236}">
                <a16:creationId xmlns:a16="http://schemas.microsoft.com/office/drawing/2014/main" id="{A3B2366C-A24C-46AB-AFFE-000DE97D3B65}"/>
              </a:ext>
            </a:extLst>
          </p:cNvPr>
          <p:cNvSpPr>
            <a:spLocks noChangeShapeType="1"/>
          </p:cNvSpPr>
          <p:nvPr/>
        </p:nvSpPr>
        <p:spPr bwMode="auto">
          <a:xfrm>
            <a:off x="1985963" y="6173788"/>
            <a:ext cx="3656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9" name="直接连接符 55449">
            <a:extLst>
              <a:ext uri="{FF2B5EF4-FFF2-40B4-BE49-F238E27FC236}">
                <a16:creationId xmlns:a16="http://schemas.microsoft.com/office/drawing/2014/main" id="{49B344A1-2944-4334-A9E7-C8E64B9836F9}"/>
              </a:ext>
            </a:extLst>
          </p:cNvPr>
          <p:cNvSpPr>
            <a:spLocks noChangeShapeType="1"/>
          </p:cNvSpPr>
          <p:nvPr/>
        </p:nvSpPr>
        <p:spPr bwMode="auto">
          <a:xfrm>
            <a:off x="5192713" y="5776913"/>
            <a:ext cx="4175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0" name="直接连接符 55450">
            <a:extLst>
              <a:ext uri="{FF2B5EF4-FFF2-40B4-BE49-F238E27FC236}">
                <a16:creationId xmlns:a16="http://schemas.microsoft.com/office/drawing/2014/main" id="{EF450FB1-8E0A-4F3F-9CF8-3E178580D732}"/>
              </a:ext>
            </a:extLst>
          </p:cNvPr>
          <p:cNvSpPr>
            <a:spLocks noChangeShapeType="1"/>
          </p:cNvSpPr>
          <p:nvPr/>
        </p:nvSpPr>
        <p:spPr bwMode="auto">
          <a:xfrm flipH="1">
            <a:off x="5624513" y="5776913"/>
            <a:ext cx="1587" cy="4175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1" name="直接连接符 55451">
            <a:extLst>
              <a:ext uri="{FF2B5EF4-FFF2-40B4-BE49-F238E27FC236}">
                <a16:creationId xmlns:a16="http://schemas.microsoft.com/office/drawing/2014/main" id="{E5743294-3A9D-48E3-ABF3-0E14B322DF28}"/>
              </a:ext>
            </a:extLst>
          </p:cNvPr>
          <p:cNvSpPr>
            <a:spLocks noChangeShapeType="1"/>
          </p:cNvSpPr>
          <p:nvPr/>
        </p:nvSpPr>
        <p:spPr bwMode="auto">
          <a:xfrm flipV="1">
            <a:off x="5191125" y="4498975"/>
            <a:ext cx="2778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2" name="直接连接符 55452">
            <a:extLst>
              <a:ext uri="{FF2B5EF4-FFF2-40B4-BE49-F238E27FC236}">
                <a16:creationId xmlns:a16="http://schemas.microsoft.com/office/drawing/2014/main" id="{3EC877EE-6591-41FF-9D98-62B32F26A892}"/>
              </a:ext>
            </a:extLst>
          </p:cNvPr>
          <p:cNvSpPr>
            <a:spLocks noChangeShapeType="1"/>
          </p:cNvSpPr>
          <p:nvPr/>
        </p:nvSpPr>
        <p:spPr bwMode="auto">
          <a:xfrm>
            <a:off x="5486400" y="3606800"/>
            <a:ext cx="0" cy="903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3" name="直接连接符 55453">
            <a:extLst>
              <a:ext uri="{FF2B5EF4-FFF2-40B4-BE49-F238E27FC236}">
                <a16:creationId xmlns:a16="http://schemas.microsoft.com/office/drawing/2014/main" id="{8728186A-3180-497B-B4CB-48B50C720AF4}"/>
              </a:ext>
            </a:extLst>
          </p:cNvPr>
          <p:cNvSpPr>
            <a:spLocks noChangeShapeType="1"/>
          </p:cNvSpPr>
          <p:nvPr/>
        </p:nvSpPr>
        <p:spPr bwMode="auto">
          <a:xfrm>
            <a:off x="5191125" y="4672013"/>
            <a:ext cx="4349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4" name="直接连接符 55454">
            <a:extLst>
              <a:ext uri="{FF2B5EF4-FFF2-40B4-BE49-F238E27FC236}">
                <a16:creationId xmlns:a16="http://schemas.microsoft.com/office/drawing/2014/main" id="{4365495C-29AE-4D2E-B96B-9F3AC16821B2}"/>
              </a:ext>
            </a:extLst>
          </p:cNvPr>
          <p:cNvSpPr>
            <a:spLocks noChangeShapeType="1"/>
          </p:cNvSpPr>
          <p:nvPr/>
        </p:nvSpPr>
        <p:spPr bwMode="auto">
          <a:xfrm>
            <a:off x="5626100" y="3454400"/>
            <a:ext cx="0" cy="12271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5" name="直接连接符 55455">
            <a:extLst>
              <a:ext uri="{FF2B5EF4-FFF2-40B4-BE49-F238E27FC236}">
                <a16:creationId xmlns:a16="http://schemas.microsoft.com/office/drawing/2014/main" id="{6CD263C6-85E9-49D6-937E-993B3C98EDD7}"/>
              </a:ext>
            </a:extLst>
          </p:cNvPr>
          <p:cNvSpPr>
            <a:spLocks noChangeShapeType="1"/>
          </p:cNvSpPr>
          <p:nvPr/>
        </p:nvSpPr>
        <p:spPr bwMode="auto">
          <a:xfrm>
            <a:off x="5191125" y="4824413"/>
            <a:ext cx="574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6" name="直接连接符 55456">
            <a:extLst>
              <a:ext uri="{FF2B5EF4-FFF2-40B4-BE49-F238E27FC236}">
                <a16:creationId xmlns:a16="http://schemas.microsoft.com/office/drawing/2014/main" id="{DA9BB9D8-9D4E-4B1C-AC9F-2F5460002D4C}"/>
              </a:ext>
            </a:extLst>
          </p:cNvPr>
          <p:cNvSpPr>
            <a:spLocks noChangeShapeType="1"/>
          </p:cNvSpPr>
          <p:nvPr/>
        </p:nvSpPr>
        <p:spPr bwMode="auto">
          <a:xfrm>
            <a:off x="5764213" y="3292475"/>
            <a:ext cx="0" cy="1541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7" name="直接连接符 55457">
            <a:extLst>
              <a:ext uri="{FF2B5EF4-FFF2-40B4-BE49-F238E27FC236}">
                <a16:creationId xmlns:a16="http://schemas.microsoft.com/office/drawing/2014/main" id="{35206626-E4ED-463F-A609-40325F7FDA4A}"/>
              </a:ext>
            </a:extLst>
          </p:cNvPr>
          <p:cNvSpPr>
            <a:spLocks noChangeShapeType="1"/>
          </p:cNvSpPr>
          <p:nvPr/>
        </p:nvSpPr>
        <p:spPr bwMode="auto">
          <a:xfrm>
            <a:off x="4214813" y="3840163"/>
            <a:ext cx="0" cy="3349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58" name="直接连接符 55458">
            <a:extLst>
              <a:ext uri="{FF2B5EF4-FFF2-40B4-BE49-F238E27FC236}">
                <a16:creationId xmlns:a16="http://schemas.microsoft.com/office/drawing/2014/main" id="{A21291D3-DBA1-4619-92CE-A8CBA79037E3}"/>
              </a:ext>
            </a:extLst>
          </p:cNvPr>
          <p:cNvSpPr>
            <a:spLocks noChangeShapeType="1"/>
          </p:cNvSpPr>
          <p:nvPr/>
        </p:nvSpPr>
        <p:spPr bwMode="auto">
          <a:xfrm>
            <a:off x="4562475" y="3849688"/>
            <a:ext cx="0" cy="3349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59" name="直接连接符 55459">
            <a:extLst>
              <a:ext uri="{FF2B5EF4-FFF2-40B4-BE49-F238E27FC236}">
                <a16:creationId xmlns:a16="http://schemas.microsoft.com/office/drawing/2014/main" id="{78EE9C37-66FA-46CF-A53E-89D7190694CE}"/>
              </a:ext>
            </a:extLst>
          </p:cNvPr>
          <p:cNvSpPr>
            <a:spLocks noChangeShapeType="1"/>
          </p:cNvSpPr>
          <p:nvPr/>
        </p:nvSpPr>
        <p:spPr bwMode="auto">
          <a:xfrm>
            <a:off x="4964113" y="3849688"/>
            <a:ext cx="0" cy="3349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60" name="文本框 55460">
            <a:extLst>
              <a:ext uri="{FF2B5EF4-FFF2-40B4-BE49-F238E27FC236}">
                <a16:creationId xmlns:a16="http://schemas.microsoft.com/office/drawing/2014/main" id="{25A0D2AB-28E6-439E-83E5-F6EEFB8FCB56}"/>
              </a:ext>
            </a:extLst>
          </p:cNvPr>
          <p:cNvSpPr txBox="1">
            <a:spLocks noChangeArrowheads="1"/>
          </p:cNvSpPr>
          <p:nvPr/>
        </p:nvSpPr>
        <p:spPr bwMode="auto">
          <a:xfrm flipH="1">
            <a:off x="4514850" y="3679825"/>
            <a:ext cx="29686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a:t>
            </a:r>
          </a:p>
        </p:txBody>
      </p:sp>
      <p:sp>
        <p:nvSpPr>
          <p:cNvPr id="55461" name="文本框 55461">
            <a:extLst>
              <a:ext uri="{FF2B5EF4-FFF2-40B4-BE49-F238E27FC236}">
                <a16:creationId xmlns:a16="http://schemas.microsoft.com/office/drawing/2014/main" id="{1471FF88-B056-42A0-B614-8BD2A0169E2F}"/>
              </a:ext>
            </a:extLst>
          </p:cNvPr>
          <p:cNvSpPr txBox="1">
            <a:spLocks noChangeArrowheads="1"/>
          </p:cNvSpPr>
          <p:nvPr/>
        </p:nvSpPr>
        <p:spPr bwMode="auto">
          <a:xfrm>
            <a:off x="4757738" y="3679825"/>
            <a:ext cx="506412"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CAS0</a:t>
            </a:r>
          </a:p>
        </p:txBody>
      </p:sp>
      <p:sp>
        <p:nvSpPr>
          <p:cNvPr id="55462" name="文本框 55462">
            <a:extLst>
              <a:ext uri="{FF2B5EF4-FFF2-40B4-BE49-F238E27FC236}">
                <a16:creationId xmlns:a16="http://schemas.microsoft.com/office/drawing/2014/main" id="{259D9218-417C-42F3-8D18-50132C225D6B}"/>
              </a:ext>
            </a:extLst>
          </p:cNvPr>
          <p:cNvSpPr txBox="1">
            <a:spLocks noChangeArrowheads="1"/>
          </p:cNvSpPr>
          <p:nvPr/>
        </p:nvSpPr>
        <p:spPr bwMode="auto">
          <a:xfrm>
            <a:off x="4046538" y="3679825"/>
            <a:ext cx="504825"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CAS2</a:t>
            </a:r>
          </a:p>
        </p:txBody>
      </p:sp>
      <p:sp>
        <p:nvSpPr>
          <p:cNvPr id="55463" name="文本框 55463">
            <a:extLst>
              <a:ext uri="{FF2B5EF4-FFF2-40B4-BE49-F238E27FC236}">
                <a16:creationId xmlns:a16="http://schemas.microsoft.com/office/drawing/2014/main" id="{FB01946D-35AE-4C97-89C7-31954ABC7F25}"/>
              </a:ext>
            </a:extLst>
          </p:cNvPr>
          <p:cNvSpPr txBox="1">
            <a:spLocks noChangeArrowheads="1"/>
          </p:cNvSpPr>
          <p:nvPr/>
        </p:nvSpPr>
        <p:spPr bwMode="auto">
          <a:xfrm>
            <a:off x="4062413" y="4135438"/>
            <a:ext cx="506412"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CAS2</a:t>
            </a:r>
          </a:p>
        </p:txBody>
      </p:sp>
      <p:sp>
        <p:nvSpPr>
          <p:cNvPr id="55464" name="文本框 55464">
            <a:extLst>
              <a:ext uri="{FF2B5EF4-FFF2-40B4-BE49-F238E27FC236}">
                <a16:creationId xmlns:a16="http://schemas.microsoft.com/office/drawing/2014/main" id="{957F53A0-3AEB-4D6A-8575-F2B61A9653E5}"/>
              </a:ext>
            </a:extLst>
          </p:cNvPr>
          <p:cNvSpPr txBox="1">
            <a:spLocks noChangeArrowheads="1"/>
          </p:cNvSpPr>
          <p:nvPr/>
        </p:nvSpPr>
        <p:spPr bwMode="auto">
          <a:xfrm flipH="1">
            <a:off x="4498975" y="4125913"/>
            <a:ext cx="296863"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a:t>
            </a:r>
          </a:p>
        </p:txBody>
      </p:sp>
      <p:sp>
        <p:nvSpPr>
          <p:cNvPr id="55465" name="文本框 55465">
            <a:extLst>
              <a:ext uri="{FF2B5EF4-FFF2-40B4-BE49-F238E27FC236}">
                <a16:creationId xmlns:a16="http://schemas.microsoft.com/office/drawing/2014/main" id="{C4AB9300-E688-4F14-800D-96FECFDC0751}"/>
              </a:ext>
            </a:extLst>
          </p:cNvPr>
          <p:cNvSpPr txBox="1">
            <a:spLocks noChangeArrowheads="1"/>
          </p:cNvSpPr>
          <p:nvPr/>
        </p:nvSpPr>
        <p:spPr bwMode="auto">
          <a:xfrm>
            <a:off x="4724400" y="4146550"/>
            <a:ext cx="504825"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CAS0</a:t>
            </a:r>
          </a:p>
        </p:txBody>
      </p:sp>
      <p:sp>
        <p:nvSpPr>
          <p:cNvPr id="55466" name="文本框 55466">
            <a:extLst>
              <a:ext uri="{FF2B5EF4-FFF2-40B4-BE49-F238E27FC236}">
                <a16:creationId xmlns:a16="http://schemas.microsoft.com/office/drawing/2014/main" id="{22D61053-1F49-4DBB-A1A3-B3E066D0C09F}"/>
              </a:ext>
            </a:extLst>
          </p:cNvPr>
          <p:cNvSpPr txBox="1">
            <a:spLocks noChangeArrowheads="1"/>
          </p:cNvSpPr>
          <p:nvPr/>
        </p:nvSpPr>
        <p:spPr bwMode="auto">
          <a:xfrm>
            <a:off x="4111625" y="1884363"/>
            <a:ext cx="873125"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主</a:t>
            </a:r>
            <a:r>
              <a:rPr lang="en-US" altLang="zh-CN" sz="1200">
                <a:latin typeface="Times New Roman" panose="02020603050405020304" pitchFamily="18" charset="0"/>
              </a:rPr>
              <a:t>8259A</a:t>
            </a:r>
          </a:p>
        </p:txBody>
      </p:sp>
      <p:sp>
        <p:nvSpPr>
          <p:cNvPr id="55467" name="文本框 55467">
            <a:extLst>
              <a:ext uri="{FF2B5EF4-FFF2-40B4-BE49-F238E27FC236}">
                <a16:creationId xmlns:a16="http://schemas.microsoft.com/office/drawing/2014/main" id="{9DE1453B-14E4-4A23-B2C8-3A4B81B67D2C}"/>
              </a:ext>
            </a:extLst>
          </p:cNvPr>
          <p:cNvSpPr txBox="1">
            <a:spLocks noChangeArrowheads="1"/>
          </p:cNvSpPr>
          <p:nvPr/>
        </p:nvSpPr>
        <p:spPr bwMode="auto">
          <a:xfrm>
            <a:off x="4111625" y="5951538"/>
            <a:ext cx="8731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从</a:t>
            </a:r>
            <a:r>
              <a:rPr lang="en-US" altLang="zh-CN" sz="1200">
                <a:latin typeface="Times New Roman" panose="02020603050405020304" pitchFamily="18" charset="0"/>
              </a:rPr>
              <a:t>8259A</a:t>
            </a:r>
          </a:p>
        </p:txBody>
      </p:sp>
      <p:sp>
        <p:nvSpPr>
          <p:cNvPr id="55468" name="左右箭头 55468">
            <a:extLst>
              <a:ext uri="{FF2B5EF4-FFF2-40B4-BE49-F238E27FC236}">
                <a16:creationId xmlns:a16="http://schemas.microsoft.com/office/drawing/2014/main" id="{E74CC2C5-6777-4C2D-9968-BCB930774CB0}"/>
              </a:ext>
            </a:extLst>
          </p:cNvPr>
          <p:cNvSpPr>
            <a:spLocks noChangeArrowheads="1"/>
          </p:cNvSpPr>
          <p:nvPr/>
        </p:nvSpPr>
        <p:spPr bwMode="auto">
          <a:xfrm>
            <a:off x="5226050" y="2419350"/>
            <a:ext cx="1689100" cy="122238"/>
          </a:xfrm>
          <a:prstGeom prst="leftRightArrow">
            <a:avLst>
              <a:gd name="adj1" fmla="val 50000"/>
              <a:gd name="adj2" fmla="val 27610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eaLnBrk="0" hangingPunct="0"/>
            <a:endParaRPr lang="zh-CN" altLang="en-US" sz="1200">
              <a:latin typeface="Times New Roman" panose="02020603050405020304" pitchFamily="18" charset="0"/>
            </a:endParaRPr>
          </a:p>
        </p:txBody>
      </p:sp>
      <p:sp>
        <p:nvSpPr>
          <p:cNvPr id="55469" name="左箭头 55469">
            <a:extLst>
              <a:ext uri="{FF2B5EF4-FFF2-40B4-BE49-F238E27FC236}">
                <a16:creationId xmlns:a16="http://schemas.microsoft.com/office/drawing/2014/main" id="{648C3BBF-1256-4CA3-845D-DE456F710AC7}"/>
              </a:ext>
            </a:extLst>
          </p:cNvPr>
          <p:cNvSpPr>
            <a:spLocks noChangeArrowheads="1"/>
          </p:cNvSpPr>
          <p:nvPr/>
        </p:nvSpPr>
        <p:spPr bwMode="auto">
          <a:xfrm>
            <a:off x="5227638" y="5127625"/>
            <a:ext cx="1079500" cy="142875"/>
          </a:xfrm>
          <a:prstGeom prst="leftArrow">
            <a:avLst>
              <a:gd name="adj1" fmla="val 50000"/>
              <a:gd name="adj2" fmla="val 188749"/>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eaLnBrk="0" hangingPunct="0"/>
            <a:endParaRPr lang="zh-CN" altLang="en-US" sz="1200">
              <a:latin typeface="Times New Roman" panose="02020603050405020304" pitchFamily="18" charset="0"/>
            </a:endParaRPr>
          </a:p>
        </p:txBody>
      </p:sp>
      <p:sp>
        <p:nvSpPr>
          <p:cNvPr id="55470" name="文本框 55470">
            <a:extLst>
              <a:ext uri="{FF2B5EF4-FFF2-40B4-BE49-F238E27FC236}">
                <a16:creationId xmlns:a16="http://schemas.microsoft.com/office/drawing/2014/main" id="{93B0C514-7AE5-4EDC-A021-729FA1578141}"/>
              </a:ext>
            </a:extLst>
          </p:cNvPr>
          <p:cNvSpPr txBox="1">
            <a:spLocks noChangeArrowheads="1"/>
          </p:cNvSpPr>
          <p:nvPr/>
        </p:nvSpPr>
        <p:spPr bwMode="auto">
          <a:xfrm>
            <a:off x="6183313" y="2511425"/>
            <a:ext cx="123825" cy="2717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eaLnBrk="0" hangingPunct="0"/>
            <a:endParaRPr lang="zh-CN" altLang="en-US" sz="1200">
              <a:latin typeface="Times New Roman" panose="02020603050405020304" pitchFamily="18" charset="0"/>
            </a:endParaRPr>
          </a:p>
        </p:txBody>
      </p:sp>
      <p:sp>
        <p:nvSpPr>
          <p:cNvPr id="55471" name="文本框 55471">
            <a:extLst>
              <a:ext uri="{FF2B5EF4-FFF2-40B4-BE49-F238E27FC236}">
                <a16:creationId xmlns:a16="http://schemas.microsoft.com/office/drawing/2014/main" id="{1A19342D-A4E0-4A16-BA2F-DCF36EE804EC}"/>
              </a:ext>
            </a:extLst>
          </p:cNvPr>
          <p:cNvSpPr txBox="1">
            <a:spLocks noChangeArrowheads="1"/>
          </p:cNvSpPr>
          <p:nvPr/>
        </p:nvSpPr>
        <p:spPr bwMode="auto">
          <a:xfrm>
            <a:off x="6200775" y="2482850"/>
            <a:ext cx="90488" cy="131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endParaRPr lang="zh-CN" altLang="en-US" sz="1200">
              <a:latin typeface="Times New Roman" panose="02020603050405020304" pitchFamily="18" charset="0"/>
            </a:endParaRPr>
          </a:p>
        </p:txBody>
      </p:sp>
      <p:sp>
        <p:nvSpPr>
          <p:cNvPr id="55472" name="文本框 55472">
            <a:extLst>
              <a:ext uri="{FF2B5EF4-FFF2-40B4-BE49-F238E27FC236}">
                <a16:creationId xmlns:a16="http://schemas.microsoft.com/office/drawing/2014/main" id="{60AC4BE2-57A3-429C-B58F-F5FCBB772201}"/>
              </a:ext>
            </a:extLst>
          </p:cNvPr>
          <p:cNvSpPr txBox="1">
            <a:spLocks noChangeArrowheads="1"/>
          </p:cNvSpPr>
          <p:nvPr/>
        </p:nvSpPr>
        <p:spPr bwMode="auto">
          <a:xfrm>
            <a:off x="6146800" y="5170488"/>
            <a:ext cx="123825" cy="619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endParaRPr lang="zh-CN" altLang="en-US" sz="1200">
              <a:latin typeface="Times New Roman" panose="02020603050405020304" pitchFamily="18" charset="0"/>
            </a:endParaRPr>
          </a:p>
        </p:txBody>
      </p:sp>
      <p:sp>
        <p:nvSpPr>
          <p:cNvPr id="55473" name="文本框 55473">
            <a:extLst>
              <a:ext uri="{FF2B5EF4-FFF2-40B4-BE49-F238E27FC236}">
                <a16:creationId xmlns:a16="http://schemas.microsoft.com/office/drawing/2014/main" id="{E4C98583-43CE-4BCC-8043-60E325DE52EA}"/>
              </a:ext>
            </a:extLst>
          </p:cNvPr>
          <p:cNvSpPr txBox="1">
            <a:spLocks noChangeArrowheads="1"/>
          </p:cNvSpPr>
          <p:nvPr/>
        </p:nvSpPr>
        <p:spPr bwMode="auto">
          <a:xfrm>
            <a:off x="3328988" y="6305550"/>
            <a:ext cx="360362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图</a:t>
            </a:r>
            <a:r>
              <a:rPr lang="en-US" altLang="zh-CN" sz="1200">
                <a:latin typeface="Times New Roman" panose="02020603050405020304" pitchFamily="18" charset="0"/>
              </a:rPr>
              <a:t>8259A</a:t>
            </a:r>
            <a:r>
              <a:rPr lang="zh-CN" altLang="en-US" sz="1200">
                <a:latin typeface="Times New Roman" panose="02020603050405020304" pitchFamily="18" charset="0"/>
              </a:rPr>
              <a:t>级连硬件结构图</a:t>
            </a:r>
          </a:p>
        </p:txBody>
      </p:sp>
      <p:sp>
        <p:nvSpPr>
          <p:cNvPr id="55474" name="文本框 55474">
            <a:extLst>
              <a:ext uri="{FF2B5EF4-FFF2-40B4-BE49-F238E27FC236}">
                <a16:creationId xmlns:a16="http://schemas.microsoft.com/office/drawing/2014/main" id="{77722733-C443-4D44-822F-F674C12CBF6E}"/>
              </a:ext>
            </a:extLst>
          </p:cNvPr>
          <p:cNvSpPr txBox="1">
            <a:spLocks noChangeArrowheads="1"/>
          </p:cNvSpPr>
          <p:nvPr/>
        </p:nvSpPr>
        <p:spPr bwMode="auto">
          <a:xfrm>
            <a:off x="6985000" y="1935163"/>
            <a:ext cx="490538"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NMI</a:t>
            </a:r>
          </a:p>
        </p:txBody>
      </p:sp>
      <p:grpSp>
        <p:nvGrpSpPr>
          <p:cNvPr id="55475" name="组合 55475">
            <a:extLst>
              <a:ext uri="{FF2B5EF4-FFF2-40B4-BE49-F238E27FC236}">
                <a16:creationId xmlns:a16="http://schemas.microsoft.com/office/drawing/2014/main" id="{E269ABC7-DA98-406C-9FF5-448202107951}"/>
              </a:ext>
            </a:extLst>
          </p:cNvPr>
          <p:cNvGrpSpPr>
            <a:grpSpLocks/>
          </p:cNvGrpSpPr>
          <p:nvPr/>
        </p:nvGrpSpPr>
        <p:grpSpPr bwMode="auto">
          <a:xfrm>
            <a:off x="1917700" y="1143000"/>
            <a:ext cx="4024313" cy="568325"/>
            <a:chOff x="0" y="0"/>
            <a:chExt cx="3466" cy="840"/>
          </a:xfrm>
        </p:grpSpPr>
        <p:grpSp>
          <p:nvGrpSpPr>
            <p:cNvPr id="55476" name="组合 55476">
              <a:extLst>
                <a:ext uri="{FF2B5EF4-FFF2-40B4-BE49-F238E27FC236}">
                  <a16:creationId xmlns:a16="http://schemas.microsoft.com/office/drawing/2014/main" id="{CE5916A3-320A-4664-B2DA-737C11227DDD}"/>
                </a:ext>
              </a:extLst>
            </p:cNvPr>
            <p:cNvGrpSpPr>
              <a:grpSpLocks/>
            </p:cNvGrpSpPr>
            <p:nvPr/>
          </p:nvGrpSpPr>
          <p:grpSpPr bwMode="auto">
            <a:xfrm>
              <a:off x="2414" y="303"/>
              <a:ext cx="316" cy="510"/>
              <a:chOff x="0" y="0"/>
              <a:chExt cx="316" cy="510"/>
            </a:xfrm>
          </p:grpSpPr>
          <p:sp>
            <p:nvSpPr>
              <p:cNvPr id="55477" name="文本框 55477">
                <a:extLst>
                  <a:ext uri="{FF2B5EF4-FFF2-40B4-BE49-F238E27FC236}">
                    <a16:creationId xmlns:a16="http://schemas.microsoft.com/office/drawing/2014/main" id="{44B30069-2F76-4E82-96C7-D0CD20C9CFBB}"/>
                  </a:ext>
                </a:extLst>
              </p:cNvPr>
              <p:cNvSpPr txBox="1">
                <a:spLocks noChangeArrowheads="1"/>
              </p:cNvSpPr>
              <p:nvPr/>
            </p:nvSpPr>
            <p:spPr bwMode="auto">
              <a:xfrm>
                <a:off x="112" y="117"/>
                <a:ext cx="15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1200">
                    <a:latin typeface="Times New Roman" panose="02020603050405020304" pitchFamily="18" charset="0"/>
                  </a:rPr>
                  <a:t>+</a:t>
                </a:r>
              </a:p>
              <a:p>
                <a:pPr algn="just" eaLnBrk="0" hangingPunct="0"/>
                <a:endParaRPr lang="zh-CN" altLang="en-US" sz="1200">
                  <a:latin typeface="Times New Roman" panose="02020603050405020304" pitchFamily="18" charset="0"/>
                </a:endParaRPr>
              </a:p>
            </p:txBody>
          </p:sp>
          <p:sp>
            <p:nvSpPr>
              <p:cNvPr id="55478" name="文本框 55478">
                <a:extLst>
                  <a:ext uri="{FF2B5EF4-FFF2-40B4-BE49-F238E27FC236}">
                    <a16:creationId xmlns:a16="http://schemas.microsoft.com/office/drawing/2014/main" id="{CB4E3762-7291-47B5-B4DF-0CD227229216}"/>
                  </a:ext>
                </a:extLst>
              </p:cNvPr>
              <p:cNvSpPr txBox="1">
                <a:spLocks noChangeArrowheads="1"/>
              </p:cNvSpPr>
              <p:nvPr/>
            </p:nvSpPr>
            <p:spPr bwMode="auto">
              <a:xfrm>
                <a:off x="0" y="0"/>
                <a:ext cx="316" cy="5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eaLnBrk="0" hangingPunct="0"/>
                <a:endParaRPr lang="zh-CN" altLang="en-US" sz="1200">
                  <a:latin typeface="Times New Roman" panose="02020603050405020304" pitchFamily="18" charset="0"/>
                </a:endParaRPr>
              </a:p>
            </p:txBody>
          </p:sp>
        </p:grpSp>
        <p:sp>
          <p:nvSpPr>
            <p:cNvPr id="55479" name="直接连接符 55479">
              <a:extLst>
                <a:ext uri="{FF2B5EF4-FFF2-40B4-BE49-F238E27FC236}">
                  <a16:creationId xmlns:a16="http://schemas.microsoft.com/office/drawing/2014/main" id="{94E3C11F-DD40-4791-A01A-0CC8BF5E174F}"/>
                </a:ext>
              </a:extLst>
            </p:cNvPr>
            <p:cNvSpPr>
              <a:spLocks noChangeShapeType="1"/>
            </p:cNvSpPr>
            <p:nvPr/>
          </p:nvSpPr>
          <p:spPr bwMode="auto">
            <a:xfrm>
              <a:off x="1560" y="708"/>
              <a:ext cx="85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80" name="文本框 55480">
              <a:extLst>
                <a:ext uri="{FF2B5EF4-FFF2-40B4-BE49-F238E27FC236}">
                  <a16:creationId xmlns:a16="http://schemas.microsoft.com/office/drawing/2014/main" id="{38BF0941-DE64-40C2-A737-09DAF17475BC}"/>
                </a:ext>
              </a:extLst>
            </p:cNvPr>
            <p:cNvSpPr txBox="1">
              <a:spLocks noChangeArrowheads="1"/>
            </p:cNvSpPr>
            <p:nvPr/>
          </p:nvSpPr>
          <p:spPr bwMode="auto">
            <a:xfrm>
              <a:off x="0" y="0"/>
              <a:ext cx="165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NMI</a:t>
              </a:r>
              <a:r>
                <a:rPr lang="zh-CN" altLang="en-US" sz="1200">
                  <a:latin typeface="Times New Roman" panose="02020603050405020304" pitchFamily="18" charset="0"/>
                </a:rPr>
                <a:t>屏蔽寄存器屏蔽位</a:t>
              </a:r>
            </a:p>
          </p:txBody>
        </p:sp>
        <p:sp>
          <p:nvSpPr>
            <p:cNvPr id="55481" name="文本框 55481">
              <a:extLst>
                <a:ext uri="{FF2B5EF4-FFF2-40B4-BE49-F238E27FC236}">
                  <a16:creationId xmlns:a16="http://schemas.microsoft.com/office/drawing/2014/main" id="{13ACCB90-A152-4AD7-9547-3CDA0C021697}"/>
                </a:ext>
              </a:extLst>
            </p:cNvPr>
            <p:cNvSpPr txBox="1">
              <a:spLocks noChangeArrowheads="1"/>
            </p:cNvSpPr>
            <p:nvPr/>
          </p:nvSpPr>
          <p:spPr bwMode="auto">
            <a:xfrm>
              <a:off x="478" y="555"/>
              <a:ext cx="105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I/O</a:t>
              </a:r>
              <a:r>
                <a:rPr lang="zh-CN" altLang="en-US" sz="1200">
                  <a:latin typeface="Times New Roman" panose="02020603050405020304" pitchFamily="18" charset="0"/>
                </a:rPr>
                <a:t>通道检查错</a:t>
              </a:r>
            </a:p>
          </p:txBody>
        </p:sp>
        <p:sp>
          <p:nvSpPr>
            <p:cNvPr id="55482" name="直接连接符 55482">
              <a:extLst>
                <a:ext uri="{FF2B5EF4-FFF2-40B4-BE49-F238E27FC236}">
                  <a16:creationId xmlns:a16="http://schemas.microsoft.com/office/drawing/2014/main" id="{0F648FD4-585A-447B-9B2A-10FE5651CD3C}"/>
                </a:ext>
              </a:extLst>
            </p:cNvPr>
            <p:cNvSpPr>
              <a:spLocks noChangeShapeType="1"/>
            </p:cNvSpPr>
            <p:nvPr/>
          </p:nvSpPr>
          <p:spPr bwMode="auto">
            <a:xfrm>
              <a:off x="1560" y="423"/>
              <a:ext cx="85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83" name="文本框 55483">
              <a:extLst>
                <a:ext uri="{FF2B5EF4-FFF2-40B4-BE49-F238E27FC236}">
                  <a16:creationId xmlns:a16="http://schemas.microsoft.com/office/drawing/2014/main" id="{92CBBCFA-B491-404C-966D-F2EC96BCD84D}"/>
                </a:ext>
              </a:extLst>
            </p:cNvPr>
            <p:cNvSpPr txBox="1">
              <a:spLocks noChangeArrowheads="1"/>
            </p:cNvSpPr>
            <p:nvPr/>
          </p:nvSpPr>
          <p:spPr bwMode="auto">
            <a:xfrm>
              <a:off x="584" y="270"/>
              <a:ext cx="96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RAM</a:t>
              </a:r>
              <a:r>
                <a:rPr lang="zh-CN" altLang="en-US" sz="1200">
                  <a:latin typeface="Times New Roman" panose="02020603050405020304" pitchFamily="18" charset="0"/>
                </a:rPr>
                <a:t>奇偶错</a:t>
              </a:r>
            </a:p>
          </p:txBody>
        </p:sp>
        <p:sp>
          <p:nvSpPr>
            <p:cNvPr id="55484" name="文本框 55484">
              <a:extLst>
                <a:ext uri="{FF2B5EF4-FFF2-40B4-BE49-F238E27FC236}">
                  <a16:creationId xmlns:a16="http://schemas.microsoft.com/office/drawing/2014/main" id="{CEF9BD87-F9BD-4B54-BCF3-959CB6746CBE}"/>
                </a:ext>
              </a:extLst>
            </p:cNvPr>
            <p:cNvSpPr txBox="1">
              <a:spLocks noChangeArrowheads="1"/>
            </p:cNvSpPr>
            <p:nvPr/>
          </p:nvSpPr>
          <p:spPr bwMode="auto">
            <a:xfrm>
              <a:off x="3150" y="48"/>
              <a:ext cx="316" cy="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eaLnBrk="0" hangingPunct="0"/>
              <a:endParaRPr lang="zh-CN" altLang="en-US" sz="1200">
                <a:latin typeface="Times New Roman" panose="02020603050405020304" pitchFamily="18" charset="0"/>
              </a:endParaRPr>
            </a:p>
          </p:txBody>
        </p:sp>
        <p:sp>
          <p:nvSpPr>
            <p:cNvPr id="55485" name="直接连接符 55485">
              <a:extLst>
                <a:ext uri="{FF2B5EF4-FFF2-40B4-BE49-F238E27FC236}">
                  <a16:creationId xmlns:a16="http://schemas.microsoft.com/office/drawing/2014/main" id="{BF847928-445C-46F2-882F-1FBD5B25FC9F}"/>
                </a:ext>
              </a:extLst>
            </p:cNvPr>
            <p:cNvSpPr>
              <a:spLocks noChangeShapeType="1"/>
            </p:cNvSpPr>
            <p:nvPr/>
          </p:nvSpPr>
          <p:spPr bwMode="auto">
            <a:xfrm>
              <a:off x="2714" y="558"/>
              <a:ext cx="4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86" name="直接连接符 55486">
              <a:extLst>
                <a:ext uri="{FF2B5EF4-FFF2-40B4-BE49-F238E27FC236}">
                  <a16:creationId xmlns:a16="http://schemas.microsoft.com/office/drawing/2014/main" id="{F1B23026-A991-4DBA-856F-B81BA119C028}"/>
                </a:ext>
              </a:extLst>
            </p:cNvPr>
            <p:cNvSpPr>
              <a:spLocks noChangeShapeType="1"/>
            </p:cNvSpPr>
            <p:nvPr/>
          </p:nvSpPr>
          <p:spPr bwMode="auto">
            <a:xfrm>
              <a:off x="1590" y="153"/>
              <a:ext cx="157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487" name="直接连接符 55487">
            <a:extLst>
              <a:ext uri="{FF2B5EF4-FFF2-40B4-BE49-F238E27FC236}">
                <a16:creationId xmlns:a16="http://schemas.microsoft.com/office/drawing/2014/main" id="{4570924A-861D-45ED-ADC2-DF3233D7D910}"/>
              </a:ext>
            </a:extLst>
          </p:cNvPr>
          <p:cNvSpPr>
            <a:spLocks noChangeShapeType="1"/>
          </p:cNvSpPr>
          <p:nvPr/>
        </p:nvSpPr>
        <p:spPr bwMode="auto">
          <a:xfrm>
            <a:off x="5940425" y="1389063"/>
            <a:ext cx="36353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8" name="直接连接符 55488">
            <a:extLst>
              <a:ext uri="{FF2B5EF4-FFF2-40B4-BE49-F238E27FC236}">
                <a16:creationId xmlns:a16="http://schemas.microsoft.com/office/drawing/2014/main" id="{D6E83F6F-C3FF-47D8-933B-A13FA8CC8DEE}"/>
              </a:ext>
            </a:extLst>
          </p:cNvPr>
          <p:cNvSpPr>
            <a:spLocks noChangeShapeType="1"/>
          </p:cNvSpPr>
          <p:nvPr/>
        </p:nvSpPr>
        <p:spPr bwMode="auto">
          <a:xfrm>
            <a:off x="6305550" y="1377950"/>
            <a:ext cx="0" cy="6699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9" name="直接连接符 55489">
            <a:extLst>
              <a:ext uri="{FF2B5EF4-FFF2-40B4-BE49-F238E27FC236}">
                <a16:creationId xmlns:a16="http://schemas.microsoft.com/office/drawing/2014/main" id="{BA0292FD-8CD0-4EDC-B256-B80328308A81}"/>
              </a:ext>
            </a:extLst>
          </p:cNvPr>
          <p:cNvSpPr>
            <a:spLocks noChangeShapeType="1"/>
          </p:cNvSpPr>
          <p:nvPr/>
        </p:nvSpPr>
        <p:spPr bwMode="auto">
          <a:xfrm>
            <a:off x="6303963" y="2027238"/>
            <a:ext cx="6286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90" name="文本框 55490">
            <a:extLst>
              <a:ext uri="{FF2B5EF4-FFF2-40B4-BE49-F238E27FC236}">
                <a16:creationId xmlns:a16="http://schemas.microsoft.com/office/drawing/2014/main" id="{EDB5BBAF-A2E0-4E43-8D2B-0FE0827F69A7}"/>
              </a:ext>
            </a:extLst>
          </p:cNvPr>
          <p:cNvSpPr txBox="1">
            <a:spLocks noChangeArrowheads="1"/>
          </p:cNvSpPr>
          <p:nvPr/>
        </p:nvSpPr>
        <p:spPr bwMode="auto">
          <a:xfrm>
            <a:off x="7156450" y="1690688"/>
            <a:ext cx="6286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CPU</a:t>
            </a:r>
          </a:p>
        </p:txBody>
      </p:sp>
      <p:sp>
        <p:nvSpPr>
          <p:cNvPr id="55491" name="文本框 55491">
            <a:extLst>
              <a:ext uri="{FF2B5EF4-FFF2-40B4-BE49-F238E27FC236}">
                <a16:creationId xmlns:a16="http://schemas.microsoft.com/office/drawing/2014/main" id="{667B4C4B-BAA3-43A6-8157-2320C4A24F90}"/>
              </a:ext>
            </a:extLst>
          </p:cNvPr>
          <p:cNvSpPr txBox="1">
            <a:spLocks noChangeArrowheads="1"/>
          </p:cNvSpPr>
          <p:nvPr/>
        </p:nvSpPr>
        <p:spPr bwMode="auto">
          <a:xfrm>
            <a:off x="2403475" y="3435350"/>
            <a:ext cx="9620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地址</a:t>
            </a:r>
            <a:r>
              <a:rPr lang="en-US" altLang="zh-CN" sz="1200">
                <a:latin typeface="Times New Roman" panose="02020603050405020304" pitchFamily="18" charset="0"/>
              </a:rPr>
              <a:t>A0</a:t>
            </a:r>
          </a:p>
        </p:txBody>
      </p:sp>
      <p:sp>
        <p:nvSpPr>
          <p:cNvPr id="55492" name="文本框 55492">
            <a:extLst>
              <a:ext uri="{FF2B5EF4-FFF2-40B4-BE49-F238E27FC236}">
                <a16:creationId xmlns:a16="http://schemas.microsoft.com/office/drawing/2014/main" id="{34FE5354-FE02-409D-995E-361E6210DD76}"/>
              </a:ext>
            </a:extLst>
          </p:cNvPr>
          <p:cNvSpPr txBox="1">
            <a:spLocks noChangeArrowheads="1"/>
          </p:cNvSpPr>
          <p:nvPr/>
        </p:nvSpPr>
        <p:spPr bwMode="auto">
          <a:xfrm>
            <a:off x="2419350" y="5535613"/>
            <a:ext cx="9620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地址</a:t>
            </a:r>
            <a:r>
              <a:rPr lang="en-US" altLang="zh-CN" sz="1200">
                <a:latin typeface="Times New Roman" panose="02020603050405020304" pitchFamily="18" charset="0"/>
              </a:rPr>
              <a:t>A0</a:t>
            </a:r>
          </a:p>
        </p:txBody>
      </p:sp>
      <p:sp>
        <p:nvSpPr>
          <p:cNvPr id="55493" name="文本框 55493">
            <a:extLst>
              <a:ext uri="{FF2B5EF4-FFF2-40B4-BE49-F238E27FC236}">
                <a16:creationId xmlns:a16="http://schemas.microsoft.com/office/drawing/2014/main" id="{5A297D69-486B-40D1-824A-047421255C55}"/>
              </a:ext>
            </a:extLst>
          </p:cNvPr>
          <p:cNvSpPr txBox="1">
            <a:spLocks noChangeArrowheads="1"/>
          </p:cNvSpPr>
          <p:nvPr/>
        </p:nvSpPr>
        <p:spPr bwMode="auto">
          <a:xfrm>
            <a:off x="2525713" y="3578225"/>
            <a:ext cx="7175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片选</a:t>
            </a:r>
            <a:r>
              <a:rPr lang="en-US" altLang="zh-CN" sz="1200">
                <a:latin typeface="Times New Roman" panose="02020603050405020304" pitchFamily="18" charset="0"/>
              </a:rPr>
              <a:t>1</a:t>
            </a:r>
          </a:p>
        </p:txBody>
      </p:sp>
      <p:sp>
        <p:nvSpPr>
          <p:cNvPr id="55494" name="文本框 55494">
            <a:extLst>
              <a:ext uri="{FF2B5EF4-FFF2-40B4-BE49-F238E27FC236}">
                <a16:creationId xmlns:a16="http://schemas.microsoft.com/office/drawing/2014/main" id="{A06ED11F-3A42-40AB-97B0-83937DD18F49}"/>
              </a:ext>
            </a:extLst>
          </p:cNvPr>
          <p:cNvSpPr txBox="1">
            <a:spLocks noChangeArrowheads="1"/>
          </p:cNvSpPr>
          <p:nvPr/>
        </p:nvSpPr>
        <p:spPr bwMode="auto">
          <a:xfrm>
            <a:off x="2525713" y="5678488"/>
            <a:ext cx="7175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1200">
                <a:latin typeface="Times New Roman" panose="02020603050405020304" pitchFamily="18" charset="0"/>
              </a:rPr>
              <a:t> 片选</a:t>
            </a:r>
            <a:r>
              <a:rPr lang="en-US" altLang="zh-CN" sz="1200">
                <a:latin typeface="Times New Roman" panose="02020603050405020304" pitchFamily="18" charset="0"/>
              </a:rPr>
              <a:t>2</a:t>
            </a:r>
          </a:p>
        </p:txBody>
      </p:sp>
      <p:sp>
        <p:nvSpPr>
          <p:cNvPr id="55495" name="椭圆 55495">
            <a:extLst>
              <a:ext uri="{FF2B5EF4-FFF2-40B4-BE49-F238E27FC236}">
                <a16:creationId xmlns:a16="http://schemas.microsoft.com/office/drawing/2014/main" id="{360D6603-5863-462D-B521-7C48DC3599EF}"/>
              </a:ext>
            </a:extLst>
          </p:cNvPr>
          <p:cNvSpPr>
            <a:spLocks noChangeArrowheads="1"/>
          </p:cNvSpPr>
          <p:nvPr/>
        </p:nvSpPr>
        <p:spPr bwMode="auto">
          <a:xfrm>
            <a:off x="5468938" y="3581400"/>
            <a:ext cx="50800" cy="31750"/>
          </a:xfrm>
          <a:prstGeom prst="ellipse">
            <a:avLst/>
          </a:prstGeom>
          <a:solidFill>
            <a:srgbClr val="000000"/>
          </a:solidFill>
          <a:ln w="9525">
            <a:solidFill>
              <a:srgbClr val="000000"/>
            </a:solidFill>
            <a:round/>
            <a:headEnd/>
            <a:tailEnd/>
          </a:ln>
        </p:spPr>
        <p:txBody>
          <a:bodyPr/>
          <a:lstStyle/>
          <a:p>
            <a:pPr algn="just" eaLnBrk="0" hangingPunct="0"/>
            <a:endParaRPr lang="zh-CN" altLang="en-US"/>
          </a:p>
        </p:txBody>
      </p:sp>
      <p:sp>
        <p:nvSpPr>
          <p:cNvPr id="55496" name="椭圆 55496">
            <a:extLst>
              <a:ext uri="{FF2B5EF4-FFF2-40B4-BE49-F238E27FC236}">
                <a16:creationId xmlns:a16="http://schemas.microsoft.com/office/drawing/2014/main" id="{EE8DFBDE-8291-41BC-B41F-C550D136D1F0}"/>
              </a:ext>
            </a:extLst>
          </p:cNvPr>
          <p:cNvSpPr>
            <a:spLocks noChangeArrowheads="1"/>
          </p:cNvSpPr>
          <p:nvPr/>
        </p:nvSpPr>
        <p:spPr bwMode="auto">
          <a:xfrm>
            <a:off x="5730875" y="3267075"/>
            <a:ext cx="50800" cy="30163"/>
          </a:xfrm>
          <a:prstGeom prst="ellipse">
            <a:avLst/>
          </a:prstGeom>
          <a:solidFill>
            <a:srgbClr val="000000"/>
          </a:solidFill>
          <a:ln w="9525">
            <a:solidFill>
              <a:srgbClr val="000000"/>
            </a:solidFill>
            <a:round/>
            <a:headEnd/>
            <a:tailEnd/>
          </a:ln>
        </p:spPr>
        <p:txBody>
          <a:bodyPr/>
          <a:lstStyle/>
          <a:p>
            <a:pPr algn="just" eaLnBrk="0" hangingPunct="0"/>
            <a:endParaRPr lang="zh-CN" altLang="en-US"/>
          </a:p>
        </p:txBody>
      </p:sp>
      <p:sp>
        <p:nvSpPr>
          <p:cNvPr id="55497" name="椭圆 55497">
            <a:extLst>
              <a:ext uri="{FF2B5EF4-FFF2-40B4-BE49-F238E27FC236}">
                <a16:creationId xmlns:a16="http://schemas.microsoft.com/office/drawing/2014/main" id="{3EB69B7D-509B-472B-AD74-1DD31E114EDD}"/>
              </a:ext>
            </a:extLst>
          </p:cNvPr>
          <p:cNvSpPr>
            <a:spLocks noChangeArrowheads="1"/>
          </p:cNvSpPr>
          <p:nvPr/>
        </p:nvSpPr>
        <p:spPr bwMode="auto">
          <a:xfrm>
            <a:off x="5591175" y="3430588"/>
            <a:ext cx="50800" cy="30162"/>
          </a:xfrm>
          <a:prstGeom prst="ellipse">
            <a:avLst/>
          </a:prstGeom>
          <a:solidFill>
            <a:srgbClr val="000000"/>
          </a:solidFill>
          <a:ln w="9525">
            <a:solidFill>
              <a:srgbClr val="000000"/>
            </a:solidFill>
            <a:round/>
            <a:headEnd/>
            <a:tailEnd/>
          </a:ln>
        </p:spPr>
        <p:txBody>
          <a:bodyPr/>
          <a:lstStyle/>
          <a:p>
            <a:pPr algn="just" eaLnBrk="0" hangingPunct="0"/>
            <a:endParaRPr lang="zh-CN" altLang="en-US"/>
          </a:p>
        </p:txBody>
      </p:sp>
      <p:sp>
        <p:nvSpPr>
          <p:cNvPr id="55498" name="文本框 55498">
            <a:extLst>
              <a:ext uri="{FF2B5EF4-FFF2-40B4-BE49-F238E27FC236}">
                <a16:creationId xmlns:a16="http://schemas.microsoft.com/office/drawing/2014/main" id="{0816342B-7563-44F1-A453-BCB5992EA74A}"/>
              </a:ext>
            </a:extLst>
          </p:cNvPr>
          <p:cNvSpPr txBox="1">
            <a:spLocks noChangeArrowheads="1"/>
          </p:cNvSpPr>
          <p:nvPr/>
        </p:nvSpPr>
        <p:spPr bwMode="auto">
          <a:xfrm>
            <a:off x="7019925" y="2492375"/>
            <a:ext cx="9366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S0    S1    S2</a:t>
            </a:r>
          </a:p>
        </p:txBody>
      </p:sp>
      <p:sp>
        <p:nvSpPr>
          <p:cNvPr id="55499" name="文本框 55499">
            <a:extLst>
              <a:ext uri="{FF2B5EF4-FFF2-40B4-BE49-F238E27FC236}">
                <a16:creationId xmlns:a16="http://schemas.microsoft.com/office/drawing/2014/main" id="{1BA67D0A-E683-4385-BAAE-24F77BE8F232}"/>
              </a:ext>
            </a:extLst>
          </p:cNvPr>
          <p:cNvSpPr txBox="1">
            <a:spLocks noChangeArrowheads="1"/>
          </p:cNvSpPr>
          <p:nvPr/>
        </p:nvSpPr>
        <p:spPr bwMode="auto">
          <a:xfrm>
            <a:off x="7019925" y="2997200"/>
            <a:ext cx="9366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sz="1200">
                <a:latin typeface="Times New Roman" panose="02020603050405020304" pitchFamily="18" charset="0"/>
              </a:rPr>
              <a:t>S0    S1    S2</a:t>
            </a:r>
          </a:p>
        </p:txBody>
      </p:sp>
      <p:sp>
        <p:nvSpPr>
          <p:cNvPr id="55500" name="灯片编号占位符 1">
            <a:extLst>
              <a:ext uri="{FF2B5EF4-FFF2-40B4-BE49-F238E27FC236}">
                <a16:creationId xmlns:a16="http://schemas.microsoft.com/office/drawing/2014/main" id="{D9EFAF9B-77F1-47DC-BAA9-9F104926DF6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hangingPunct="0"/>
            <a:fld id="{C9DDE477-D988-4EFB-A90D-55F19DBC156F}" type="slidenum">
              <a:rPr lang="zh-CN" altLang="en-US" smtClean="0"/>
              <a:pPr eaLnBrk="0" hangingPunct="0"/>
              <a:t>51</a:t>
            </a:fld>
            <a:endParaRPr lang="zh-CN" altLang="en-US"/>
          </a:p>
        </p:txBody>
      </p:sp>
    </p:spTree>
  </p:cSld>
  <p:clrMapOvr>
    <a:masterClrMapping/>
  </p:clrMapOvr>
</p:sld>
</file>

<file path=ppt/theme/theme1.xml><?xml version="1.0" encoding="utf-8"?>
<a:theme xmlns:a="http://schemas.openxmlformats.org/drawingml/2006/main" name="&amp;&amp;微机原理课件模板">
  <a:themeElements>
    <a:clrScheme name="">
      <a:dk1>
        <a:srgbClr val="0047A0"/>
      </a:dk1>
      <a:lt1>
        <a:srgbClr val="FFFFFF"/>
      </a:lt1>
      <a:dk2>
        <a:srgbClr val="333333"/>
      </a:dk2>
      <a:lt2>
        <a:srgbClr val="DDDDDD"/>
      </a:lt2>
      <a:accent1>
        <a:srgbClr val="A5ADAC"/>
      </a:accent1>
      <a:accent2>
        <a:srgbClr val="009999"/>
      </a:accent2>
      <a:accent3>
        <a:srgbClr val="FFFFFF"/>
      </a:accent3>
      <a:accent4>
        <a:srgbClr val="003C89"/>
      </a:accent4>
      <a:accent5>
        <a:srgbClr val="CFD3D2"/>
      </a:accent5>
      <a:accent6>
        <a:srgbClr val="008989"/>
      </a:accent6>
      <a:hlink>
        <a:srgbClr val="669900"/>
      </a:hlink>
      <a:folHlink>
        <a:srgbClr val="0066CC"/>
      </a:folHlink>
    </a:clrScheme>
    <a:fontScheme na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amp;&amp;微机原理课件模板 1">
        <a:dk1>
          <a:srgbClr val="1F6493"/>
        </a:dk1>
        <a:lt1>
          <a:srgbClr val="FFFFFF"/>
        </a:lt1>
        <a:dk2>
          <a:srgbClr val="000000"/>
        </a:dk2>
        <a:lt2>
          <a:srgbClr val="B2B2B2"/>
        </a:lt2>
        <a:accent1>
          <a:srgbClr val="C09870"/>
        </a:accent1>
        <a:accent2>
          <a:srgbClr val="6EBB47"/>
        </a:accent2>
        <a:accent3>
          <a:srgbClr val="FFFFFF"/>
        </a:accent3>
        <a:accent4>
          <a:srgbClr val="19547D"/>
        </a:accent4>
        <a:accent5>
          <a:srgbClr val="DCCABB"/>
        </a:accent5>
        <a:accent6>
          <a:srgbClr val="63A93F"/>
        </a:accent6>
        <a:hlink>
          <a:srgbClr val="3197BB"/>
        </a:hlink>
        <a:folHlink>
          <a:srgbClr val="8055D7"/>
        </a:folHlink>
      </a:clrScheme>
      <a:clrMap bg1="lt1" tx1="dk1" bg2="lt2" tx2="dk2" accent1="accent1" accent2="accent2" accent3="accent3" accent4="accent4" accent5="accent5" accent6="accent6" hlink="hlink" folHlink="folHlink"/>
    </a:extraClrScheme>
    <a:extraClrScheme>
      <a:clrScheme name="&amp;&amp;微机原理课件模板 2">
        <a:dk1>
          <a:srgbClr val="004386"/>
        </a:dk1>
        <a:lt1>
          <a:srgbClr val="FFFFFF"/>
        </a:lt1>
        <a:dk2>
          <a:srgbClr val="003366"/>
        </a:dk2>
        <a:lt2>
          <a:srgbClr val="D6E1E2"/>
        </a:lt2>
        <a:accent1>
          <a:srgbClr val="33A6BD"/>
        </a:accent1>
        <a:accent2>
          <a:srgbClr val="CC9900"/>
        </a:accent2>
        <a:accent3>
          <a:srgbClr val="FFFFFF"/>
        </a:accent3>
        <a:accent4>
          <a:srgbClr val="003872"/>
        </a:accent4>
        <a:accent5>
          <a:srgbClr val="ADD0DB"/>
        </a:accent5>
        <a:accent6>
          <a:srgbClr val="B98A00"/>
        </a:accent6>
        <a:hlink>
          <a:srgbClr val="1481B8"/>
        </a:hlink>
        <a:folHlink>
          <a:srgbClr val="83A6A7"/>
        </a:folHlink>
      </a:clrScheme>
      <a:clrMap bg1="lt1" tx1="dk1" bg2="lt2" tx2="dk2" accent1="accent1" accent2="accent2" accent3="accent3" accent4="accent4" accent5="accent5" accent6="accent6" hlink="hlink" folHlink="folHlink"/>
    </a:extraClrScheme>
    <a:extraClrScheme>
      <a:clrScheme name="&amp;&amp;微机原理课件模板 3">
        <a:dk1>
          <a:srgbClr val="0047A0"/>
        </a:dk1>
        <a:lt1>
          <a:srgbClr val="FFFFFF"/>
        </a:lt1>
        <a:dk2>
          <a:srgbClr val="333333"/>
        </a:dk2>
        <a:lt2>
          <a:srgbClr val="DDDDDD"/>
        </a:lt2>
        <a:accent1>
          <a:srgbClr val="A5ADAC"/>
        </a:accent1>
        <a:accent2>
          <a:srgbClr val="009999"/>
        </a:accent2>
        <a:accent3>
          <a:srgbClr val="FFFFFF"/>
        </a:accent3>
        <a:accent4>
          <a:srgbClr val="003B88"/>
        </a:accent4>
        <a:accent5>
          <a:srgbClr val="CFD3D2"/>
        </a:accent5>
        <a:accent6>
          <a:srgbClr val="008A8A"/>
        </a:accent6>
        <a:hlink>
          <a:srgbClr val="6699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Stream</Template>
  <TotalTime>4</TotalTime>
  <Pages>0</Pages>
  <Words>6161</Words>
  <Characters>0</Characters>
  <Application>Microsoft Office PowerPoint</Application>
  <DocSecurity>0</DocSecurity>
  <PresentationFormat>全屏显示(4:3)</PresentationFormat>
  <Lines>0</Lines>
  <Paragraphs>1422</Paragraphs>
  <Slides>51</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71" baseType="lpstr">
      <vt:lpstr>Arial</vt:lpstr>
      <vt:lpstr>宋体</vt:lpstr>
      <vt:lpstr>Wingdings</vt:lpstr>
      <vt:lpstr>Verdana</vt:lpstr>
      <vt:lpstr>Gulim</vt:lpstr>
      <vt:lpstr>Malgun Gothic</vt:lpstr>
      <vt:lpstr>Times New Roman</vt:lpstr>
      <vt:lpstr>Lucida Sans Unicode</vt:lpstr>
      <vt:lpstr>仿宋_GB2312</vt:lpstr>
      <vt:lpstr>仿宋</vt:lpstr>
      <vt:lpstr>黑体</vt:lpstr>
      <vt:lpstr>楷体_GB2312</vt:lpstr>
      <vt:lpstr>新宋体</vt:lpstr>
      <vt:lpstr>Garamond</vt:lpstr>
      <vt:lpstr>Tahoma</vt:lpstr>
      <vt:lpstr>Courier New</vt:lpstr>
      <vt:lpstr>微软雅黑</vt:lpstr>
      <vt:lpstr>Arial Unicode MS</vt:lpstr>
      <vt:lpstr>&amp;&amp;微机原理课件模板</vt:lpstr>
      <vt:lpstr>Microsoft Visio 2003-2010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hanwang</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yfzhu</dc:creator>
  <cp:keywords/>
  <dc:description/>
  <cp:lastModifiedBy>Hong Zhang</cp:lastModifiedBy>
  <cp:revision>437</cp:revision>
  <dcterms:created xsi:type="dcterms:W3CDTF">2002-12-17T01:32:50Z</dcterms:created>
  <dcterms:modified xsi:type="dcterms:W3CDTF">2021-11-24T05:15:34Z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ies>
</file>