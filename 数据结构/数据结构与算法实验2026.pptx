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301" r:id="rId2"/>
    <p:sldId id="302" r:id="rId3"/>
    <p:sldId id="30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264" autoAdjust="0"/>
  </p:normalViewPr>
  <p:slideViewPr>
    <p:cSldViewPr snapToGrid="0">
      <p:cViewPr varScale="1">
        <p:scale>
          <a:sx n="96" d="100"/>
          <a:sy n="96" d="100"/>
        </p:scale>
        <p:origin x="10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B8EE6-3E0D-45A4-82EA-CB5E7C5FD710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7557D-0C2A-4574-AEA5-645314F0AA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419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98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439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67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119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88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25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20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893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01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686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34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36A9E-8705-429E-99F7-8F82A0D7D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9D2BCE-2C71-48EC-95AC-25561C41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800" b="1" dirty="0"/>
              <a:t>用户菜单权限配置</a:t>
            </a:r>
            <a:endParaRPr lang="en-US" altLang="zh-CN" sz="2800" b="1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       菜单配置表：菜单项</a:t>
            </a:r>
            <a:r>
              <a:rPr lang="en-US" altLang="zh-CN" sz="2800" dirty="0"/>
              <a:t>ID</a:t>
            </a:r>
            <a:r>
              <a:rPr lang="zh-CN" altLang="en-US" sz="2800" dirty="0"/>
              <a:t>、菜单项名称、菜单项动作、菜单项层级关系（至少有</a:t>
            </a:r>
            <a:r>
              <a:rPr lang="en-US" altLang="zh-CN" sz="2800" dirty="0"/>
              <a:t>2</a:t>
            </a:r>
            <a:r>
              <a:rPr lang="zh-CN" altLang="en-US" sz="2800" dirty="0"/>
              <a:t>级菜单）等设置；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      用户角色分配表：给用户分配角色（例如系统管理员、普通用户等）；</a:t>
            </a:r>
            <a:endParaRPr lang="en-US" altLang="zh-CN" sz="28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/>
              <a:t>      角色权限配置表：按角色设置菜单的操作权限（例如菜单项可见或者可点击等）</a:t>
            </a:r>
            <a:endParaRPr lang="en-US" altLang="zh-CN" sz="2800" dirty="0"/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zh-CN" altLang="en-US" sz="2800" dirty="0"/>
              <a:t>用户登录后给出菜单的显示，并依据用户的角色权限实现菜单的操作：有菜单操作权限的弹出一个窗口，无菜单操作权限的弹出提示信息</a:t>
            </a:r>
          </a:p>
        </p:txBody>
      </p:sp>
    </p:spTree>
    <p:extLst>
      <p:ext uri="{BB962C8B-B14F-4D97-AF65-F5344CB8AC3E}">
        <p14:creationId xmlns:p14="http://schemas.microsoft.com/office/powerpoint/2010/main" val="10548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7F849B-D9D7-4E5D-94DA-2ECFE3112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DFF799-B3EB-4BF9-8A19-D4E7AAECE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随机生成不少于</a:t>
            </a:r>
            <a:r>
              <a:rPr lang="en-US" altLang="zh-CN" sz="2800" dirty="0"/>
              <a:t>50</a:t>
            </a:r>
            <a:r>
              <a:rPr lang="zh-CN" altLang="en-US" sz="2800" dirty="0"/>
              <a:t>个节点的路网，包括节点数量和连边权值，</a:t>
            </a:r>
            <a:endParaRPr lang="en-US" altLang="zh-CN" sz="2800" dirty="0"/>
          </a:p>
          <a:p>
            <a:r>
              <a:rPr lang="zh-CN" altLang="en-US" sz="2800" dirty="0"/>
              <a:t>选择、计算两点之间的最短路径；</a:t>
            </a:r>
            <a:endParaRPr lang="en-US" altLang="zh-CN" sz="2800" dirty="0"/>
          </a:p>
          <a:p>
            <a:r>
              <a:rPr lang="zh-CN" altLang="en-US" sz="2800" dirty="0"/>
              <a:t>可设置途径点（</a:t>
            </a:r>
            <a:r>
              <a:rPr lang="en-US" altLang="zh-CN" sz="2800" dirty="0"/>
              <a:t>1</a:t>
            </a:r>
            <a:r>
              <a:rPr lang="zh-CN" altLang="en-US" sz="2800" dirty="0"/>
              <a:t>个或多个，对于多个途径点可设置途径顺序），计算两点之间的最短路径。</a:t>
            </a:r>
          </a:p>
        </p:txBody>
      </p:sp>
    </p:spTree>
    <p:extLst>
      <p:ext uri="{BB962C8B-B14F-4D97-AF65-F5344CB8AC3E}">
        <p14:creationId xmlns:p14="http://schemas.microsoft.com/office/powerpoint/2010/main" val="322717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63A371-6922-4416-9E3A-0C3C9D346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E9227B-7032-47A7-8DEE-96952DF3B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指定时间、地点，检查每位同学的代码、运行结果</a:t>
            </a:r>
          </a:p>
        </p:txBody>
      </p:sp>
    </p:spTree>
    <p:extLst>
      <p:ext uri="{BB962C8B-B14F-4D97-AF65-F5344CB8AC3E}">
        <p14:creationId xmlns:p14="http://schemas.microsoft.com/office/powerpoint/2010/main" val="3378857540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192</TotalTime>
  <Words>194</Words>
  <Application>Microsoft Office PowerPoint</Application>
  <PresentationFormat>宽屏</PresentationFormat>
  <Paragraphs>11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Calibri</vt:lpstr>
      <vt:lpstr>Calibri Light</vt:lpstr>
      <vt:lpstr>回顾</vt:lpstr>
      <vt:lpstr>题目1</vt:lpstr>
      <vt:lpstr>题目2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徐彬</dc:creator>
  <cp:lastModifiedBy>曾 伟</cp:lastModifiedBy>
  <cp:revision>41</cp:revision>
  <dcterms:created xsi:type="dcterms:W3CDTF">2022-05-30T06:31:57Z</dcterms:created>
  <dcterms:modified xsi:type="dcterms:W3CDTF">2026-03-29T08:13:16Z</dcterms:modified>
</cp:coreProperties>
</file>